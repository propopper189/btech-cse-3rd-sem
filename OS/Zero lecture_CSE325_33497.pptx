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9144000"/>
  <p:notesSz cx="6858000" cy="9144000"/>
  <p:embeddedFontLst>
    <p:embeddedFont>
      <p:font typeface="Overlock"/>
      <p:regular r:id="rId36"/>
      <p:bold r:id="rId37"/>
      <p:italic r:id="rId38"/>
      <p:boldItalic r:id="rId39"/>
    </p:embeddedFont>
    <p:embeddedFont>
      <p:font typeface="Tahoma"/>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42" roundtripDataSignature="AMtx7mi6+VR+5AsQ2W3BbfluF/XdE/bv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font" Target="fonts/Tahoma-regular.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Tahoma-bold.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Overlock-bold.fntdata"/><Relationship Id="rId14" Type="http://schemas.openxmlformats.org/officeDocument/2006/relationships/slide" Target="slides/slide8.xml"/><Relationship Id="rId36" Type="http://schemas.openxmlformats.org/officeDocument/2006/relationships/font" Target="fonts/Overlock-regular.fntdata"/><Relationship Id="rId17" Type="http://schemas.openxmlformats.org/officeDocument/2006/relationships/slide" Target="slides/slide11.xml"/><Relationship Id="rId39" Type="http://schemas.openxmlformats.org/officeDocument/2006/relationships/font" Target="fonts/Overlock-boldItalic.fntdata"/><Relationship Id="rId16" Type="http://schemas.openxmlformats.org/officeDocument/2006/relationships/slide" Target="slides/slide10.xml"/><Relationship Id="rId38" Type="http://schemas.openxmlformats.org/officeDocument/2006/relationships/font" Target="fonts/Overlock-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p:nvPr/>
        </p:nvSpPr>
        <p:spPr>
          <a:xfrm>
            <a:off x="0" y="0"/>
            <a:ext cx="6858000" cy="9144000"/>
          </a:xfrm>
          <a:prstGeom prst="roundRect">
            <a:avLst>
              <a:gd fmla="val 5" name="adj"/>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4" name="Google Shape;4;n"/>
          <p:cNvSpPr txBox="1"/>
          <p:nvPr/>
        </p:nvSpPr>
        <p:spPr>
          <a:xfrm>
            <a:off x="0" y="0"/>
            <a:ext cx="297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5" name="Google Shape;5;n"/>
          <p:cNvSpPr txBox="1"/>
          <p:nvPr>
            <p:ph idx="10" type="dt"/>
          </p:nvPr>
        </p:nvSpPr>
        <p:spPr>
          <a:xfrm>
            <a:off x="3884612" y="0"/>
            <a:ext cx="2970212" cy="455612"/>
          </a:xfrm>
          <a:prstGeom prst="rect">
            <a:avLst/>
          </a:prstGeom>
          <a:noFill/>
          <a:ln>
            <a:noFill/>
          </a:ln>
        </p:spPr>
        <p:txBody>
          <a:bodyPr anchorCtr="0" anchor="t"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6" name="Google Shape;6;n"/>
          <p:cNvSpPr/>
          <p:nvPr>
            <p:ph idx="2" type="sldImg"/>
          </p:nvPr>
        </p:nvSpPr>
        <p:spPr>
          <a:xfrm>
            <a:off x="1143000" y="685800"/>
            <a:ext cx="4570412" cy="3427412"/>
          </a:xfrm>
          <a:custGeom>
            <a:rect b="b" l="l" r="r" t="t"/>
            <a:pathLst>
              <a:path extrusionOk="0" h="120000" w="120000">
                <a:moveTo>
                  <a:pt x="0" y="0"/>
                </a:moveTo>
                <a:lnTo>
                  <a:pt x="120000" y="0"/>
                </a:lnTo>
                <a:lnTo>
                  <a:pt x="120000" y="120000"/>
                </a:lnTo>
                <a:lnTo>
                  <a:pt x="0" y="120000"/>
                </a:lnTo>
                <a:close/>
              </a:path>
            </a:pathLst>
          </a:custGeom>
          <a:noFill/>
          <a:ln cap="flat" cmpd="sng" w="12600">
            <a:solidFill>
              <a:srgbClr val="000000"/>
            </a:solidFill>
            <a:prstDash val="solid"/>
            <a:miter lim="800000"/>
            <a:headEnd len="sm" w="sm" type="none"/>
            <a:tailEnd len="sm" w="sm" type="none"/>
          </a:ln>
        </p:spPr>
      </p:sp>
      <p:sp>
        <p:nvSpPr>
          <p:cNvPr id="7" name="Google Shape;7;n"/>
          <p:cNvSpPr txBox="1"/>
          <p:nvPr>
            <p:ph idx="1" type="body"/>
          </p:nvPr>
        </p:nvSpPr>
        <p:spPr>
          <a:xfrm>
            <a:off x="685800" y="4343400"/>
            <a:ext cx="5484812" cy="4113212"/>
          </a:xfrm>
          <a:prstGeom prst="rect">
            <a:avLst/>
          </a:prstGeom>
          <a:noFill/>
          <a:ln>
            <a:noFill/>
          </a:ln>
        </p:spPr>
        <p:txBody>
          <a:bodyPr anchorCtr="0" anchor="t" bIns="46800" lIns="90000" spcFirstLastPara="1" rIns="90000" wrap="square" tIns="468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8" name="Google Shape;8;n"/>
          <p:cNvSpPr txBox="1"/>
          <p:nvPr/>
        </p:nvSpPr>
        <p:spPr>
          <a:xfrm>
            <a:off x="0" y="8685212"/>
            <a:ext cx="29718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rgbClr val="000000"/>
              </a:solidFill>
              <a:latin typeface="Arial"/>
              <a:ea typeface="Arial"/>
              <a:cs typeface="Arial"/>
              <a:sym typeface="Arial"/>
            </a:endParaRPr>
          </a:p>
        </p:txBody>
      </p:sp>
      <p:sp>
        <p:nvSpPr>
          <p:cNvPr id="9" name="Google Shape;9;n"/>
          <p:cNvSpPr txBox="1"/>
          <p:nvPr>
            <p:ph idx="12" type="sldNum"/>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32" name="Google Shape;13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33" name="Google Shape;133;p1: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42" name="Google Shape;14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43" name="Google Shape;143;p2: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3: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51" name="Google Shape;15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2" name="Google Shape;152;p3: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60" name="Google Shape;16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61" name="Google Shape;161;p4: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69" name="Google Shape;16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78" name="Google Shape;17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79" name="Google Shape;179;p6: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85" name="Google Shape;18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86" name="Google Shape;186;p7: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92" name="Google Shape;19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93" name="Google Shape;193;p8: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199" name="Google Shape;19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00" name="Google Shape;200;p9: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208" name="Google Shape;20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09" name="Google Shape;209;p10: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1: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217" name="Google Shape;2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18" name="Google Shape;218;p11: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226" name="Google Shape;22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27" name="Google Shape;227;p12: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235" name="Google Shape;23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36" name="Google Shape;236;p13: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4812" cy="4113212"/>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000" y="685800"/>
            <a:ext cx="4570412" cy="342741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5:notes"/>
          <p:cNvSpPr txBox="1"/>
          <p:nvPr/>
        </p:nvSpPr>
        <p:spPr>
          <a:xfrm>
            <a:off x="3884612" y="8685212"/>
            <a:ext cx="2970212" cy="455612"/>
          </a:xfrm>
          <a:prstGeom prst="rect">
            <a:avLst/>
          </a:prstGeom>
          <a:noFill/>
          <a:ln>
            <a:noFill/>
          </a:ln>
        </p:spPr>
        <p:txBody>
          <a:bodyPr anchorCtr="0" anchor="b" bIns="46800" lIns="90000" spcFirstLastPara="1" rIns="90000" wrap="square" tIns="468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a:solidFill>
                  <a:srgbClr val="000000"/>
                </a:solidFill>
                <a:latin typeface="Calibri"/>
                <a:ea typeface="Calibri"/>
                <a:cs typeface="Calibri"/>
                <a:sym typeface="Calibri"/>
              </a:rPr>
              <a:t>‹#›</a:t>
            </a:fld>
            <a:endParaRPr/>
          </a:p>
        </p:txBody>
      </p:sp>
      <p:sp>
        <p:nvSpPr>
          <p:cNvPr id="252" name="Google Shape;25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253" name="Google Shape;253;p15:notes"/>
          <p:cNvSpPr txBox="1"/>
          <p:nvPr>
            <p:ph idx="1" type="body"/>
          </p:nvPr>
        </p:nvSpPr>
        <p:spPr>
          <a:xfrm>
            <a:off x="685800" y="4343400"/>
            <a:ext cx="54864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733c08bedb_0_0:notes"/>
          <p:cNvSpPr/>
          <p:nvPr>
            <p:ph idx="2" type="sldImg"/>
          </p:nvPr>
        </p:nvSpPr>
        <p:spPr>
          <a:xfrm>
            <a:off x="1143000" y="685800"/>
            <a:ext cx="4570500" cy="34275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733c08bedb_0_0:notes"/>
          <p:cNvSpPr txBox="1"/>
          <p:nvPr>
            <p:ph idx="1" type="body"/>
          </p:nvPr>
        </p:nvSpPr>
        <p:spPr>
          <a:xfrm>
            <a:off x="685800" y="4343400"/>
            <a:ext cx="5484900" cy="41133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262" name="Google Shape;262;g3733c08bedb_0_0:notes"/>
          <p:cNvSpPr txBox="1"/>
          <p:nvPr>
            <p:ph idx="12" type="sldNum"/>
          </p:nvPr>
        </p:nvSpPr>
        <p:spPr>
          <a:xfrm>
            <a:off x="3884612" y="8685212"/>
            <a:ext cx="2970300" cy="455700"/>
          </a:xfrm>
          <a:prstGeom prst="rect">
            <a:avLst/>
          </a:prstGeom>
        </p:spPr>
        <p:txBody>
          <a:bodyPr anchorCtr="0" anchor="b" bIns="46800" lIns="90000" spcFirstLastPara="1" rIns="90000" wrap="square" tIns="46800">
            <a:noAutofit/>
          </a:bodyPr>
          <a:lstStyle/>
          <a:p>
            <a:pPr indent="0" lvl="0" marL="0" rtl="0" algn="r">
              <a:spcBef>
                <a:spcPts val="0"/>
              </a:spcBef>
              <a:spcAft>
                <a:spcPts val="0"/>
              </a:spcAft>
              <a:buClr>
                <a:srgbClr val="000000"/>
              </a:buClr>
              <a:buSzPts val="1200"/>
              <a:buFont typeface="Calibri"/>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733c08bedb_0_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g3733c08bedb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3733c08bedb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33c08bedb_0_9: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272" name="Google Shape;272;g3733c08bedb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33c08bedb_0_14: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278" name="Google Shape;278;g3733c08bedb_0_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733c08bedb_0_19: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284" name="Google Shape;284;g3733c08bedb_0_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33c08bedb_0_46: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12" name="Google Shape;312;g3733c08bedb_0_4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733c08bedb_0_60: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27" name="Google Shape;327;g3733c08bedb_0_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733c08bedb_0_78: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46" name="Google Shape;346;g3733c08bedb_0_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733c08bedb_0_85: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54" name="Google Shape;354;g3733c08bedb_0_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733c08bedb_0_102: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72" name="Google Shape;372;g3733c08bedb_0_10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733c08bedb_0_107: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78" name="Google Shape;378;g3733c08bedb_0_10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733c08bedb_0_124: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396" name="Google Shape;396;g3733c08bedb_0_12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733c08bedb_0_131: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01" name="Google Shape;401;g3733c08bedb_0_1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733c08bedb_0_138:notes"/>
          <p:cNvSpPr txBox="1"/>
          <p:nvPr>
            <p:ph idx="1" type="body"/>
          </p:nvPr>
        </p:nvSpPr>
        <p:spPr>
          <a:xfrm>
            <a:off x="685800" y="4400550"/>
            <a:ext cx="5486400" cy="3600600"/>
          </a:xfrm>
          <a:prstGeom prst="rect">
            <a:avLst/>
          </a:prstGeom>
        </p:spPr>
        <p:txBody>
          <a:bodyPr anchorCtr="0" anchor="t" bIns="46800" lIns="90000" spcFirstLastPara="1" rIns="90000" wrap="square" tIns="46800">
            <a:noAutofit/>
          </a:bodyPr>
          <a:lstStyle/>
          <a:p>
            <a:pPr indent="0" lvl="0" marL="0" rtl="0" algn="l">
              <a:spcBef>
                <a:spcPts val="0"/>
              </a:spcBef>
              <a:spcAft>
                <a:spcPts val="0"/>
              </a:spcAft>
              <a:buNone/>
            </a:pPr>
            <a:r>
              <a:t/>
            </a:r>
            <a:endParaRPr/>
          </a:p>
        </p:txBody>
      </p:sp>
      <p:sp>
        <p:nvSpPr>
          <p:cNvPr id="409" name="Google Shape;409;g3733c08bedb_0_13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 name="Shape 14"/>
        <p:cNvGrpSpPr/>
        <p:nvPr/>
      </p:nvGrpSpPr>
      <p:grpSpPr>
        <a:xfrm>
          <a:off x="0" y="0"/>
          <a:ext cx="0" cy="0"/>
          <a:chOff x="0" y="0"/>
          <a:chExt cx="0" cy="0"/>
        </a:xfrm>
      </p:grpSpPr>
      <p:sp>
        <p:nvSpPr>
          <p:cNvPr id="15" name="Google Shape;15;p17"/>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6" name="Shape 16"/>
        <p:cNvGrpSpPr/>
        <p:nvPr/>
      </p:nvGrpSpPr>
      <p:grpSpPr>
        <a:xfrm>
          <a:off x="0" y="0"/>
          <a:ext cx="0" cy="0"/>
          <a:chOff x="0" y="0"/>
          <a:chExt cx="0" cy="0"/>
        </a:xfrm>
      </p:grpSpPr>
      <p:sp>
        <p:nvSpPr>
          <p:cNvPr id="17" name="Google Shape;17;p20"/>
          <p:cNvSpPr txBox="1"/>
          <p:nvPr>
            <p:ph type="title"/>
          </p:nvPr>
        </p:nvSpPr>
        <p:spPr>
          <a:xfrm rot="5400000">
            <a:off x="4732338" y="2171700"/>
            <a:ext cx="5849937" cy="2055813"/>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20"/>
          <p:cNvSpPr txBox="1"/>
          <p:nvPr>
            <p:ph idx="1" type="body"/>
          </p:nvPr>
        </p:nvSpPr>
        <p:spPr>
          <a:xfrm rot="5400000">
            <a:off x="542131" y="189706"/>
            <a:ext cx="5849937" cy="6019800"/>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0"/>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0" name="Shape 20"/>
        <p:cNvGrpSpPr/>
        <p:nvPr/>
      </p:nvGrpSpPr>
      <p:grpSpPr>
        <a:xfrm>
          <a:off x="0" y="0"/>
          <a:ext cx="0" cy="0"/>
          <a:chOff x="0" y="0"/>
          <a:chExt cx="0" cy="0"/>
        </a:xfrm>
      </p:grpSpPr>
      <p:sp>
        <p:nvSpPr>
          <p:cNvPr id="21" name="Google Shape;21;p21"/>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21"/>
          <p:cNvSpPr txBox="1"/>
          <p:nvPr>
            <p:ph idx="1" type="body"/>
          </p:nvPr>
        </p:nvSpPr>
        <p:spPr>
          <a:xfrm rot="5400000">
            <a:off x="2309018" y="-251618"/>
            <a:ext cx="4524375" cy="8228012"/>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1"/>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4" name="Shape 24"/>
        <p:cNvGrpSpPr/>
        <p:nvPr/>
      </p:nvGrpSpPr>
      <p:grpSpPr>
        <a:xfrm>
          <a:off x="0" y="0"/>
          <a:ext cx="0" cy="0"/>
          <a:chOff x="0" y="0"/>
          <a:chExt cx="0" cy="0"/>
        </a:xfrm>
      </p:grpSpPr>
      <p:sp>
        <p:nvSpPr>
          <p:cNvPr id="25" name="Google Shape;25;p22"/>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22"/>
          <p:cNvSpPr/>
          <p:nvPr>
            <p:ph idx="2" type="pic"/>
          </p:nvPr>
        </p:nvSpPr>
        <p:spPr>
          <a:xfrm>
            <a:off x="3887788" y="987425"/>
            <a:ext cx="4629150" cy="4873625"/>
          </a:xfrm>
          <a:prstGeom prst="rect">
            <a:avLst/>
          </a:prstGeom>
          <a:noFill/>
          <a:ln>
            <a:noFill/>
          </a:ln>
        </p:spPr>
      </p:sp>
      <p:sp>
        <p:nvSpPr>
          <p:cNvPr id="27" name="Google Shape;27;p22"/>
          <p:cNvSpPr txBox="1"/>
          <p:nvPr>
            <p:ph idx="1"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600"/>
              <a:buNone/>
              <a:defRPr sz="1600"/>
            </a:lvl1pPr>
            <a:lvl2pPr indent="-228600" lvl="1" marL="914400" algn="l">
              <a:spcBef>
                <a:spcPts val="700"/>
              </a:spcBef>
              <a:spcAft>
                <a:spcPts val="0"/>
              </a:spcAft>
              <a:buSzPts val="1400"/>
              <a:buNone/>
              <a:defRPr sz="1400"/>
            </a:lvl2pPr>
            <a:lvl3pPr indent="-228600" lvl="2" marL="1371600" algn="l">
              <a:spcBef>
                <a:spcPts val="600"/>
              </a:spcBef>
              <a:spcAft>
                <a:spcPts val="0"/>
              </a:spcAft>
              <a:buSzPts val="1200"/>
              <a:buNone/>
              <a:defRPr sz="1200"/>
            </a:lvl3pPr>
            <a:lvl4pPr indent="-228600" lvl="3" marL="1828800" algn="l">
              <a:spcBef>
                <a:spcPts val="500"/>
              </a:spcBef>
              <a:spcAft>
                <a:spcPts val="0"/>
              </a:spcAft>
              <a:buSzPts val="1000"/>
              <a:buNone/>
              <a:defRPr sz="1000"/>
            </a:lvl4pPr>
            <a:lvl5pPr indent="-228600" lvl="4" marL="2286000" algn="l">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8" name="Google Shape;28;p22"/>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9" name="Shape 29"/>
        <p:cNvGrpSpPr/>
        <p:nvPr/>
      </p:nvGrpSpPr>
      <p:grpSpPr>
        <a:xfrm>
          <a:off x="0" y="0"/>
          <a:ext cx="0" cy="0"/>
          <a:chOff x="0" y="0"/>
          <a:chExt cx="0" cy="0"/>
        </a:xfrm>
      </p:grpSpPr>
      <p:sp>
        <p:nvSpPr>
          <p:cNvPr id="30" name="Google Shape;30;p23"/>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23"/>
          <p:cNvSpPr txBox="1"/>
          <p:nvPr>
            <p:ph idx="1" type="body"/>
          </p:nvPr>
        </p:nvSpPr>
        <p:spPr>
          <a:xfrm>
            <a:off x="3887788" y="987425"/>
            <a:ext cx="4629150" cy="487362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sz="3200"/>
            </a:lvl1pPr>
            <a:lvl2pPr indent="-228600" lvl="1" marL="914400" algn="l">
              <a:spcBef>
                <a:spcPts val="700"/>
              </a:spcBef>
              <a:spcAft>
                <a:spcPts val="0"/>
              </a:spcAft>
              <a:buSzPts val="1400"/>
              <a:buNone/>
              <a:defRPr sz="2800"/>
            </a:lvl2pPr>
            <a:lvl3pPr indent="-228600" lvl="2" marL="1371600" algn="l">
              <a:spcBef>
                <a:spcPts val="600"/>
              </a:spcBef>
              <a:spcAft>
                <a:spcPts val="0"/>
              </a:spcAft>
              <a:buSzPts val="1400"/>
              <a:buNone/>
              <a:defRPr sz="2400"/>
            </a:lvl3pPr>
            <a:lvl4pPr indent="-228600" lvl="3" marL="1828800" algn="l">
              <a:spcBef>
                <a:spcPts val="500"/>
              </a:spcBef>
              <a:spcAft>
                <a:spcPts val="0"/>
              </a:spcAft>
              <a:buSzPts val="1400"/>
              <a:buNone/>
              <a:defRPr sz="2000"/>
            </a:lvl4pPr>
            <a:lvl5pPr indent="-228600" lvl="4" marL="2286000" algn="l">
              <a:spcBef>
                <a:spcPts val="500"/>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2" name="Google Shape;32;p23"/>
          <p:cNvSpPr txBox="1"/>
          <p:nvPr>
            <p:ph idx="2"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600"/>
              <a:buNone/>
              <a:defRPr sz="1600"/>
            </a:lvl1pPr>
            <a:lvl2pPr indent="-228600" lvl="1" marL="914400" algn="l">
              <a:spcBef>
                <a:spcPts val="700"/>
              </a:spcBef>
              <a:spcAft>
                <a:spcPts val="0"/>
              </a:spcAft>
              <a:buSzPts val="1400"/>
              <a:buNone/>
              <a:defRPr sz="1400"/>
            </a:lvl2pPr>
            <a:lvl3pPr indent="-228600" lvl="2" marL="1371600" algn="l">
              <a:spcBef>
                <a:spcPts val="600"/>
              </a:spcBef>
              <a:spcAft>
                <a:spcPts val="0"/>
              </a:spcAft>
              <a:buSzPts val="1200"/>
              <a:buNone/>
              <a:defRPr sz="1200"/>
            </a:lvl3pPr>
            <a:lvl4pPr indent="-228600" lvl="3" marL="1828800" algn="l">
              <a:spcBef>
                <a:spcPts val="500"/>
              </a:spcBef>
              <a:spcAft>
                <a:spcPts val="0"/>
              </a:spcAft>
              <a:buSzPts val="1000"/>
              <a:buNone/>
              <a:defRPr sz="1000"/>
            </a:lvl4pPr>
            <a:lvl5pPr indent="-228600" lvl="4" marL="2286000" algn="l">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3" name="Google Shape;33;p23"/>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24"/>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4"/>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7" name="Shape 37"/>
        <p:cNvGrpSpPr/>
        <p:nvPr/>
      </p:nvGrpSpPr>
      <p:grpSpPr>
        <a:xfrm>
          <a:off x="0" y="0"/>
          <a:ext cx="0" cy="0"/>
          <a:chOff x="0" y="0"/>
          <a:chExt cx="0" cy="0"/>
        </a:xfrm>
      </p:grpSpPr>
      <p:sp>
        <p:nvSpPr>
          <p:cNvPr id="38" name="Google Shape;38;p25"/>
          <p:cNvSpPr txBox="1"/>
          <p:nvPr>
            <p:ph type="title"/>
          </p:nvPr>
        </p:nvSpPr>
        <p:spPr>
          <a:xfrm>
            <a:off x="630238" y="365125"/>
            <a:ext cx="7886700" cy="1325563"/>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25"/>
          <p:cNvSpPr txBox="1"/>
          <p:nvPr>
            <p:ph idx="1" type="body"/>
          </p:nvPr>
        </p:nvSpPr>
        <p:spPr>
          <a:xfrm>
            <a:off x="630238" y="1681163"/>
            <a:ext cx="3868737" cy="823912"/>
          </a:xfrm>
          <a:prstGeom prst="rect">
            <a:avLst/>
          </a:prstGeom>
          <a:noFill/>
          <a:ln>
            <a:noFill/>
          </a:ln>
        </p:spPr>
        <p:txBody>
          <a:bodyPr anchorCtr="0" anchor="b" bIns="46800" lIns="90000" spcFirstLastPara="1" rIns="90000" wrap="square" tIns="46800">
            <a:noAutofit/>
          </a:bodyPr>
          <a:lstStyle>
            <a:lvl1pPr indent="-228600" lvl="0" marL="457200" algn="l">
              <a:spcBef>
                <a:spcPts val="800"/>
              </a:spcBef>
              <a:spcAft>
                <a:spcPts val="0"/>
              </a:spcAft>
              <a:buSzPts val="2400"/>
              <a:buNone/>
              <a:defRPr b="1" sz="2400"/>
            </a:lvl1pPr>
            <a:lvl2pPr indent="-228600" lvl="1" marL="914400" algn="l">
              <a:spcBef>
                <a:spcPts val="7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500"/>
              </a:spcBef>
              <a:spcAft>
                <a:spcPts val="0"/>
              </a:spcAft>
              <a:buSzPts val="1600"/>
              <a:buNone/>
              <a:defRPr b="1" sz="1600"/>
            </a:lvl4pPr>
            <a:lvl5pPr indent="-228600" lvl="4" marL="2286000" algn="l">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0" name="Google Shape;40;p25"/>
          <p:cNvSpPr txBox="1"/>
          <p:nvPr>
            <p:ph idx="2" type="body"/>
          </p:nvPr>
        </p:nvSpPr>
        <p:spPr>
          <a:xfrm>
            <a:off x="630238" y="2505075"/>
            <a:ext cx="3868737" cy="3684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5"/>
          <p:cNvSpPr txBox="1"/>
          <p:nvPr>
            <p:ph idx="3" type="body"/>
          </p:nvPr>
        </p:nvSpPr>
        <p:spPr>
          <a:xfrm>
            <a:off x="4629150" y="1681163"/>
            <a:ext cx="3887788" cy="823912"/>
          </a:xfrm>
          <a:prstGeom prst="rect">
            <a:avLst/>
          </a:prstGeom>
          <a:noFill/>
          <a:ln>
            <a:noFill/>
          </a:ln>
        </p:spPr>
        <p:txBody>
          <a:bodyPr anchorCtr="0" anchor="b" bIns="46800" lIns="90000" spcFirstLastPara="1" rIns="90000" wrap="square" tIns="46800">
            <a:noAutofit/>
          </a:bodyPr>
          <a:lstStyle>
            <a:lvl1pPr indent="-228600" lvl="0" marL="457200" algn="l">
              <a:spcBef>
                <a:spcPts val="800"/>
              </a:spcBef>
              <a:spcAft>
                <a:spcPts val="0"/>
              </a:spcAft>
              <a:buSzPts val="2400"/>
              <a:buNone/>
              <a:defRPr b="1" sz="2400"/>
            </a:lvl1pPr>
            <a:lvl2pPr indent="-228600" lvl="1" marL="914400" algn="l">
              <a:spcBef>
                <a:spcPts val="7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500"/>
              </a:spcBef>
              <a:spcAft>
                <a:spcPts val="0"/>
              </a:spcAft>
              <a:buSzPts val="1600"/>
              <a:buNone/>
              <a:defRPr b="1" sz="1600"/>
            </a:lvl4pPr>
            <a:lvl5pPr indent="-228600" lvl="4" marL="2286000" algn="l">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2" name="Google Shape;42;p25"/>
          <p:cNvSpPr txBox="1"/>
          <p:nvPr>
            <p:ph idx="4" type="body"/>
          </p:nvPr>
        </p:nvSpPr>
        <p:spPr>
          <a:xfrm>
            <a:off x="4629150" y="2505075"/>
            <a:ext cx="3887788" cy="3684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5"/>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4" name="Shape 44"/>
        <p:cNvGrpSpPr/>
        <p:nvPr/>
      </p:nvGrpSpPr>
      <p:grpSpPr>
        <a:xfrm>
          <a:off x="0" y="0"/>
          <a:ext cx="0" cy="0"/>
          <a:chOff x="0" y="0"/>
          <a:chExt cx="0" cy="0"/>
        </a:xfrm>
      </p:grpSpPr>
      <p:sp>
        <p:nvSpPr>
          <p:cNvPr id="45" name="Google Shape;45;p26"/>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26"/>
          <p:cNvSpPr txBox="1"/>
          <p:nvPr>
            <p:ph idx="1" type="body"/>
          </p:nvPr>
        </p:nvSpPr>
        <p:spPr>
          <a:xfrm>
            <a:off x="457200" y="1600200"/>
            <a:ext cx="4037013"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6"/>
          <p:cNvSpPr txBox="1"/>
          <p:nvPr>
            <p:ph idx="2" type="body"/>
          </p:nvPr>
        </p:nvSpPr>
        <p:spPr>
          <a:xfrm>
            <a:off x="4646613" y="1600200"/>
            <a:ext cx="4038600"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6"/>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27"/>
          <p:cNvSpPr txBox="1"/>
          <p:nvPr>
            <p:ph type="title"/>
          </p:nvPr>
        </p:nvSpPr>
        <p:spPr>
          <a:xfrm>
            <a:off x="623888" y="1709738"/>
            <a:ext cx="7886700" cy="2852737"/>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27"/>
          <p:cNvSpPr txBox="1"/>
          <p:nvPr>
            <p:ph idx="1" type="body"/>
          </p:nvPr>
        </p:nvSpPr>
        <p:spPr>
          <a:xfrm>
            <a:off x="623888" y="4589463"/>
            <a:ext cx="7886700" cy="1500187"/>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2400"/>
              <a:buNone/>
              <a:defRPr sz="2400"/>
            </a:lvl1pPr>
            <a:lvl2pPr indent="-228600" lvl="1" marL="914400" algn="l">
              <a:spcBef>
                <a:spcPts val="700"/>
              </a:spcBef>
              <a:spcAft>
                <a:spcPts val="0"/>
              </a:spcAft>
              <a:buSzPts val="2000"/>
              <a:buNone/>
              <a:defRPr sz="2000"/>
            </a:lvl2pPr>
            <a:lvl3pPr indent="-228600" lvl="2" marL="1371600" algn="l">
              <a:spcBef>
                <a:spcPts val="600"/>
              </a:spcBef>
              <a:spcAft>
                <a:spcPts val="0"/>
              </a:spcAft>
              <a:buSzPts val="1800"/>
              <a:buNone/>
              <a:defRPr sz="1800"/>
            </a:lvl3pPr>
            <a:lvl4pPr indent="-228600" lvl="3" marL="1828800" algn="l">
              <a:spcBef>
                <a:spcPts val="500"/>
              </a:spcBef>
              <a:spcAft>
                <a:spcPts val="0"/>
              </a:spcAft>
              <a:buSzPts val="1600"/>
              <a:buNone/>
              <a:defRPr sz="1600"/>
            </a:lvl4pPr>
            <a:lvl5pPr indent="-228600" lvl="4" marL="2286000" algn="l">
              <a:spcBef>
                <a:spcPts val="500"/>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52" name="Google Shape;52;p27"/>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3" name="Shape 53"/>
        <p:cNvGrpSpPr/>
        <p:nvPr/>
      </p:nvGrpSpPr>
      <p:grpSpPr>
        <a:xfrm>
          <a:off x="0" y="0"/>
          <a:ext cx="0" cy="0"/>
          <a:chOff x="0" y="0"/>
          <a:chExt cx="0" cy="0"/>
        </a:xfrm>
      </p:grpSpPr>
      <p:sp>
        <p:nvSpPr>
          <p:cNvPr id="54" name="Google Shape;54;p28"/>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28"/>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8"/>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29"/>
          <p:cNvSpPr txBox="1"/>
          <p:nvPr>
            <p:ph type="ctrTitle"/>
          </p:nvPr>
        </p:nvSpPr>
        <p:spPr>
          <a:xfrm>
            <a:off x="1143000" y="1122363"/>
            <a:ext cx="6858000" cy="23876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9" name="Google Shape;59;p29"/>
          <p:cNvSpPr txBox="1"/>
          <p:nvPr>
            <p:ph idx="1" type="subTitle"/>
          </p:nvPr>
        </p:nvSpPr>
        <p:spPr>
          <a:xfrm>
            <a:off x="1143000" y="3602038"/>
            <a:ext cx="6858000" cy="1655762"/>
          </a:xfrm>
          <a:prstGeom prst="rect">
            <a:avLst/>
          </a:prstGeom>
          <a:noFill/>
          <a:ln>
            <a:noFill/>
          </a:ln>
        </p:spPr>
        <p:txBody>
          <a:bodyPr anchorCtr="0" anchor="t" bIns="46800" lIns="90000" spcFirstLastPara="1" rIns="90000" wrap="square" tIns="46800">
            <a:noAutofit/>
          </a:bodyPr>
          <a:lstStyle>
            <a:lvl1pPr lvl="0" algn="ctr">
              <a:spcBef>
                <a:spcPts val="800"/>
              </a:spcBef>
              <a:spcAft>
                <a:spcPts val="0"/>
              </a:spcAft>
              <a:buSzPts val="2400"/>
              <a:buNone/>
              <a:defRPr sz="2400"/>
            </a:lvl1pPr>
            <a:lvl2pPr lvl="1" algn="ctr">
              <a:spcBef>
                <a:spcPts val="700"/>
              </a:spcBef>
              <a:spcAft>
                <a:spcPts val="0"/>
              </a:spcAft>
              <a:buSzPts val="2000"/>
              <a:buNone/>
              <a:defRPr sz="2000"/>
            </a:lvl2pPr>
            <a:lvl3pPr lvl="2" algn="ctr">
              <a:spcBef>
                <a:spcPts val="600"/>
              </a:spcBef>
              <a:spcAft>
                <a:spcPts val="0"/>
              </a:spcAft>
              <a:buSzPts val="1800"/>
              <a:buNone/>
              <a:defRPr sz="1800"/>
            </a:lvl3pPr>
            <a:lvl4pPr lvl="3" algn="ctr">
              <a:spcBef>
                <a:spcPts val="500"/>
              </a:spcBef>
              <a:spcAft>
                <a:spcPts val="0"/>
              </a:spcAft>
              <a:buSzPts val="1600"/>
              <a:buNone/>
              <a:defRPr sz="1600"/>
            </a:lvl4pPr>
            <a:lvl5pPr lvl="4" algn="ctr">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0" name="Google Shape;60;p29"/>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sz="1400">
                <a:solidFill>
                  <a:srgbClr val="898989"/>
                </a:solidFill>
                <a:latin typeface="Tahoma"/>
                <a:ea typeface="Tahoma"/>
                <a:cs typeface="Tahoma"/>
                <a:sym typeface="Tahom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1" name="Shape 61"/>
        <p:cNvGrpSpPr/>
        <p:nvPr/>
      </p:nvGrpSpPr>
      <p:grpSpPr>
        <a:xfrm>
          <a:off x="0" y="0"/>
          <a:ext cx="0" cy="0"/>
          <a:chOff x="0" y="0"/>
          <a:chExt cx="0" cy="0"/>
        </a:xfrm>
      </p:grpSpPr>
      <p:sp>
        <p:nvSpPr>
          <p:cNvPr id="62" name="Google Shape;62;g3733c08bedb_0_228"/>
          <p:cNvSpPr/>
          <p:nvPr/>
        </p:nvSpPr>
        <p:spPr>
          <a:xfrm>
            <a:off x="1" y="6778868"/>
            <a:ext cx="9144000" cy="79200"/>
          </a:xfrm>
          <a:prstGeom prst="rect">
            <a:avLst/>
          </a:prstGeom>
          <a:solidFill>
            <a:srgbClr val="ED771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63" name="Google Shape;63;g3733c08bedb_0_228"/>
          <p:cNvSpPr/>
          <p:nvPr/>
        </p:nvSpPr>
        <p:spPr>
          <a:xfrm>
            <a:off x="1558991" y="431018"/>
            <a:ext cx="6080400" cy="46500"/>
          </a:xfrm>
          <a:prstGeom prst="rect">
            <a:avLst/>
          </a:prstGeom>
          <a:solidFill>
            <a:srgbClr val="F47D3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4" name="Google Shape;64;g3733c08bedb_0_228"/>
          <p:cNvPicPr preferRelativeResize="0"/>
          <p:nvPr/>
        </p:nvPicPr>
        <p:blipFill rotWithShape="1">
          <a:blip r:embed="rId2">
            <a:alphaModFix/>
          </a:blip>
          <a:srcRect b="0" l="0" r="0" t="0"/>
          <a:stretch/>
        </p:blipFill>
        <p:spPr>
          <a:xfrm>
            <a:off x="7766304" y="178307"/>
            <a:ext cx="1160643" cy="313972"/>
          </a:xfrm>
          <a:prstGeom prst="rect">
            <a:avLst/>
          </a:prstGeom>
          <a:noFill/>
          <a:ln>
            <a:noFill/>
          </a:ln>
        </p:spPr>
      </p:pic>
      <p:pic>
        <p:nvPicPr>
          <p:cNvPr id="65" name="Google Shape;65;g3733c08bedb_0_228"/>
          <p:cNvPicPr preferRelativeResize="0"/>
          <p:nvPr/>
        </p:nvPicPr>
        <p:blipFill rotWithShape="1">
          <a:blip r:embed="rId3">
            <a:alphaModFix/>
          </a:blip>
          <a:srcRect b="0" l="0" r="0" t="0"/>
          <a:stretch/>
        </p:blipFill>
        <p:spPr>
          <a:xfrm>
            <a:off x="246211" y="178308"/>
            <a:ext cx="1185904" cy="37906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19"/>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30"/>
          <p:cNvSpPr txBox="1"/>
          <p:nvPr>
            <p:ph type="title"/>
          </p:nvPr>
        </p:nvSpPr>
        <p:spPr>
          <a:xfrm rot="5400000">
            <a:off x="4732338" y="2171700"/>
            <a:ext cx="5849937" cy="2055813"/>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30"/>
          <p:cNvSpPr txBox="1"/>
          <p:nvPr>
            <p:ph idx="1" type="body"/>
          </p:nvPr>
        </p:nvSpPr>
        <p:spPr>
          <a:xfrm rot="5400000">
            <a:off x="542131" y="189706"/>
            <a:ext cx="5849937" cy="6019800"/>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30"/>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0"/>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0" name="Shape 80"/>
        <p:cNvGrpSpPr/>
        <p:nvPr/>
      </p:nvGrpSpPr>
      <p:grpSpPr>
        <a:xfrm>
          <a:off x="0" y="0"/>
          <a:ext cx="0" cy="0"/>
          <a:chOff x="0" y="0"/>
          <a:chExt cx="0" cy="0"/>
        </a:xfrm>
      </p:grpSpPr>
      <p:sp>
        <p:nvSpPr>
          <p:cNvPr id="81" name="Google Shape;81;p31"/>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31"/>
          <p:cNvSpPr txBox="1"/>
          <p:nvPr>
            <p:ph idx="1" type="body"/>
          </p:nvPr>
        </p:nvSpPr>
        <p:spPr>
          <a:xfrm rot="5400000">
            <a:off x="2309018" y="-251618"/>
            <a:ext cx="4524375" cy="8228012"/>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1"/>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1"/>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32"/>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 name="Google Shape;87;p32"/>
          <p:cNvSpPr/>
          <p:nvPr>
            <p:ph idx="2" type="pic"/>
          </p:nvPr>
        </p:nvSpPr>
        <p:spPr>
          <a:xfrm>
            <a:off x="3887788" y="987425"/>
            <a:ext cx="4629150" cy="4873625"/>
          </a:xfrm>
          <a:prstGeom prst="rect">
            <a:avLst/>
          </a:prstGeom>
          <a:noFill/>
          <a:ln>
            <a:noFill/>
          </a:ln>
        </p:spPr>
      </p:sp>
      <p:sp>
        <p:nvSpPr>
          <p:cNvPr id="88" name="Google Shape;88;p32"/>
          <p:cNvSpPr txBox="1"/>
          <p:nvPr>
            <p:ph idx="1"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600"/>
              <a:buNone/>
              <a:defRPr sz="1600"/>
            </a:lvl1pPr>
            <a:lvl2pPr indent="-228600" lvl="1" marL="914400" algn="l">
              <a:spcBef>
                <a:spcPts val="700"/>
              </a:spcBef>
              <a:spcAft>
                <a:spcPts val="0"/>
              </a:spcAft>
              <a:buSzPts val="1400"/>
              <a:buNone/>
              <a:defRPr sz="1400"/>
            </a:lvl2pPr>
            <a:lvl3pPr indent="-228600" lvl="2" marL="1371600" algn="l">
              <a:spcBef>
                <a:spcPts val="600"/>
              </a:spcBef>
              <a:spcAft>
                <a:spcPts val="0"/>
              </a:spcAft>
              <a:buSzPts val="1200"/>
              <a:buNone/>
              <a:defRPr sz="1200"/>
            </a:lvl3pPr>
            <a:lvl4pPr indent="-228600" lvl="3" marL="1828800" algn="l">
              <a:spcBef>
                <a:spcPts val="500"/>
              </a:spcBef>
              <a:spcAft>
                <a:spcPts val="0"/>
              </a:spcAft>
              <a:buSzPts val="1000"/>
              <a:buNone/>
              <a:defRPr sz="1000"/>
            </a:lvl4pPr>
            <a:lvl5pPr indent="-228600" lvl="4" marL="2286000" algn="l">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32"/>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32"/>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33"/>
          <p:cNvSpPr txBox="1"/>
          <p:nvPr>
            <p:ph type="title"/>
          </p:nvPr>
        </p:nvSpPr>
        <p:spPr>
          <a:xfrm>
            <a:off x="630238" y="457200"/>
            <a:ext cx="2949575" cy="16002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33"/>
          <p:cNvSpPr txBox="1"/>
          <p:nvPr>
            <p:ph idx="1" type="body"/>
          </p:nvPr>
        </p:nvSpPr>
        <p:spPr>
          <a:xfrm>
            <a:off x="3887788" y="987425"/>
            <a:ext cx="4629150" cy="487362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sz="3200"/>
            </a:lvl1pPr>
            <a:lvl2pPr indent="-228600" lvl="1" marL="914400" algn="l">
              <a:spcBef>
                <a:spcPts val="700"/>
              </a:spcBef>
              <a:spcAft>
                <a:spcPts val="0"/>
              </a:spcAft>
              <a:buSzPts val="1400"/>
              <a:buNone/>
              <a:defRPr sz="2800"/>
            </a:lvl2pPr>
            <a:lvl3pPr indent="-228600" lvl="2" marL="1371600" algn="l">
              <a:spcBef>
                <a:spcPts val="600"/>
              </a:spcBef>
              <a:spcAft>
                <a:spcPts val="0"/>
              </a:spcAft>
              <a:buSzPts val="1400"/>
              <a:buNone/>
              <a:defRPr sz="2400"/>
            </a:lvl3pPr>
            <a:lvl4pPr indent="-228600" lvl="3" marL="1828800" algn="l">
              <a:spcBef>
                <a:spcPts val="500"/>
              </a:spcBef>
              <a:spcAft>
                <a:spcPts val="0"/>
              </a:spcAft>
              <a:buSzPts val="1400"/>
              <a:buNone/>
              <a:defRPr sz="2000"/>
            </a:lvl4pPr>
            <a:lvl5pPr indent="-228600" lvl="4" marL="2286000" algn="l">
              <a:spcBef>
                <a:spcPts val="500"/>
              </a:spcBef>
              <a:spcAft>
                <a:spcPts val="0"/>
              </a:spcAft>
              <a:buSzPts val="1400"/>
              <a:buNone/>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4" name="Google Shape;94;p33"/>
          <p:cNvSpPr txBox="1"/>
          <p:nvPr>
            <p:ph idx="2" type="body"/>
          </p:nvPr>
        </p:nvSpPr>
        <p:spPr>
          <a:xfrm>
            <a:off x="630238" y="2057400"/>
            <a:ext cx="2949575" cy="3811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600"/>
              <a:buNone/>
              <a:defRPr sz="1600"/>
            </a:lvl1pPr>
            <a:lvl2pPr indent="-228600" lvl="1" marL="914400" algn="l">
              <a:spcBef>
                <a:spcPts val="700"/>
              </a:spcBef>
              <a:spcAft>
                <a:spcPts val="0"/>
              </a:spcAft>
              <a:buSzPts val="1400"/>
              <a:buNone/>
              <a:defRPr sz="1400"/>
            </a:lvl2pPr>
            <a:lvl3pPr indent="-228600" lvl="2" marL="1371600" algn="l">
              <a:spcBef>
                <a:spcPts val="600"/>
              </a:spcBef>
              <a:spcAft>
                <a:spcPts val="0"/>
              </a:spcAft>
              <a:buSzPts val="1200"/>
              <a:buNone/>
              <a:defRPr sz="1200"/>
            </a:lvl3pPr>
            <a:lvl4pPr indent="-228600" lvl="3" marL="1828800" algn="l">
              <a:spcBef>
                <a:spcPts val="500"/>
              </a:spcBef>
              <a:spcAft>
                <a:spcPts val="0"/>
              </a:spcAft>
              <a:buSzPts val="1000"/>
              <a:buNone/>
              <a:defRPr sz="1000"/>
            </a:lvl4pPr>
            <a:lvl5pPr indent="-228600" lvl="4" marL="2286000" algn="l">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5" name="Google Shape;95;p33"/>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33"/>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7" name="Shape 97"/>
        <p:cNvGrpSpPr/>
        <p:nvPr/>
      </p:nvGrpSpPr>
      <p:grpSpPr>
        <a:xfrm>
          <a:off x="0" y="0"/>
          <a:ext cx="0" cy="0"/>
          <a:chOff x="0" y="0"/>
          <a:chExt cx="0" cy="0"/>
        </a:xfrm>
      </p:grpSpPr>
      <p:sp>
        <p:nvSpPr>
          <p:cNvPr id="98" name="Google Shape;98;p34"/>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34"/>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4"/>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1" name="Shape 101"/>
        <p:cNvGrpSpPr/>
        <p:nvPr/>
      </p:nvGrpSpPr>
      <p:grpSpPr>
        <a:xfrm>
          <a:off x="0" y="0"/>
          <a:ext cx="0" cy="0"/>
          <a:chOff x="0" y="0"/>
          <a:chExt cx="0" cy="0"/>
        </a:xfrm>
      </p:grpSpPr>
      <p:sp>
        <p:nvSpPr>
          <p:cNvPr id="102" name="Google Shape;102;p35"/>
          <p:cNvSpPr txBox="1"/>
          <p:nvPr>
            <p:ph type="title"/>
          </p:nvPr>
        </p:nvSpPr>
        <p:spPr>
          <a:xfrm>
            <a:off x="630238" y="365125"/>
            <a:ext cx="7886700" cy="1325563"/>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3" name="Google Shape;103;p35"/>
          <p:cNvSpPr txBox="1"/>
          <p:nvPr>
            <p:ph idx="1" type="body"/>
          </p:nvPr>
        </p:nvSpPr>
        <p:spPr>
          <a:xfrm>
            <a:off x="630238" y="1681163"/>
            <a:ext cx="3868737" cy="823912"/>
          </a:xfrm>
          <a:prstGeom prst="rect">
            <a:avLst/>
          </a:prstGeom>
          <a:noFill/>
          <a:ln>
            <a:noFill/>
          </a:ln>
        </p:spPr>
        <p:txBody>
          <a:bodyPr anchorCtr="0" anchor="b" bIns="46800" lIns="90000" spcFirstLastPara="1" rIns="90000" wrap="square" tIns="46800">
            <a:noAutofit/>
          </a:bodyPr>
          <a:lstStyle>
            <a:lvl1pPr indent="-228600" lvl="0" marL="457200" algn="l">
              <a:spcBef>
                <a:spcPts val="800"/>
              </a:spcBef>
              <a:spcAft>
                <a:spcPts val="0"/>
              </a:spcAft>
              <a:buSzPts val="2400"/>
              <a:buNone/>
              <a:defRPr b="1" sz="2400"/>
            </a:lvl1pPr>
            <a:lvl2pPr indent="-228600" lvl="1" marL="914400" algn="l">
              <a:spcBef>
                <a:spcPts val="7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500"/>
              </a:spcBef>
              <a:spcAft>
                <a:spcPts val="0"/>
              </a:spcAft>
              <a:buSzPts val="1600"/>
              <a:buNone/>
              <a:defRPr b="1" sz="1600"/>
            </a:lvl4pPr>
            <a:lvl5pPr indent="-228600" lvl="4" marL="2286000" algn="l">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4" name="Google Shape;104;p35"/>
          <p:cNvSpPr txBox="1"/>
          <p:nvPr>
            <p:ph idx="2" type="body"/>
          </p:nvPr>
        </p:nvSpPr>
        <p:spPr>
          <a:xfrm>
            <a:off x="630238" y="2505075"/>
            <a:ext cx="3868737" cy="3684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35"/>
          <p:cNvSpPr txBox="1"/>
          <p:nvPr>
            <p:ph idx="3" type="body"/>
          </p:nvPr>
        </p:nvSpPr>
        <p:spPr>
          <a:xfrm>
            <a:off x="4629150" y="1681163"/>
            <a:ext cx="3887788" cy="823912"/>
          </a:xfrm>
          <a:prstGeom prst="rect">
            <a:avLst/>
          </a:prstGeom>
          <a:noFill/>
          <a:ln>
            <a:noFill/>
          </a:ln>
        </p:spPr>
        <p:txBody>
          <a:bodyPr anchorCtr="0" anchor="b" bIns="46800" lIns="90000" spcFirstLastPara="1" rIns="90000" wrap="square" tIns="46800">
            <a:noAutofit/>
          </a:bodyPr>
          <a:lstStyle>
            <a:lvl1pPr indent="-228600" lvl="0" marL="457200" algn="l">
              <a:spcBef>
                <a:spcPts val="800"/>
              </a:spcBef>
              <a:spcAft>
                <a:spcPts val="0"/>
              </a:spcAft>
              <a:buSzPts val="2400"/>
              <a:buNone/>
              <a:defRPr b="1" sz="2400"/>
            </a:lvl1pPr>
            <a:lvl2pPr indent="-228600" lvl="1" marL="914400" algn="l">
              <a:spcBef>
                <a:spcPts val="700"/>
              </a:spcBef>
              <a:spcAft>
                <a:spcPts val="0"/>
              </a:spcAft>
              <a:buSzPts val="2000"/>
              <a:buNone/>
              <a:defRPr b="1" sz="2000"/>
            </a:lvl2pPr>
            <a:lvl3pPr indent="-228600" lvl="2" marL="1371600" algn="l">
              <a:spcBef>
                <a:spcPts val="600"/>
              </a:spcBef>
              <a:spcAft>
                <a:spcPts val="0"/>
              </a:spcAft>
              <a:buSzPts val="1800"/>
              <a:buNone/>
              <a:defRPr b="1" sz="1800"/>
            </a:lvl3pPr>
            <a:lvl4pPr indent="-228600" lvl="3" marL="1828800" algn="l">
              <a:spcBef>
                <a:spcPts val="500"/>
              </a:spcBef>
              <a:spcAft>
                <a:spcPts val="0"/>
              </a:spcAft>
              <a:buSzPts val="1600"/>
              <a:buNone/>
              <a:defRPr b="1" sz="1600"/>
            </a:lvl4pPr>
            <a:lvl5pPr indent="-228600" lvl="4" marL="2286000" algn="l">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06" name="Google Shape;106;p35"/>
          <p:cNvSpPr txBox="1"/>
          <p:nvPr>
            <p:ph idx="4" type="body"/>
          </p:nvPr>
        </p:nvSpPr>
        <p:spPr>
          <a:xfrm>
            <a:off x="4629150" y="2505075"/>
            <a:ext cx="3887788" cy="3684588"/>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35"/>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5"/>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9" name="Shape 109"/>
        <p:cNvGrpSpPr/>
        <p:nvPr/>
      </p:nvGrpSpPr>
      <p:grpSpPr>
        <a:xfrm>
          <a:off x="0" y="0"/>
          <a:ext cx="0" cy="0"/>
          <a:chOff x="0" y="0"/>
          <a:chExt cx="0" cy="0"/>
        </a:xfrm>
      </p:grpSpPr>
      <p:sp>
        <p:nvSpPr>
          <p:cNvPr id="110" name="Google Shape;110;p36"/>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 name="Google Shape;111;p36"/>
          <p:cNvSpPr txBox="1"/>
          <p:nvPr>
            <p:ph idx="1" type="body"/>
          </p:nvPr>
        </p:nvSpPr>
        <p:spPr>
          <a:xfrm>
            <a:off x="457200" y="1600200"/>
            <a:ext cx="4037013"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36"/>
          <p:cNvSpPr txBox="1"/>
          <p:nvPr>
            <p:ph idx="2" type="body"/>
          </p:nvPr>
        </p:nvSpPr>
        <p:spPr>
          <a:xfrm>
            <a:off x="4646613" y="1600200"/>
            <a:ext cx="4038600"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36"/>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36"/>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37"/>
          <p:cNvSpPr txBox="1"/>
          <p:nvPr>
            <p:ph type="title"/>
          </p:nvPr>
        </p:nvSpPr>
        <p:spPr>
          <a:xfrm>
            <a:off x="623888" y="1709738"/>
            <a:ext cx="7886700" cy="2852737"/>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7" name="Google Shape;117;p37"/>
          <p:cNvSpPr txBox="1"/>
          <p:nvPr>
            <p:ph idx="1" type="body"/>
          </p:nvPr>
        </p:nvSpPr>
        <p:spPr>
          <a:xfrm>
            <a:off x="623888" y="4589463"/>
            <a:ext cx="7886700" cy="1500187"/>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2400"/>
              <a:buNone/>
              <a:defRPr sz="2400"/>
            </a:lvl1pPr>
            <a:lvl2pPr indent="-228600" lvl="1" marL="914400" algn="l">
              <a:spcBef>
                <a:spcPts val="700"/>
              </a:spcBef>
              <a:spcAft>
                <a:spcPts val="0"/>
              </a:spcAft>
              <a:buSzPts val="2000"/>
              <a:buNone/>
              <a:defRPr sz="2000"/>
            </a:lvl2pPr>
            <a:lvl3pPr indent="-228600" lvl="2" marL="1371600" algn="l">
              <a:spcBef>
                <a:spcPts val="600"/>
              </a:spcBef>
              <a:spcAft>
                <a:spcPts val="0"/>
              </a:spcAft>
              <a:buSzPts val="1800"/>
              <a:buNone/>
              <a:defRPr sz="1800"/>
            </a:lvl3pPr>
            <a:lvl4pPr indent="-228600" lvl="3" marL="1828800" algn="l">
              <a:spcBef>
                <a:spcPts val="500"/>
              </a:spcBef>
              <a:spcAft>
                <a:spcPts val="0"/>
              </a:spcAft>
              <a:buSzPts val="1600"/>
              <a:buNone/>
              <a:defRPr sz="1600"/>
            </a:lvl4pPr>
            <a:lvl5pPr indent="-228600" lvl="4" marL="2286000" algn="l">
              <a:spcBef>
                <a:spcPts val="500"/>
              </a:spcBef>
              <a:spcAft>
                <a:spcPts val="0"/>
              </a:spcAft>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18" name="Google Shape;118;p37"/>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37"/>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0" name="Shape 120"/>
        <p:cNvGrpSpPr/>
        <p:nvPr/>
      </p:nvGrpSpPr>
      <p:grpSpPr>
        <a:xfrm>
          <a:off x="0" y="0"/>
          <a:ext cx="0" cy="0"/>
          <a:chOff x="0" y="0"/>
          <a:chExt cx="0" cy="0"/>
        </a:xfrm>
      </p:grpSpPr>
      <p:sp>
        <p:nvSpPr>
          <p:cNvPr id="121" name="Google Shape;121;p38"/>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2" name="Google Shape;122;p38"/>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algn="l">
              <a:spcBef>
                <a:spcPts val="800"/>
              </a:spcBef>
              <a:spcAft>
                <a:spcPts val="0"/>
              </a:spcAft>
              <a:buSzPts val="1400"/>
              <a:buNone/>
              <a:defRPr/>
            </a:lvl1pPr>
            <a:lvl2pPr indent="-228600" lvl="1" marL="914400" algn="l">
              <a:spcBef>
                <a:spcPts val="700"/>
              </a:spcBef>
              <a:spcAft>
                <a:spcPts val="0"/>
              </a:spcAft>
              <a:buSzPts val="1400"/>
              <a:buNone/>
              <a:defRPr/>
            </a:lvl2pPr>
            <a:lvl3pPr indent="-228600" lvl="2" marL="1371600" algn="l">
              <a:spcBef>
                <a:spcPts val="600"/>
              </a:spcBef>
              <a:spcAft>
                <a:spcPts val="0"/>
              </a:spcAft>
              <a:buSzPts val="1400"/>
              <a:buNone/>
              <a:defRPr/>
            </a:lvl3pPr>
            <a:lvl4pPr indent="-228600" lvl="3" marL="1828800" algn="l">
              <a:spcBef>
                <a:spcPts val="500"/>
              </a:spcBef>
              <a:spcAft>
                <a:spcPts val="0"/>
              </a:spcAft>
              <a:buSzPts val="1400"/>
              <a:buNone/>
              <a:defRPr/>
            </a:lvl4pPr>
            <a:lvl5pPr indent="-228600" lvl="4" marL="2286000" algn="l">
              <a:spcBef>
                <a:spcPts val="500"/>
              </a:spcBef>
              <a:spcAft>
                <a:spcPts val="0"/>
              </a:spcAft>
              <a:buSzPts val="14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38"/>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38"/>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5" name="Shape 125"/>
        <p:cNvGrpSpPr/>
        <p:nvPr/>
      </p:nvGrpSpPr>
      <p:grpSpPr>
        <a:xfrm>
          <a:off x="0" y="0"/>
          <a:ext cx="0" cy="0"/>
          <a:chOff x="0" y="0"/>
          <a:chExt cx="0" cy="0"/>
        </a:xfrm>
      </p:grpSpPr>
      <p:sp>
        <p:nvSpPr>
          <p:cNvPr id="126" name="Google Shape;126;p39"/>
          <p:cNvSpPr txBox="1"/>
          <p:nvPr>
            <p:ph type="ctrTitle"/>
          </p:nvPr>
        </p:nvSpPr>
        <p:spPr>
          <a:xfrm>
            <a:off x="1143000" y="1122363"/>
            <a:ext cx="6858000" cy="2387600"/>
          </a:xfrm>
          <a:prstGeom prst="rect">
            <a:avLst/>
          </a:prstGeom>
          <a:noFill/>
          <a:ln>
            <a:noFill/>
          </a:ln>
        </p:spPr>
        <p:txBody>
          <a:bodyPr anchorCtr="0" anchor="b" bIns="46800" lIns="90000" spcFirstLastPara="1" rIns="90000" wrap="square" tIns="468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7" name="Google Shape;127;p39"/>
          <p:cNvSpPr txBox="1"/>
          <p:nvPr>
            <p:ph idx="1" type="subTitle"/>
          </p:nvPr>
        </p:nvSpPr>
        <p:spPr>
          <a:xfrm>
            <a:off x="1143000" y="3602038"/>
            <a:ext cx="6858000" cy="1655762"/>
          </a:xfrm>
          <a:prstGeom prst="rect">
            <a:avLst/>
          </a:prstGeom>
          <a:noFill/>
          <a:ln>
            <a:noFill/>
          </a:ln>
        </p:spPr>
        <p:txBody>
          <a:bodyPr anchorCtr="0" anchor="t" bIns="46800" lIns="90000" spcFirstLastPara="1" rIns="90000" wrap="square" tIns="46800">
            <a:noAutofit/>
          </a:bodyPr>
          <a:lstStyle>
            <a:lvl1pPr lvl="0" algn="ctr">
              <a:spcBef>
                <a:spcPts val="800"/>
              </a:spcBef>
              <a:spcAft>
                <a:spcPts val="0"/>
              </a:spcAft>
              <a:buSzPts val="2400"/>
              <a:buNone/>
              <a:defRPr sz="2400"/>
            </a:lvl1pPr>
            <a:lvl2pPr lvl="1" algn="ctr">
              <a:spcBef>
                <a:spcPts val="700"/>
              </a:spcBef>
              <a:spcAft>
                <a:spcPts val="0"/>
              </a:spcAft>
              <a:buSzPts val="2000"/>
              <a:buNone/>
              <a:defRPr sz="2000"/>
            </a:lvl2pPr>
            <a:lvl3pPr lvl="2" algn="ctr">
              <a:spcBef>
                <a:spcPts val="600"/>
              </a:spcBef>
              <a:spcAft>
                <a:spcPts val="0"/>
              </a:spcAft>
              <a:buSzPts val="1800"/>
              <a:buNone/>
              <a:defRPr sz="1800"/>
            </a:lvl3pPr>
            <a:lvl4pPr lvl="3" algn="ctr">
              <a:spcBef>
                <a:spcPts val="500"/>
              </a:spcBef>
              <a:spcAft>
                <a:spcPts val="0"/>
              </a:spcAft>
              <a:buSzPts val="1600"/>
              <a:buNone/>
              <a:defRPr sz="1600"/>
            </a:lvl4pPr>
            <a:lvl5pPr lvl="4" algn="ctr">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28" name="Google Shape;128;p39"/>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9"/>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3.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 name="Shape 10"/>
        <p:cNvGrpSpPr/>
        <p:nvPr/>
      </p:nvGrpSpPr>
      <p:grpSpPr>
        <a:xfrm>
          <a:off x="0" y="0"/>
          <a:ext cx="0" cy="0"/>
          <a:chOff x="0" y="0"/>
          <a:chExt cx="0" cy="0"/>
        </a:xfrm>
      </p:grpSpPr>
      <p:sp>
        <p:nvSpPr>
          <p:cNvPr id="11" name="Google Shape;11;p16"/>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9pPr>
          </a:lstStyle>
          <a:p/>
        </p:txBody>
      </p:sp>
      <p:sp>
        <p:nvSpPr>
          <p:cNvPr id="12" name="Google Shape;12;p16"/>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marR="0" rtl="0" algn="l">
              <a:spcBef>
                <a:spcPts val="800"/>
              </a:spcBef>
              <a:spcAft>
                <a:spcPts val="0"/>
              </a:spcAft>
              <a:buSzPts val="1400"/>
              <a:buNone/>
              <a:defRPr b="0" i="0" sz="3200" u="none" cap="none" strike="noStrike">
                <a:solidFill>
                  <a:srgbClr val="000000"/>
                </a:solidFill>
                <a:latin typeface="Calibri"/>
                <a:ea typeface="Calibri"/>
                <a:cs typeface="Calibri"/>
                <a:sym typeface="Calibri"/>
              </a:defRPr>
            </a:lvl1pPr>
            <a:lvl2pPr indent="-228600" lvl="1" marL="914400" marR="0" rtl="0" algn="l">
              <a:spcBef>
                <a:spcPts val="700"/>
              </a:spcBef>
              <a:spcAft>
                <a:spcPts val="0"/>
              </a:spcAft>
              <a:buSzPts val="1400"/>
              <a:buNone/>
              <a:defRPr b="0" i="0" sz="2800" u="none" cap="none" strike="noStrike">
                <a:solidFill>
                  <a:srgbClr val="000000"/>
                </a:solidFill>
                <a:latin typeface="Calibri"/>
                <a:ea typeface="Calibri"/>
                <a:cs typeface="Calibri"/>
                <a:sym typeface="Calibri"/>
              </a:defRPr>
            </a:lvl2pPr>
            <a:lvl3pPr indent="-228600" lvl="2" marL="1371600" marR="0" rtl="0" algn="l">
              <a:spcBef>
                <a:spcPts val="600"/>
              </a:spcBef>
              <a:spcAft>
                <a:spcPts val="0"/>
              </a:spcAft>
              <a:buSzPts val="1400"/>
              <a:buNone/>
              <a:defRPr b="0" i="0" sz="2400" u="none" cap="none" strike="noStrike">
                <a:solidFill>
                  <a:srgbClr val="000000"/>
                </a:solidFill>
                <a:latin typeface="Calibri"/>
                <a:ea typeface="Calibri"/>
                <a:cs typeface="Calibri"/>
                <a:sym typeface="Calibri"/>
              </a:defRPr>
            </a:lvl3pPr>
            <a:lvl4pPr indent="-228600" lvl="3" marL="1828800" marR="0" rtl="0" algn="l">
              <a:spcBef>
                <a:spcPts val="500"/>
              </a:spcBef>
              <a:spcAft>
                <a:spcPts val="0"/>
              </a:spcAft>
              <a:buSzPts val="1400"/>
              <a:buNone/>
              <a:defRPr b="0" i="0" sz="2000" u="none" cap="none" strike="noStrike">
                <a:solidFill>
                  <a:srgbClr val="000000"/>
                </a:solidFill>
                <a:latin typeface="Calibri"/>
                <a:ea typeface="Calibri"/>
                <a:cs typeface="Calibri"/>
                <a:sym typeface="Calibri"/>
              </a:defRPr>
            </a:lvl4pPr>
            <a:lvl5pPr indent="-228600" lvl="4" marL="2286000" marR="0" rtl="0" algn="l">
              <a:spcBef>
                <a:spcPts val="500"/>
              </a:spcBef>
              <a:spcAft>
                <a:spcPts val="0"/>
              </a:spcAft>
              <a:buSzPts val="1400"/>
              <a:buNone/>
              <a:defRPr b="0" i="0" sz="2000" u="none" cap="none" strike="noStrike">
                <a:solidFill>
                  <a:srgbClr val="000000"/>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400" u="none">
                <a:solidFill>
                  <a:srgbClr val="89898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8"/>
          <p:cNvSpPr txBox="1"/>
          <p:nvPr>
            <p:ph type="title"/>
          </p:nvPr>
        </p:nvSpPr>
        <p:spPr>
          <a:xfrm>
            <a:off x="457200" y="274637"/>
            <a:ext cx="8228012" cy="1141412"/>
          </a:xfrm>
          <a:prstGeom prst="rect">
            <a:avLst/>
          </a:prstGeom>
          <a:noFill/>
          <a:ln>
            <a:noFill/>
          </a:ln>
        </p:spPr>
        <p:txBody>
          <a:bodyPr anchorCtr="0" anchor="ctr" bIns="46800" lIns="90000" spcFirstLastPara="1" rIns="90000" wrap="square" tIns="46800">
            <a:noAutofit/>
          </a:bodyPr>
          <a:lstStyle>
            <a:lvl1pPr lvl="0"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rgbClr val="000000"/>
                </a:solidFill>
                <a:latin typeface="Calibri"/>
                <a:ea typeface="Calibri"/>
                <a:cs typeface="Calibri"/>
                <a:sym typeface="Calibri"/>
              </a:defRPr>
            </a:lvl9pPr>
          </a:lstStyle>
          <a:p/>
        </p:txBody>
      </p:sp>
      <p:sp>
        <p:nvSpPr>
          <p:cNvPr id="68" name="Google Shape;68;p18"/>
          <p:cNvSpPr txBox="1"/>
          <p:nvPr>
            <p:ph idx="1" type="body"/>
          </p:nvPr>
        </p:nvSpPr>
        <p:spPr>
          <a:xfrm>
            <a:off x="457200" y="1600200"/>
            <a:ext cx="8228012" cy="4524375"/>
          </a:xfrm>
          <a:prstGeom prst="rect">
            <a:avLst/>
          </a:prstGeom>
          <a:noFill/>
          <a:ln>
            <a:noFill/>
          </a:ln>
        </p:spPr>
        <p:txBody>
          <a:bodyPr anchorCtr="0" anchor="t" bIns="46800" lIns="90000" spcFirstLastPara="1" rIns="90000" wrap="square" tIns="46800">
            <a:noAutofit/>
          </a:bodyPr>
          <a:lstStyle>
            <a:lvl1pPr indent="-228600" lvl="0" marL="457200" marR="0" rtl="0" algn="l">
              <a:spcBef>
                <a:spcPts val="800"/>
              </a:spcBef>
              <a:spcAft>
                <a:spcPts val="0"/>
              </a:spcAft>
              <a:buSzPts val="1400"/>
              <a:buNone/>
              <a:defRPr b="0" i="0" sz="3200" u="none" cap="none" strike="noStrike">
                <a:solidFill>
                  <a:srgbClr val="000000"/>
                </a:solidFill>
                <a:latin typeface="Calibri"/>
                <a:ea typeface="Calibri"/>
                <a:cs typeface="Calibri"/>
                <a:sym typeface="Calibri"/>
              </a:defRPr>
            </a:lvl1pPr>
            <a:lvl2pPr indent="-228600" lvl="1" marL="914400" marR="0" rtl="0" algn="l">
              <a:spcBef>
                <a:spcPts val="700"/>
              </a:spcBef>
              <a:spcAft>
                <a:spcPts val="0"/>
              </a:spcAft>
              <a:buSzPts val="1400"/>
              <a:buNone/>
              <a:defRPr b="0" i="0" sz="2800" u="none" cap="none" strike="noStrike">
                <a:solidFill>
                  <a:srgbClr val="000000"/>
                </a:solidFill>
                <a:latin typeface="Calibri"/>
                <a:ea typeface="Calibri"/>
                <a:cs typeface="Calibri"/>
                <a:sym typeface="Calibri"/>
              </a:defRPr>
            </a:lvl2pPr>
            <a:lvl3pPr indent="-228600" lvl="2" marL="1371600" marR="0" rtl="0" algn="l">
              <a:spcBef>
                <a:spcPts val="600"/>
              </a:spcBef>
              <a:spcAft>
                <a:spcPts val="0"/>
              </a:spcAft>
              <a:buSzPts val="1400"/>
              <a:buNone/>
              <a:defRPr b="0" i="0" sz="2400" u="none" cap="none" strike="noStrike">
                <a:solidFill>
                  <a:srgbClr val="000000"/>
                </a:solidFill>
                <a:latin typeface="Calibri"/>
                <a:ea typeface="Calibri"/>
                <a:cs typeface="Calibri"/>
                <a:sym typeface="Calibri"/>
              </a:defRPr>
            </a:lvl3pPr>
            <a:lvl4pPr indent="-228600" lvl="3" marL="1828800" marR="0" rtl="0" algn="l">
              <a:spcBef>
                <a:spcPts val="500"/>
              </a:spcBef>
              <a:spcAft>
                <a:spcPts val="0"/>
              </a:spcAft>
              <a:buSzPts val="1400"/>
              <a:buNone/>
              <a:defRPr b="0" i="0" sz="2000" u="none" cap="none" strike="noStrike">
                <a:solidFill>
                  <a:srgbClr val="000000"/>
                </a:solidFill>
                <a:latin typeface="Calibri"/>
                <a:ea typeface="Calibri"/>
                <a:cs typeface="Calibri"/>
                <a:sym typeface="Calibri"/>
              </a:defRPr>
            </a:lvl4pPr>
            <a:lvl5pPr indent="-228600" lvl="4" marL="2286000" marR="0" rtl="0" algn="l">
              <a:spcBef>
                <a:spcPts val="500"/>
              </a:spcBef>
              <a:spcAft>
                <a:spcPts val="0"/>
              </a:spcAft>
              <a:buSzPts val="1400"/>
              <a:buNone/>
              <a:defRPr b="0" i="0" sz="2000" u="none" cap="none" strike="noStrike">
                <a:solidFill>
                  <a:srgbClr val="000000"/>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9" name="Google Shape;69;p18"/>
          <p:cNvSpPr txBox="1"/>
          <p:nvPr>
            <p:ph idx="10" type="dt"/>
          </p:nvPr>
        </p:nvSpPr>
        <p:spPr>
          <a:xfrm>
            <a:off x="457200" y="6356350"/>
            <a:ext cx="5121275" cy="363537"/>
          </a:xfrm>
          <a:prstGeom prst="rect">
            <a:avLst/>
          </a:prstGeom>
          <a:noFill/>
          <a:ln>
            <a:noFill/>
          </a:ln>
        </p:spPr>
        <p:txBody>
          <a:bodyPr anchorCtr="0" anchor="ctr" bIns="46800" lIns="90000" spcFirstLastPara="1" rIns="90000" wrap="square" tIns="4680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70" name="Google Shape;70;p1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71" name="Google Shape;71;p18"/>
          <p:cNvSpPr txBox="1"/>
          <p:nvPr>
            <p:ph idx="12" type="sldNum"/>
          </p:nvPr>
        </p:nvSpPr>
        <p:spPr>
          <a:xfrm>
            <a:off x="6553200" y="6356350"/>
            <a:ext cx="2132012" cy="363537"/>
          </a:xfrm>
          <a:prstGeom prst="rect">
            <a:avLst/>
          </a:prstGeom>
          <a:noFill/>
          <a:ln>
            <a:noFill/>
          </a:ln>
        </p:spPr>
        <p:txBody>
          <a:bodyPr anchorCtr="0" anchor="t" bIns="46800" lIns="90000" spcFirstLastPara="1" rIns="90000" wrap="square" tIns="46800">
            <a:noAutofit/>
          </a:bodyPr>
          <a:lstStyle>
            <a:lvl1pPr indent="0" lvl="0"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Calibri"/>
              <a:buNone/>
              <a:defRPr b="0" i="0" sz="1800" u="none">
                <a:solidFill>
                  <a:srgbClr val="000000"/>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sz="1400">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abou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
          <p:cNvSpPr txBox="1"/>
          <p:nvPr/>
        </p:nvSpPr>
        <p:spPr>
          <a:xfrm>
            <a:off x="593725" y="1855787"/>
            <a:ext cx="7956550" cy="12223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0253F"/>
              </a:buClr>
              <a:buSzPts val="5400"/>
              <a:buFont typeface="Overlock"/>
              <a:buNone/>
            </a:pPr>
            <a:r>
              <a:rPr b="0" i="0" lang="en-US" sz="5400" u="none">
                <a:solidFill>
                  <a:srgbClr val="10253F"/>
                </a:solidFill>
                <a:latin typeface="Overlock"/>
                <a:ea typeface="Overlock"/>
                <a:cs typeface="Overlock"/>
                <a:sym typeface="Overlock"/>
              </a:rPr>
              <a:t>CSE325</a:t>
            </a:r>
            <a:br>
              <a:rPr b="0" i="0" lang="en-US" sz="5400" u="none">
                <a:solidFill>
                  <a:srgbClr val="10253F"/>
                </a:solidFill>
                <a:latin typeface="Overlock"/>
                <a:ea typeface="Overlock"/>
                <a:cs typeface="Overlock"/>
                <a:sym typeface="Overlock"/>
              </a:rPr>
            </a:br>
            <a:r>
              <a:rPr b="0" i="0" lang="en-US" sz="5400" u="none">
                <a:solidFill>
                  <a:srgbClr val="10253F"/>
                </a:solidFill>
                <a:latin typeface="Overlock"/>
                <a:ea typeface="Overlock"/>
                <a:cs typeface="Overlock"/>
                <a:sym typeface="Overlock"/>
              </a:rPr>
              <a:t>OPERATING SYSTEMS LABORATORY</a:t>
            </a:r>
            <a:endParaRPr/>
          </a:p>
        </p:txBody>
      </p:sp>
      <p:pic>
        <p:nvPicPr>
          <p:cNvPr id="136" name="Google Shape;136;p1"/>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cxnSp>
        <p:nvCxnSpPr>
          <p:cNvPr id="137" name="Google Shape;137;p1"/>
          <p:cNvCxnSpPr/>
          <p:nvPr/>
        </p:nvCxnSpPr>
        <p:spPr>
          <a:xfrm>
            <a:off x="1042987" y="3789362"/>
            <a:ext cx="7058025"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sp>
        <p:nvSpPr>
          <p:cNvPr id="138" name="Google Shape;138;p1"/>
          <p:cNvSpPr txBox="1"/>
          <p:nvPr/>
        </p:nvSpPr>
        <p:spPr>
          <a:xfrm>
            <a:off x="3768725" y="3917950"/>
            <a:ext cx="1876425" cy="460375"/>
          </a:xfrm>
          <a:prstGeom prst="rect">
            <a:avLst/>
          </a:prstGeom>
          <a:noFill/>
          <a:ln>
            <a:noFill/>
          </a:ln>
        </p:spPr>
        <p:txBody>
          <a:bodyPr anchorCtr="0" anchor="t" bIns="46800" lIns="90000" spcFirstLastPara="1" rIns="90000" wrap="square" tIns="46800">
            <a:spAutoFit/>
          </a:bodyPr>
          <a:lstStyle/>
          <a:p>
            <a:pPr indent="0" lvl="0" marL="0" marR="0" rtl="0" algn="l">
              <a:lnSpc>
                <a:spcPct val="100000"/>
              </a:lnSpc>
              <a:spcBef>
                <a:spcPts val="0"/>
              </a:spcBef>
              <a:spcAft>
                <a:spcPts val="0"/>
              </a:spcAft>
              <a:buClr>
                <a:srgbClr val="376092"/>
              </a:buClr>
              <a:buSzPts val="2400"/>
              <a:buFont typeface="Arial Rounded"/>
              <a:buNone/>
            </a:pPr>
            <a:r>
              <a:rPr b="1" i="0" lang="en-US" sz="2400" u="none">
                <a:solidFill>
                  <a:srgbClr val="376092"/>
                </a:solidFill>
                <a:latin typeface="Arial Rounded"/>
                <a:ea typeface="Arial Rounded"/>
                <a:cs typeface="Arial Rounded"/>
                <a:sym typeface="Arial Rounded"/>
              </a:rPr>
              <a:t>Lecture #0</a:t>
            </a:r>
            <a:endParaRPr/>
          </a:p>
        </p:txBody>
      </p:sp>
      <p:sp>
        <p:nvSpPr>
          <p:cNvPr id="139" name="Google Shape;139;p1"/>
          <p:cNvSpPr txBox="1"/>
          <p:nvPr/>
        </p:nvSpPr>
        <p:spPr>
          <a:xfrm>
            <a:off x="1371600" y="4379912"/>
            <a:ext cx="6400800" cy="17526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3200"/>
              <a:buFont typeface="Calibri"/>
              <a:buNone/>
            </a:pPr>
            <a:r>
              <a:rPr b="0" i="0" lang="en-US" sz="3200" u="none">
                <a:solidFill>
                  <a:srgbClr val="898989"/>
                </a:solidFill>
                <a:latin typeface="Calibri"/>
                <a:ea typeface="Calibri"/>
                <a:cs typeface="Calibri"/>
                <a:sym typeface="Calibri"/>
              </a:rPr>
              <a:t>The kick start session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details</a:t>
            </a:r>
            <a:endParaRPr/>
          </a:p>
        </p:txBody>
      </p:sp>
      <p:sp>
        <p:nvSpPr>
          <p:cNvPr id="146" name="Google Shape;146;p2"/>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341312" lvl="0" marL="341312" marR="0" rtl="0" algn="l">
              <a:lnSpc>
                <a:spcPct val="100000"/>
              </a:lnSpc>
              <a:spcBef>
                <a:spcPts val="0"/>
              </a:spcBef>
              <a:spcAft>
                <a:spcPts val="0"/>
              </a:spcAft>
              <a:buClr>
                <a:srgbClr val="C00000"/>
              </a:buClr>
              <a:buSzPts val="4000"/>
              <a:buFont typeface="Arial"/>
              <a:buChar char="•"/>
            </a:pPr>
            <a:r>
              <a:rPr b="0" i="0" lang="en-US" sz="4000" u="none">
                <a:solidFill>
                  <a:srgbClr val="C00000"/>
                </a:solidFill>
                <a:latin typeface="Calibri"/>
                <a:ea typeface="Calibri"/>
                <a:cs typeface="Calibri"/>
                <a:sym typeface="Calibri"/>
              </a:rPr>
              <a:t>LTP – 0 0 2 [Two Practicals/week]</a:t>
            </a:r>
            <a:endParaRPr/>
          </a:p>
          <a:p>
            <a:pPr indent="-341312" lvl="0" marL="341312" marR="0" rtl="0" algn="l">
              <a:lnSpc>
                <a:spcPct val="100000"/>
              </a:lnSpc>
              <a:spcBef>
                <a:spcPts val="1000"/>
              </a:spcBef>
              <a:spcAft>
                <a:spcPts val="0"/>
              </a:spcAft>
              <a:buClr>
                <a:srgbClr val="C00000"/>
              </a:buClr>
              <a:buSzPts val="4000"/>
              <a:buFont typeface="Arial"/>
              <a:buChar char="•"/>
            </a:pPr>
            <a:r>
              <a:rPr b="0" i="0" lang="en-US" sz="4000" u="none">
                <a:solidFill>
                  <a:srgbClr val="C00000"/>
                </a:solidFill>
                <a:latin typeface="Calibri"/>
                <a:ea typeface="Calibri"/>
                <a:cs typeface="Calibri"/>
                <a:sym typeface="Calibri"/>
              </a:rPr>
              <a:t>Credit – 1 </a:t>
            </a:r>
            <a:endParaRPr/>
          </a:p>
          <a:p>
            <a:pPr indent="-341312" lvl="0" marL="341312" marR="0" rtl="0" algn="l">
              <a:lnSpc>
                <a:spcPct val="100000"/>
              </a:lnSpc>
              <a:spcBef>
                <a:spcPts val="1000"/>
              </a:spcBef>
              <a:spcAft>
                <a:spcPts val="0"/>
              </a:spcAft>
              <a:buClr>
                <a:schemeClr val="lt1"/>
              </a:buClr>
              <a:buSzPts val="4000"/>
              <a:buFont typeface="Arial"/>
              <a:buNone/>
            </a:pPr>
            <a:r>
              <a:t/>
            </a:r>
            <a:endParaRPr b="0" i="0" sz="4000" u="none">
              <a:solidFill>
                <a:srgbClr val="C00000"/>
              </a:solidFill>
              <a:latin typeface="Calibri"/>
              <a:ea typeface="Calibri"/>
              <a:cs typeface="Calibri"/>
              <a:sym typeface="Calibri"/>
            </a:endParaRPr>
          </a:p>
          <a:p>
            <a:pPr indent="-341312" lvl="0" marL="341312" marR="0" rtl="0" algn="l">
              <a:lnSpc>
                <a:spcPct val="100000"/>
              </a:lnSpc>
              <a:spcBef>
                <a:spcPts val="800"/>
              </a:spcBef>
              <a:spcAft>
                <a:spcPts val="0"/>
              </a:spcAft>
              <a:buClr>
                <a:schemeClr val="lt1"/>
              </a:buClr>
              <a:buSzPts val="3200"/>
              <a:buFont typeface="Arial"/>
              <a:buNone/>
            </a:pPr>
            <a:r>
              <a:t/>
            </a:r>
            <a:endParaRPr b="1" i="0" sz="32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3200" u="none">
              <a:solidFill>
                <a:srgbClr val="000000"/>
              </a:solidFill>
              <a:latin typeface="Calibri"/>
              <a:ea typeface="Calibri"/>
              <a:cs typeface="Calibri"/>
              <a:sym typeface="Calibri"/>
            </a:endParaRPr>
          </a:p>
        </p:txBody>
      </p:sp>
      <p:cxnSp>
        <p:nvCxnSpPr>
          <p:cNvPr id="147" name="Google Shape;147;p2"/>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148" name="Google Shape;148;p2"/>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Assessment/Evaluation Scheme</a:t>
            </a:r>
            <a:endParaRPr/>
          </a:p>
        </p:txBody>
      </p:sp>
      <p:sp>
        <p:nvSpPr>
          <p:cNvPr id="155" name="Google Shape;155;p3"/>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341312" lvl="0" marL="341312" marR="0" rtl="0" algn="l">
              <a:lnSpc>
                <a:spcPct val="100000"/>
              </a:lnSpc>
              <a:spcBef>
                <a:spcPts val="0"/>
              </a:spcBef>
              <a:spcAft>
                <a:spcPts val="0"/>
              </a:spcAft>
              <a:buClr>
                <a:srgbClr val="C00000"/>
              </a:buClr>
              <a:buSzPts val="4000"/>
              <a:buFont typeface="Arial"/>
              <a:buChar char="•"/>
            </a:pPr>
            <a:r>
              <a:rPr b="0" i="0" lang="en-US" sz="4000" u="none">
                <a:solidFill>
                  <a:srgbClr val="C00000"/>
                </a:solidFill>
                <a:latin typeface="Calibri"/>
                <a:ea typeface="Calibri"/>
                <a:cs typeface="Calibri"/>
                <a:sym typeface="Calibri"/>
              </a:rPr>
              <a:t>Attendance: 5%</a:t>
            </a:r>
            <a:endParaRPr/>
          </a:p>
          <a:p>
            <a:pPr indent="-341312" lvl="0" marL="341312" marR="0" rtl="0" algn="l">
              <a:lnSpc>
                <a:spcPct val="100000"/>
              </a:lnSpc>
              <a:spcBef>
                <a:spcPts val="1000"/>
              </a:spcBef>
              <a:spcAft>
                <a:spcPts val="0"/>
              </a:spcAft>
              <a:buClr>
                <a:srgbClr val="C00000"/>
              </a:buClr>
              <a:buSzPts val="4000"/>
              <a:buFont typeface="Arial"/>
              <a:buChar char="•"/>
            </a:pPr>
            <a:r>
              <a:rPr b="0" i="0" lang="en-US" sz="4000" u="none">
                <a:solidFill>
                  <a:srgbClr val="C00000"/>
                </a:solidFill>
                <a:latin typeface="Calibri"/>
                <a:ea typeface="Calibri"/>
                <a:cs typeface="Calibri"/>
                <a:sym typeface="Calibri"/>
              </a:rPr>
              <a:t>CAP: 45%</a:t>
            </a:r>
            <a:endParaRPr/>
          </a:p>
          <a:p>
            <a:pPr indent="-341312" lvl="0" marL="341312" marR="0" rtl="0" algn="l">
              <a:lnSpc>
                <a:spcPct val="100000"/>
              </a:lnSpc>
              <a:spcBef>
                <a:spcPts val="1000"/>
              </a:spcBef>
              <a:spcAft>
                <a:spcPts val="0"/>
              </a:spcAft>
              <a:buClr>
                <a:srgbClr val="C00000"/>
              </a:buClr>
              <a:buSzPts val="4000"/>
              <a:buFont typeface="Arial"/>
              <a:buChar char="•"/>
            </a:pPr>
            <a:r>
              <a:rPr b="0" i="0" lang="en-US" sz="4000" u="none">
                <a:solidFill>
                  <a:srgbClr val="C00000"/>
                </a:solidFill>
                <a:latin typeface="Calibri"/>
                <a:ea typeface="Calibri"/>
                <a:cs typeface="Calibri"/>
                <a:sym typeface="Calibri"/>
              </a:rPr>
              <a:t>ETP: 50%</a:t>
            </a:r>
            <a:endParaRPr/>
          </a:p>
          <a:p>
            <a:pPr indent="-341312" lvl="0" marL="341312" marR="0" rtl="0" algn="l">
              <a:lnSpc>
                <a:spcPct val="100000"/>
              </a:lnSpc>
              <a:spcBef>
                <a:spcPts val="1000"/>
              </a:spcBef>
              <a:spcAft>
                <a:spcPts val="0"/>
              </a:spcAft>
              <a:buClr>
                <a:schemeClr val="lt1"/>
              </a:buClr>
              <a:buSzPts val="4000"/>
              <a:buFont typeface="Arial"/>
              <a:buNone/>
            </a:pPr>
            <a:r>
              <a:t/>
            </a:r>
            <a:endParaRPr b="0" i="0" sz="4000" u="none">
              <a:solidFill>
                <a:srgbClr val="C00000"/>
              </a:solidFill>
              <a:latin typeface="Calibri"/>
              <a:ea typeface="Calibri"/>
              <a:cs typeface="Calibri"/>
              <a:sym typeface="Calibri"/>
            </a:endParaRPr>
          </a:p>
          <a:p>
            <a:pPr indent="-341312" lvl="0" marL="341312" marR="0" rtl="0" algn="l">
              <a:lnSpc>
                <a:spcPct val="100000"/>
              </a:lnSpc>
              <a:spcBef>
                <a:spcPts val="800"/>
              </a:spcBef>
              <a:spcAft>
                <a:spcPts val="0"/>
              </a:spcAft>
              <a:buClr>
                <a:schemeClr val="lt1"/>
              </a:buClr>
              <a:buSzPts val="3200"/>
              <a:buFont typeface="Arial"/>
              <a:buNone/>
            </a:pPr>
            <a:r>
              <a:t/>
            </a:r>
            <a:endParaRPr b="1" i="0" sz="32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3200" u="none">
              <a:solidFill>
                <a:srgbClr val="000000"/>
              </a:solidFill>
              <a:latin typeface="Calibri"/>
              <a:ea typeface="Calibri"/>
              <a:cs typeface="Calibri"/>
              <a:sym typeface="Calibri"/>
            </a:endParaRPr>
          </a:p>
        </p:txBody>
      </p:sp>
      <p:cxnSp>
        <p:nvCxnSpPr>
          <p:cNvPr id="156" name="Google Shape;156;p3"/>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157" name="Google Shape;157;p3"/>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id="163" name="Google Shape;163;p4"/>
          <p:cNvPicPr preferRelativeResize="0"/>
          <p:nvPr/>
        </p:nvPicPr>
        <p:blipFill rotWithShape="1">
          <a:blip r:embed="rId3">
            <a:alphaModFix/>
          </a:blip>
          <a:srcRect b="0" l="0" r="0" t="12806"/>
          <a:stretch/>
        </p:blipFill>
        <p:spPr>
          <a:xfrm>
            <a:off x="879475" y="2286000"/>
            <a:ext cx="7437437" cy="4264025"/>
          </a:xfrm>
          <a:prstGeom prst="rect">
            <a:avLst/>
          </a:prstGeom>
          <a:noFill/>
          <a:ln>
            <a:noFill/>
          </a:ln>
          <a:effectLst>
            <a:outerShdw blurRad="63500" dir="2700000" dist="153753">
              <a:srgbClr val="000000">
                <a:alpha val="40000"/>
              </a:srgbClr>
            </a:outerShdw>
          </a:effectLst>
        </p:spPr>
      </p:pic>
      <p:sp>
        <p:nvSpPr>
          <p:cNvPr id="164" name="Google Shape;164;p4"/>
          <p:cNvSpPr txBox="1"/>
          <p:nvPr/>
        </p:nvSpPr>
        <p:spPr>
          <a:xfrm>
            <a:off x="0" y="857250"/>
            <a:ext cx="9144000" cy="993775"/>
          </a:xfrm>
          <a:prstGeom prst="rect">
            <a:avLst/>
          </a:prstGeom>
          <a:solidFill>
            <a:srgbClr val="17375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65" name="Google Shape;165;p4"/>
          <p:cNvSpPr txBox="1"/>
          <p:nvPr/>
        </p:nvSpPr>
        <p:spPr>
          <a:xfrm>
            <a:off x="0" y="857250"/>
            <a:ext cx="9144000" cy="993775"/>
          </a:xfrm>
          <a:prstGeom prst="rect">
            <a:avLst/>
          </a:prstGeom>
          <a:noFill/>
          <a:ln>
            <a:noFill/>
          </a:ln>
        </p:spPr>
        <p:txBody>
          <a:bodyPr anchorCtr="0" anchor="ctr" bIns="34200" lIns="68750" spcFirstLastPara="1" rIns="68750" wrap="square" tIns="34200">
            <a:noAutofit/>
          </a:bodyPr>
          <a:lstStyle/>
          <a:p>
            <a:pPr indent="0" lvl="0" marL="0" marR="0" rtl="0" algn="ctr">
              <a:lnSpc>
                <a:spcPct val="90000"/>
              </a:lnSpc>
              <a:spcBef>
                <a:spcPts val="0"/>
              </a:spcBef>
              <a:spcAft>
                <a:spcPts val="0"/>
              </a:spcAft>
              <a:buClr>
                <a:srgbClr val="FFFFFF"/>
              </a:buClr>
              <a:buSzPts val="3600"/>
              <a:buFont typeface="Twentieth Century"/>
              <a:buNone/>
            </a:pPr>
            <a:r>
              <a:rPr b="1" i="0" lang="en-US" sz="3600" u="none">
                <a:solidFill>
                  <a:srgbClr val="FFFFFF"/>
                </a:solidFill>
                <a:latin typeface="Twentieth Century"/>
                <a:ea typeface="Twentieth Century"/>
                <a:cs typeface="Twentieth Century"/>
                <a:sym typeface="Twentieth Century"/>
              </a:rPr>
              <a:t>Revised Bloom’s Taxonomy</a:t>
            </a:r>
            <a:endParaRPr/>
          </a:p>
        </p:txBody>
      </p:sp>
      <p:sp>
        <p:nvSpPr>
          <p:cNvPr id="166" name="Google Shape;166;p4"/>
          <p:cNvSpPr txBox="1"/>
          <p:nvPr/>
        </p:nvSpPr>
        <p:spPr>
          <a:xfrm>
            <a:off x="0" y="1889125"/>
            <a:ext cx="9144000" cy="47625"/>
          </a:xfrm>
          <a:prstGeom prst="rect">
            <a:avLst/>
          </a:prstGeom>
          <a:solidFill>
            <a:srgbClr val="17375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outcomes</a:t>
            </a:r>
            <a:endParaRPr/>
          </a:p>
        </p:txBody>
      </p:sp>
      <p:cxnSp>
        <p:nvCxnSpPr>
          <p:cNvPr id="173" name="Google Shape;173;p5"/>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174" name="Google Shape;174;p5"/>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
        <p:nvSpPr>
          <p:cNvPr id="175" name="Google Shape;175;p5"/>
          <p:cNvSpPr txBox="1"/>
          <p:nvPr/>
        </p:nvSpPr>
        <p:spPr>
          <a:xfrm>
            <a:off x="611187" y="1571625"/>
            <a:ext cx="7961312" cy="4440237"/>
          </a:xfrm>
          <a:prstGeom prst="rect">
            <a:avLst/>
          </a:prstGeom>
          <a:noFill/>
          <a:ln>
            <a:noFill/>
          </a:ln>
        </p:spPr>
        <p:txBody>
          <a:bodyPr anchorCtr="0" anchor="t" bIns="46800" lIns="90000" spcFirstLastPara="1" rIns="90000" wrap="square" tIns="46800">
            <a:spAutoFit/>
          </a:bodyPr>
          <a:lstStyle/>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Through this course students should be able to: </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CO1 :: Understand and Implement shell programming to do basic OS tasks.</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CO2 :: Analyze various system calls in order to utilize them effectively. </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CO3 :: Demonstrate various process management related tasks.</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CO4 :: Develop multithreaded processes using pthread library.</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CO5 :: Apply the various synchronization problems to ensure data consistency using mutex and semaphores.</a:t>
            </a:r>
            <a:endParaRPr/>
          </a:p>
          <a:p>
            <a:pPr indent="0" lvl="0" marL="0" marR="0" rtl="0" algn="just">
              <a:lnSpc>
                <a:spcPct val="200000"/>
              </a:lnSpc>
              <a:spcBef>
                <a:spcPts val="0"/>
              </a:spcBef>
              <a:spcAft>
                <a:spcPts val="0"/>
              </a:spcAft>
              <a:buClr>
                <a:srgbClr val="000000"/>
              </a:buClr>
              <a:buSzPts val="1800"/>
              <a:buFont typeface="Arial"/>
              <a:buNone/>
            </a:pPr>
            <a:r>
              <a:rPr b="0" i="0" lang="en-US" sz="1800" u="none">
                <a:solidFill>
                  <a:srgbClr val="000000"/>
                </a:solidFill>
                <a:latin typeface="Arial"/>
                <a:ea typeface="Arial"/>
                <a:cs typeface="Arial"/>
                <a:sym typeface="Arial"/>
              </a:rPr>
              <a:t>CO6 :: Analyze different inter process communication strategies.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6"/>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Calibri"/>
              <a:buNone/>
            </a:pPr>
            <a:r>
              <a:rPr b="0" i="0" lang="en-US" sz="4400" u="none">
                <a:solidFill>
                  <a:srgbClr val="FF0000"/>
                </a:solidFill>
                <a:latin typeface="Calibri"/>
                <a:ea typeface="Calibri"/>
                <a:cs typeface="Calibri"/>
                <a:sym typeface="Calibri"/>
              </a:rPr>
              <a:t>Program Outcomes</a:t>
            </a:r>
            <a:endParaRPr/>
          </a:p>
        </p:txBody>
      </p:sp>
      <p:sp>
        <p:nvSpPr>
          <p:cNvPr id="182" name="Google Shape;182;p6"/>
          <p:cNvSpPr txBox="1"/>
          <p:nvPr/>
        </p:nvSpPr>
        <p:spPr>
          <a:xfrm>
            <a:off x="609600" y="1219200"/>
            <a:ext cx="7886700" cy="480536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7000"/>
              </a:lnSpc>
              <a:spcBef>
                <a:spcPts val="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PO1 </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Engineering knowledge: Apply the knowledge of mathematics, science, engineering fundamentals, and an engineering specialization to the solution of complex engineering problems.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PO2</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Problem analysis::Identify, formulate, research literature, and analyze complex engineering problems reaching substantiated conclusions using first principles of mathematics, natural sciences, and engineering sciences.</a:t>
            </a:r>
            <a:r>
              <a:rPr b="1" i="0" lang="en-US" sz="1600" u="none">
                <a:solidFill>
                  <a:srgbClr val="000000"/>
                </a:solidFill>
                <a:latin typeface="Arial"/>
                <a:ea typeface="Arial"/>
                <a:cs typeface="Arial"/>
                <a:sym typeface="Arial"/>
              </a:rPr>
              <a:t>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PO3</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Design/development of solutions::Design solutions for complex engineering problems and design system components or processes that meet the specified needs with appropriate consideration for the public health and safety, and the cultural, societal, and environmental considerations.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PO4</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Conduct investigations of complex problems::Use research-based knowledge and research methods including design of experiments, analysis and interpretation of data, and synthesis of the information to provide valid conclusions. </a:t>
            </a:r>
            <a:endParaRPr/>
          </a:p>
          <a:p>
            <a:pPr indent="0" lvl="0" marL="0" marR="0" rtl="0" algn="l">
              <a:lnSpc>
                <a:spcPct val="100000"/>
              </a:lnSpc>
              <a:spcBef>
                <a:spcPts val="800"/>
              </a:spcBef>
              <a:spcAft>
                <a:spcPts val="0"/>
              </a:spcAft>
              <a:buNone/>
            </a:pPr>
            <a:r>
              <a:t/>
            </a:r>
            <a:endParaRPr b="0" i="0" sz="1600" u="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7"/>
          <p:cNvSpPr txBox="1"/>
          <p:nvPr/>
        </p:nvSpPr>
        <p:spPr>
          <a:xfrm>
            <a:off x="628650" y="365125"/>
            <a:ext cx="7886700" cy="7016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Calibri"/>
              <a:buNone/>
            </a:pPr>
            <a:r>
              <a:rPr b="0" i="0" lang="en-US" sz="4400" u="none">
                <a:solidFill>
                  <a:srgbClr val="FF0000"/>
                </a:solidFill>
                <a:latin typeface="Calibri"/>
                <a:ea typeface="Calibri"/>
                <a:cs typeface="Calibri"/>
                <a:sym typeface="Calibri"/>
              </a:rPr>
              <a:t>Program Outcomes</a:t>
            </a:r>
            <a:endParaRPr/>
          </a:p>
        </p:txBody>
      </p:sp>
      <p:sp>
        <p:nvSpPr>
          <p:cNvPr id="189" name="Google Shape;189;p7"/>
          <p:cNvSpPr txBox="1"/>
          <p:nvPr/>
        </p:nvSpPr>
        <p:spPr>
          <a:xfrm>
            <a:off x="628650" y="1066800"/>
            <a:ext cx="8343900" cy="5110162"/>
          </a:xfrm>
          <a:prstGeom prst="rect">
            <a:avLst/>
          </a:prstGeom>
          <a:noFill/>
          <a:ln>
            <a:noFill/>
          </a:ln>
        </p:spPr>
        <p:txBody>
          <a:bodyPr anchorCtr="0" anchor="t" bIns="45700" lIns="91425" spcFirstLastPara="1" rIns="91425" wrap="square" tIns="45700">
            <a:noAutofit/>
          </a:bodyPr>
          <a:lstStyle/>
          <a:p>
            <a:pPr indent="-341312" lvl="0" marL="342900" marR="0" rtl="0" algn="l">
              <a:lnSpc>
                <a:spcPct val="107000"/>
              </a:lnSpc>
              <a:spcBef>
                <a:spcPts val="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PO5</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Modern tool usage::Create, select, and apply appropriate techniques, resources, and modern engineering and IT tools including prediction and modeling to complex engineering activities with an understanding of the limitations.</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 PO6</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The engineer and society::Apply reasoning informed by the contextual knowledge to assess societal, health, safety, legal and cultural issues and the consequent responsibilities relevant to the professional engineering practice.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PO7</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Environment and sustainability::Understand the impact of the professional engineering solutions in societal and environmental contexts, and demonstrate the knowledge of, and need for sustainable development.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PO8</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Ethics::Apply ethical principles and commit to professional ethics and responsibilities and norms of the engineering practice. </a:t>
            </a:r>
            <a:endParaRPr/>
          </a:p>
          <a:p>
            <a:pPr indent="-341312" lvl="0" marL="342900" marR="0" rtl="0" algn="l">
              <a:lnSpc>
                <a:spcPct val="107000"/>
              </a:lnSpc>
              <a:spcBef>
                <a:spcPts val="1200"/>
              </a:spcBef>
              <a:spcAft>
                <a:spcPts val="0"/>
              </a:spcAft>
              <a:buClr>
                <a:srgbClr val="000000"/>
              </a:buClr>
              <a:buSzPts val="1600"/>
              <a:buFont typeface="Arial"/>
              <a:buNone/>
            </a:pPr>
            <a:r>
              <a:rPr b="1" i="0" lang="en-US" sz="1600" u="none">
                <a:solidFill>
                  <a:srgbClr val="000000"/>
                </a:solidFill>
                <a:latin typeface="Arial"/>
                <a:ea typeface="Arial"/>
                <a:cs typeface="Arial"/>
                <a:sym typeface="Arial"/>
              </a:rPr>
              <a:t>PO9</a:t>
            </a:r>
            <a:br>
              <a:rPr b="1" i="0" lang="en-US" sz="1600" u="none">
                <a:solidFill>
                  <a:srgbClr val="000000"/>
                </a:solidFill>
                <a:latin typeface="Arial"/>
                <a:ea typeface="Arial"/>
                <a:cs typeface="Arial"/>
                <a:sym typeface="Arial"/>
              </a:rPr>
            </a:br>
            <a:r>
              <a:rPr b="1" i="0" lang="en-US" sz="1600" u="none">
                <a:solidFill>
                  <a:srgbClr val="000000"/>
                </a:solidFill>
                <a:latin typeface="Arial"/>
                <a:ea typeface="Arial"/>
                <a:cs typeface="Arial"/>
                <a:sym typeface="Arial"/>
              </a:rPr>
              <a:t> </a:t>
            </a:r>
            <a:r>
              <a:rPr b="0" i="0" lang="en-US" sz="1600" u="none">
                <a:solidFill>
                  <a:srgbClr val="000000"/>
                </a:solidFill>
                <a:latin typeface="Arial"/>
                <a:ea typeface="Arial"/>
                <a:cs typeface="Arial"/>
                <a:sym typeface="Arial"/>
              </a:rPr>
              <a:t>Individual and team work::Function effectively as an individual, and as a member or leader in diverse teams, and in multidisciplinary settings. </a:t>
            </a:r>
            <a:endParaRPr/>
          </a:p>
          <a:p>
            <a:pPr indent="-341312" lvl="0" marL="342900" marR="0" rtl="0" algn="l">
              <a:lnSpc>
                <a:spcPct val="107000"/>
              </a:lnSpc>
              <a:spcBef>
                <a:spcPts val="1200"/>
              </a:spcBef>
              <a:spcAft>
                <a:spcPts val="0"/>
              </a:spcAft>
              <a:buClr>
                <a:schemeClr val="lt1"/>
              </a:buClr>
              <a:buSzPts val="1600"/>
              <a:buFont typeface="Arial"/>
              <a:buNone/>
            </a:pPr>
            <a:r>
              <a:t/>
            </a:r>
            <a:endParaRPr b="0" i="0" sz="1600" u="none">
              <a:solidFill>
                <a:srgbClr val="000000"/>
              </a:solidFill>
              <a:latin typeface="Arial"/>
              <a:ea typeface="Arial"/>
              <a:cs typeface="Arial"/>
              <a:sym typeface="Arial"/>
            </a:endParaRPr>
          </a:p>
          <a:p>
            <a:pPr indent="-341312" lvl="0" marL="342900" marR="0" rtl="0" algn="l">
              <a:lnSpc>
                <a:spcPct val="100000"/>
              </a:lnSpc>
              <a:spcBef>
                <a:spcPts val="1200"/>
              </a:spcBef>
              <a:spcAft>
                <a:spcPts val="0"/>
              </a:spcAft>
              <a:buClr>
                <a:schemeClr val="lt1"/>
              </a:buClr>
              <a:buSzPts val="1800"/>
              <a:buFont typeface="Arial"/>
              <a:buNone/>
            </a:pPr>
            <a:r>
              <a:t/>
            </a:r>
            <a:endParaRPr b="1" i="0" sz="1800" u="none">
              <a:solidFill>
                <a:srgbClr val="000000"/>
              </a:solidFill>
              <a:latin typeface="Calibri"/>
              <a:ea typeface="Calibri"/>
              <a:cs typeface="Calibri"/>
              <a:sym typeface="Calibri"/>
            </a:endParaRPr>
          </a:p>
          <a:p>
            <a:pPr indent="-341312" lvl="0" marL="342900" marR="0" rtl="0" algn="l">
              <a:lnSpc>
                <a:spcPct val="100000"/>
              </a:lnSpc>
              <a:spcBef>
                <a:spcPts val="400"/>
              </a:spcBef>
              <a:spcAft>
                <a:spcPts val="0"/>
              </a:spcAft>
              <a:buClr>
                <a:schemeClr val="lt1"/>
              </a:buClr>
              <a:buSzPts val="1800"/>
              <a:buFont typeface="Arial"/>
              <a:buNone/>
            </a:pPr>
            <a:r>
              <a:t/>
            </a:r>
            <a:endParaRPr b="1" i="0" sz="1800" u="none">
              <a:solidFill>
                <a:srgbClr val="000000"/>
              </a:solidFill>
              <a:latin typeface="Calibri"/>
              <a:ea typeface="Calibri"/>
              <a:cs typeface="Calibri"/>
              <a:sym typeface="Calibri"/>
            </a:endParaRPr>
          </a:p>
          <a:p>
            <a:pPr indent="-341312" lvl="0" marL="342900" marR="0" rtl="0" algn="l">
              <a:lnSpc>
                <a:spcPct val="100000"/>
              </a:lnSpc>
              <a:spcBef>
                <a:spcPts val="400"/>
              </a:spcBef>
              <a:spcAft>
                <a:spcPts val="0"/>
              </a:spcAft>
              <a:buClr>
                <a:schemeClr val="lt1"/>
              </a:buClr>
              <a:buSzPts val="1800"/>
              <a:buFont typeface="Arial"/>
              <a:buNone/>
            </a:pPr>
            <a:r>
              <a:t/>
            </a:r>
            <a:endParaRPr b="1" i="0" sz="1800" u="non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1" i="0" sz="1800" u="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8"/>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4400"/>
              <a:buFont typeface="Calibri"/>
              <a:buNone/>
            </a:pPr>
            <a:r>
              <a:rPr b="0" i="0" lang="en-US" sz="4400" u="none">
                <a:solidFill>
                  <a:srgbClr val="FF0000"/>
                </a:solidFill>
                <a:latin typeface="Calibri"/>
                <a:ea typeface="Calibri"/>
                <a:cs typeface="Calibri"/>
                <a:sym typeface="Calibri"/>
              </a:rPr>
              <a:t>Program Outcomes</a:t>
            </a:r>
            <a:endParaRPr/>
          </a:p>
        </p:txBody>
      </p:sp>
      <p:sp>
        <p:nvSpPr>
          <p:cNvPr id="196" name="Google Shape;196;p8"/>
          <p:cNvSpPr txBox="1"/>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1312" lvl="0" marL="341312" marR="0" rtl="0" algn="l">
              <a:lnSpc>
                <a:spcPct val="107000"/>
              </a:lnSpc>
              <a:spcBef>
                <a:spcPts val="0"/>
              </a:spcBef>
              <a:spcAft>
                <a:spcPts val="0"/>
              </a:spcAft>
              <a:buClr>
                <a:srgbClr val="000000"/>
              </a:buClr>
              <a:buSzPts val="1500"/>
              <a:buFont typeface="Arial"/>
              <a:buNone/>
            </a:pPr>
            <a:r>
              <a:rPr b="1" i="0" lang="en-US" sz="1500" u="none">
                <a:solidFill>
                  <a:srgbClr val="000000"/>
                </a:solidFill>
                <a:latin typeface="Arial"/>
                <a:ea typeface="Arial"/>
                <a:cs typeface="Arial"/>
                <a:sym typeface="Arial"/>
              </a:rPr>
              <a:t>PO10</a:t>
            </a:r>
            <a:br>
              <a:rPr b="1" i="0" lang="en-US" sz="1500" u="none">
                <a:solidFill>
                  <a:srgbClr val="000000"/>
                </a:solidFill>
                <a:latin typeface="Arial"/>
                <a:ea typeface="Arial"/>
                <a:cs typeface="Arial"/>
                <a:sym typeface="Arial"/>
              </a:rPr>
            </a:br>
            <a:r>
              <a:rPr b="1" i="0" lang="en-US" sz="1500" u="none">
                <a:solidFill>
                  <a:srgbClr val="000000"/>
                </a:solidFill>
                <a:latin typeface="Arial"/>
                <a:ea typeface="Arial"/>
                <a:cs typeface="Arial"/>
                <a:sym typeface="Arial"/>
              </a:rPr>
              <a:t> </a:t>
            </a:r>
            <a:r>
              <a:rPr b="0" i="0" lang="en-US" sz="1500" u="none">
                <a:solidFill>
                  <a:srgbClr val="000000"/>
                </a:solidFill>
                <a:latin typeface="Arial"/>
                <a:ea typeface="Arial"/>
                <a:cs typeface="Arial"/>
                <a:sym typeface="Arial"/>
              </a:rPr>
              <a:t>Communication::Communicate effectively on complex engineering activities with the engineering community and with society at large, such as, being able to comprehend and write effective reports and design documentation, make effective presentations, and give and receive clear instructions. </a:t>
            </a:r>
            <a:endParaRPr/>
          </a:p>
          <a:p>
            <a:pPr indent="-341312" lvl="0" marL="341312" marR="0" rtl="0" algn="l">
              <a:lnSpc>
                <a:spcPct val="107000"/>
              </a:lnSpc>
              <a:spcBef>
                <a:spcPts val="1100"/>
              </a:spcBef>
              <a:spcAft>
                <a:spcPts val="0"/>
              </a:spcAft>
              <a:buClr>
                <a:srgbClr val="000000"/>
              </a:buClr>
              <a:buSzPts val="1500"/>
              <a:buFont typeface="Arial"/>
              <a:buNone/>
            </a:pPr>
            <a:r>
              <a:rPr b="1" i="0" lang="en-US" sz="1500" u="none">
                <a:solidFill>
                  <a:srgbClr val="000000"/>
                </a:solidFill>
                <a:latin typeface="Arial"/>
                <a:ea typeface="Arial"/>
                <a:cs typeface="Arial"/>
                <a:sym typeface="Arial"/>
              </a:rPr>
              <a:t>PO11</a:t>
            </a:r>
            <a:br>
              <a:rPr b="1" i="0" lang="en-US" sz="1500" u="none">
                <a:solidFill>
                  <a:srgbClr val="000000"/>
                </a:solidFill>
                <a:latin typeface="Arial"/>
                <a:ea typeface="Arial"/>
                <a:cs typeface="Arial"/>
                <a:sym typeface="Arial"/>
              </a:rPr>
            </a:br>
            <a:r>
              <a:rPr b="1" i="0" lang="en-US" sz="1500" u="none">
                <a:solidFill>
                  <a:srgbClr val="000000"/>
                </a:solidFill>
                <a:latin typeface="Arial"/>
                <a:ea typeface="Arial"/>
                <a:cs typeface="Arial"/>
                <a:sym typeface="Arial"/>
              </a:rPr>
              <a:t> </a:t>
            </a:r>
            <a:r>
              <a:rPr b="0" i="0" lang="en-US" sz="1500" u="none">
                <a:solidFill>
                  <a:srgbClr val="000000"/>
                </a:solidFill>
                <a:latin typeface="Arial"/>
                <a:ea typeface="Arial"/>
                <a:cs typeface="Arial"/>
                <a:sym typeface="Arial"/>
              </a:rPr>
              <a:t>Project management and finance::Demonstrate knowledge and understanding of the engineering, management principles and apply the same to one’s own work, as a member or a leader in a team, manage projects efficiently in respective disciplines and multidisciplinary environments after consideration of economic and financial factors.</a:t>
            </a:r>
            <a:r>
              <a:rPr b="1" i="0" lang="en-US" sz="1500" u="none">
                <a:solidFill>
                  <a:srgbClr val="000000"/>
                </a:solidFill>
                <a:latin typeface="Arial"/>
                <a:ea typeface="Arial"/>
                <a:cs typeface="Arial"/>
                <a:sym typeface="Arial"/>
              </a:rPr>
              <a:t> </a:t>
            </a:r>
            <a:endParaRPr/>
          </a:p>
          <a:p>
            <a:pPr indent="-341312" lvl="0" marL="341312" marR="0" rtl="0" algn="l">
              <a:lnSpc>
                <a:spcPct val="107000"/>
              </a:lnSpc>
              <a:spcBef>
                <a:spcPts val="1100"/>
              </a:spcBef>
              <a:spcAft>
                <a:spcPts val="0"/>
              </a:spcAft>
              <a:buClr>
                <a:srgbClr val="000000"/>
              </a:buClr>
              <a:buSzPts val="1500"/>
              <a:buFont typeface="Arial"/>
              <a:buNone/>
            </a:pPr>
            <a:r>
              <a:rPr b="1" i="0" lang="en-US" sz="1500" u="none">
                <a:solidFill>
                  <a:srgbClr val="000000"/>
                </a:solidFill>
                <a:latin typeface="Arial"/>
                <a:ea typeface="Arial"/>
                <a:cs typeface="Arial"/>
                <a:sym typeface="Arial"/>
              </a:rPr>
              <a:t>PO12</a:t>
            </a:r>
            <a:br>
              <a:rPr b="1" i="0" lang="en-US" sz="1500" u="none">
                <a:solidFill>
                  <a:srgbClr val="000000"/>
                </a:solidFill>
                <a:latin typeface="Arial"/>
                <a:ea typeface="Arial"/>
                <a:cs typeface="Arial"/>
                <a:sym typeface="Arial"/>
              </a:rPr>
            </a:br>
            <a:r>
              <a:rPr b="1" i="0" lang="en-US" sz="1500" u="none">
                <a:solidFill>
                  <a:srgbClr val="000000"/>
                </a:solidFill>
                <a:latin typeface="Arial"/>
                <a:ea typeface="Arial"/>
                <a:cs typeface="Arial"/>
                <a:sym typeface="Arial"/>
              </a:rPr>
              <a:t> </a:t>
            </a:r>
            <a:r>
              <a:rPr b="0" i="0" lang="en-US" sz="1500" u="none">
                <a:solidFill>
                  <a:srgbClr val="000000"/>
                </a:solidFill>
                <a:latin typeface="Arial"/>
                <a:ea typeface="Arial"/>
                <a:cs typeface="Arial"/>
                <a:sym typeface="Arial"/>
              </a:rPr>
              <a:t>Life-long learning::Recognize the need for, and have the preparation and ability to engage in independent and life-long learning in the broadest context of technological change.</a:t>
            </a:r>
            <a:endParaRPr/>
          </a:p>
          <a:p>
            <a:pPr indent="-341312" lvl="0" marL="341312" marR="0" rtl="0" algn="l">
              <a:lnSpc>
                <a:spcPct val="107000"/>
              </a:lnSpc>
              <a:spcBef>
                <a:spcPts val="1100"/>
              </a:spcBef>
              <a:spcAft>
                <a:spcPts val="0"/>
              </a:spcAft>
              <a:buClr>
                <a:srgbClr val="000000"/>
              </a:buClr>
              <a:buSzPts val="1500"/>
              <a:buFont typeface="Arial"/>
              <a:buNone/>
            </a:pPr>
            <a:r>
              <a:rPr b="1" i="0" lang="en-US" sz="1500" u="none">
                <a:solidFill>
                  <a:srgbClr val="000000"/>
                </a:solidFill>
                <a:latin typeface="Arial"/>
                <a:ea typeface="Arial"/>
                <a:cs typeface="Arial"/>
                <a:sym typeface="Arial"/>
              </a:rPr>
              <a:t> PO13</a:t>
            </a:r>
            <a:br>
              <a:rPr b="1" i="0" lang="en-US" sz="1500" u="none">
                <a:solidFill>
                  <a:srgbClr val="000000"/>
                </a:solidFill>
                <a:latin typeface="Arial"/>
                <a:ea typeface="Arial"/>
                <a:cs typeface="Arial"/>
                <a:sym typeface="Arial"/>
              </a:rPr>
            </a:br>
            <a:r>
              <a:rPr b="1" i="0" lang="en-US" sz="1500" u="none">
                <a:solidFill>
                  <a:srgbClr val="000000"/>
                </a:solidFill>
                <a:latin typeface="Arial"/>
                <a:ea typeface="Arial"/>
                <a:cs typeface="Arial"/>
                <a:sym typeface="Arial"/>
              </a:rPr>
              <a:t> </a:t>
            </a:r>
            <a:r>
              <a:rPr b="0" i="0" lang="en-US" sz="1500" u="none">
                <a:solidFill>
                  <a:srgbClr val="000000"/>
                </a:solidFill>
                <a:latin typeface="Arial"/>
                <a:ea typeface="Arial"/>
                <a:cs typeface="Arial"/>
                <a:sym typeface="Arial"/>
              </a:rPr>
              <a:t>Competitive Skills::Ability to compete in national and international technical events and building the competitive spirit alongwith having a good digital footprint. </a:t>
            </a:r>
            <a:endParaRPr/>
          </a:p>
          <a:p>
            <a:pPr indent="0" lvl="0" marL="0" marR="0" rtl="0" algn="l">
              <a:lnSpc>
                <a:spcPct val="100000"/>
              </a:lnSpc>
              <a:spcBef>
                <a:spcPts val="800"/>
              </a:spcBef>
              <a:spcAft>
                <a:spcPts val="0"/>
              </a:spcAft>
              <a:buNone/>
            </a:pPr>
            <a:r>
              <a:t/>
            </a:r>
            <a:endParaRPr b="0" i="0" sz="1500" u="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9"/>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contents</a:t>
            </a:r>
            <a:endParaRPr/>
          </a:p>
        </p:txBody>
      </p:sp>
      <p:sp>
        <p:nvSpPr>
          <p:cNvPr id="203" name="Google Shape;203;p9"/>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265112" lvl="0" marL="339725" marR="0" rtl="0" algn="l">
              <a:lnSpc>
                <a:spcPct val="2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Introduction to Linux</a:t>
            </a:r>
            <a:endParaRPr/>
          </a:p>
          <a:p>
            <a:pPr indent="-265112" lvl="0" marL="339725" marR="0" rtl="0" algn="l">
              <a:lnSpc>
                <a:spcPct val="200000"/>
              </a:lnSpc>
              <a:spcBef>
                <a:spcPts val="2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Basic Linux Commands: Is, cat, man, cd, touch, cp, mv, rmdir, mkdir, rm, chmod, pwd</a:t>
            </a:r>
            <a:endParaRPr/>
          </a:p>
          <a:p>
            <a:pPr indent="-265112" lvl="0" marL="339725"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System Calls: Read, Write, Open</a:t>
            </a:r>
            <a:endParaRPr/>
          </a:p>
          <a:p>
            <a:pPr indent="-265112" lvl="0" marL="339725"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lseek</a:t>
            </a:r>
            <a:endParaRPr/>
          </a:p>
        </p:txBody>
      </p:sp>
      <p:cxnSp>
        <p:nvCxnSpPr>
          <p:cNvPr id="204" name="Google Shape;204;p9"/>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05" name="Google Shape;205;p9"/>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contents</a:t>
            </a:r>
            <a:endParaRPr/>
          </a:p>
        </p:txBody>
      </p:sp>
      <p:sp>
        <p:nvSpPr>
          <p:cNvPr id="212" name="Google Shape;212;p10"/>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339725" lvl="0" marL="339725" marR="0" rtl="0" algn="l">
              <a:lnSpc>
                <a:spcPct val="2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Shell programming</a:t>
            </a:r>
            <a:endParaRPr b="0" i="0" sz="1800" u="none">
              <a:solidFill>
                <a:srgbClr val="000000"/>
              </a:solidFill>
              <a:latin typeface="Arial"/>
              <a:ea typeface="Arial"/>
              <a:cs typeface="Arial"/>
              <a:sym typeface="Arial"/>
            </a:endParaRPr>
          </a:p>
          <a:p>
            <a:pPr indent="-339725" lvl="0" marL="339725"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Variables</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Standard input/output redirection</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Shell arithmetic</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Flow control and decision making</a:t>
            </a:r>
            <a:endParaRPr/>
          </a:p>
        </p:txBody>
      </p:sp>
      <p:cxnSp>
        <p:nvCxnSpPr>
          <p:cNvPr id="213" name="Google Shape;213;p10"/>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14" name="Google Shape;214;p10"/>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1"/>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contents</a:t>
            </a:r>
            <a:endParaRPr/>
          </a:p>
        </p:txBody>
      </p:sp>
      <p:sp>
        <p:nvSpPr>
          <p:cNvPr id="221" name="Google Shape;221;p11"/>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0" lvl="0" marL="76200" marR="0" rtl="0" algn="l">
              <a:lnSpc>
                <a:spcPct val="2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Process creation and threading</a:t>
            </a:r>
            <a:endParaRPr/>
          </a:p>
          <a:p>
            <a:pPr indent="-6350" lvl="0" marL="76200" marR="0" rtl="0" algn="l">
              <a:lnSpc>
                <a:spcPct val="200000"/>
              </a:lnSpc>
              <a:spcBef>
                <a:spcPts val="3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     Creating processes</a:t>
            </a:r>
            <a:endParaRPr/>
          </a:p>
          <a:p>
            <a:pPr indent="-6350" lvl="0" marL="76200"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     Process duplication using fork()</a:t>
            </a:r>
            <a:endParaRPr/>
          </a:p>
          <a:p>
            <a:pPr indent="-6350" lvl="0" marL="76200"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     Creating threads using pthread</a:t>
            </a:r>
            <a:endParaRPr/>
          </a:p>
          <a:p>
            <a:pPr indent="-6350" lvl="0" marL="76200"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     Environment variables</a:t>
            </a:r>
            <a:endParaRPr/>
          </a:p>
          <a:p>
            <a:pPr indent="-6350" lvl="0" marL="76200" marR="0" rtl="0" algn="l">
              <a:lnSpc>
                <a:spcPct val="200000"/>
              </a:lnSpc>
              <a:spcBef>
                <a:spcPts val="6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     Replacing process image using execlp</a:t>
            </a:r>
            <a:endParaRPr/>
          </a:p>
        </p:txBody>
      </p:sp>
      <p:cxnSp>
        <p:nvCxnSpPr>
          <p:cNvPr id="222" name="Google Shape;222;p11"/>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23" name="Google Shape;223;p11"/>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2"/>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contents</a:t>
            </a:r>
            <a:endParaRPr/>
          </a:p>
        </p:txBody>
      </p:sp>
      <p:sp>
        <p:nvSpPr>
          <p:cNvPr id="230" name="Google Shape;230;p12"/>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341312" lvl="0" marL="341312" marR="0" rtl="0" algn="l">
              <a:lnSpc>
                <a:spcPct val="2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Synchronization</a:t>
            </a:r>
            <a:endParaRPr b="0" i="0" sz="1800" u="none">
              <a:solidFill>
                <a:srgbClr val="000000"/>
              </a:solidFill>
              <a:latin typeface="Arial"/>
              <a:ea typeface="Arial"/>
              <a:cs typeface="Arial"/>
              <a:sym typeface="Arial"/>
            </a:endParaRPr>
          </a:p>
          <a:p>
            <a:pPr indent="-341312" lvl="0" marL="341312" marR="0" rtl="0" algn="l">
              <a:lnSpc>
                <a:spcPct val="200000"/>
              </a:lnSpc>
              <a:spcBef>
                <a:spcPts val="2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Synchronization with Mutexes</a:t>
            </a:r>
            <a:endParaRPr/>
          </a:p>
          <a:p>
            <a:pPr indent="-341312" lvl="0" marL="341312" marR="0" rtl="0" algn="l">
              <a:lnSpc>
                <a:spcPct val="200000"/>
              </a:lnSpc>
              <a:spcBef>
                <a:spcPts val="2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Synchronization with semaphores</a:t>
            </a:r>
            <a:endParaRPr/>
          </a:p>
          <a:p>
            <a:pPr indent="-341312" lvl="0" marL="341312"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Race Condition</a:t>
            </a:r>
            <a:endParaRPr/>
          </a:p>
        </p:txBody>
      </p:sp>
      <p:cxnSp>
        <p:nvCxnSpPr>
          <p:cNvPr id="231" name="Google Shape;231;p12"/>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32" name="Google Shape;232;p12"/>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Course contents</a:t>
            </a:r>
            <a:endParaRPr/>
          </a:p>
        </p:txBody>
      </p:sp>
      <p:sp>
        <p:nvSpPr>
          <p:cNvPr id="239" name="Google Shape;239;p13"/>
          <p:cNvSpPr txBox="1"/>
          <p:nvPr/>
        </p:nvSpPr>
        <p:spPr>
          <a:xfrm>
            <a:off x="457200" y="1455737"/>
            <a:ext cx="8229600" cy="5068887"/>
          </a:xfrm>
          <a:prstGeom prst="rect">
            <a:avLst/>
          </a:prstGeom>
          <a:noFill/>
          <a:ln>
            <a:noFill/>
          </a:ln>
        </p:spPr>
        <p:txBody>
          <a:bodyPr anchorCtr="0" anchor="t" bIns="45700" lIns="91425" spcFirstLastPara="1" rIns="91425" wrap="square" tIns="45700">
            <a:noAutofit/>
          </a:bodyPr>
          <a:lstStyle/>
          <a:p>
            <a:pPr indent="-339725" lvl="0" marL="339725" marR="0" rtl="0" algn="l">
              <a:lnSpc>
                <a:spcPct val="200000"/>
              </a:lnSpc>
              <a:spcBef>
                <a:spcPts val="0"/>
              </a:spcBef>
              <a:spcAft>
                <a:spcPts val="0"/>
              </a:spcAft>
              <a:buClr>
                <a:srgbClr val="000000"/>
              </a:buClr>
              <a:buSzPts val="1800"/>
              <a:buFont typeface="Arial"/>
              <a:buNone/>
            </a:pPr>
            <a:r>
              <a:rPr b="1" i="0" lang="en-US" sz="1800" u="none">
                <a:solidFill>
                  <a:srgbClr val="000000"/>
                </a:solidFill>
                <a:latin typeface="Arial"/>
                <a:ea typeface="Arial"/>
                <a:cs typeface="Arial"/>
                <a:sym typeface="Arial"/>
              </a:rPr>
              <a:t>Inter-process communication</a:t>
            </a:r>
            <a:endParaRPr b="0" i="0" sz="1800" u="none">
              <a:solidFill>
                <a:srgbClr val="000000"/>
              </a:solidFill>
              <a:latin typeface="Arial"/>
              <a:ea typeface="Arial"/>
              <a:cs typeface="Arial"/>
              <a:sym typeface="Arial"/>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Pipes, popen and pclose functions </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Stream pipes, passing file descriptors</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Shared memory</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Message passing</a:t>
            </a:r>
            <a:endParaRPr/>
          </a:p>
          <a:p>
            <a:pPr indent="-339725" lvl="0" marL="339725" marR="0" rtl="0" algn="l">
              <a:lnSpc>
                <a:spcPct val="200000"/>
              </a:lnSpc>
              <a:spcBef>
                <a:spcPts val="800"/>
              </a:spcBef>
              <a:spcAft>
                <a:spcPts val="0"/>
              </a:spcAft>
              <a:buClr>
                <a:srgbClr val="000000"/>
              </a:buClr>
              <a:buSzPts val="100"/>
              <a:buFont typeface="Noto Sans Symbols"/>
              <a:buChar char="❖"/>
            </a:pPr>
            <a:r>
              <a:rPr b="0" i="0" lang="en-US" sz="1800" u="none">
                <a:solidFill>
                  <a:srgbClr val="000000"/>
                </a:solidFill>
                <a:latin typeface="Arial"/>
                <a:ea typeface="Arial"/>
                <a:cs typeface="Arial"/>
                <a:sym typeface="Arial"/>
              </a:rPr>
              <a:t>Remote Procedure calls</a:t>
            </a:r>
            <a:endParaRPr/>
          </a:p>
        </p:txBody>
      </p:sp>
      <p:cxnSp>
        <p:nvCxnSpPr>
          <p:cNvPr id="240" name="Google Shape;240;p13"/>
          <p:cNvCxnSpPr/>
          <p:nvPr/>
        </p:nvCxnSpPr>
        <p:spPr>
          <a:xfrm>
            <a:off x="611187" y="1268412"/>
            <a:ext cx="7056437" cy="1587"/>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41" name="Google Shape;241;p13"/>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nvSpPr>
        <p:spPr>
          <a:xfrm>
            <a:off x="457200" y="981075"/>
            <a:ext cx="8686800" cy="6778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00000"/>
              </a:buClr>
              <a:buSzPts val="3200"/>
              <a:buFont typeface="Calibri"/>
              <a:buNone/>
            </a:pPr>
            <a:r>
              <a:rPr b="0" i="0" lang="en-US" sz="3200" u="none">
                <a:solidFill>
                  <a:srgbClr val="C00000"/>
                </a:solidFill>
                <a:latin typeface="Calibri"/>
                <a:ea typeface="Calibri"/>
                <a:cs typeface="Calibri"/>
                <a:sym typeface="Calibri"/>
              </a:rPr>
              <a:t> </a:t>
            </a:r>
            <a:r>
              <a:rPr b="0" i="0" lang="en-US" sz="3800" u="none">
                <a:solidFill>
                  <a:srgbClr val="C00000"/>
                </a:solidFill>
                <a:latin typeface="Calibri"/>
                <a:ea typeface="Calibri"/>
                <a:cs typeface="Calibri"/>
                <a:sym typeface="Calibri"/>
              </a:rPr>
              <a:t>EDU-REV Initiative</a:t>
            </a:r>
            <a:endParaRPr/>
          </a:p>
        </p:txBody>
      </p:sp>
      <p:sp>
        <p:nvSpPr>
          <p:cNvPr id="247" name="Google Shape;247;p14"/>
          <p:cNvSpPr txBox="1"/>
          <p:nvPr/>
        </p:nvSpPr>
        <p:spPr>
          <a:xfrm>
            <a:off x="611187" y="3095625"/>
            <a:ext cx="7777162" cy="66357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COURSE TITLE :Hands-on Introduction to Linux Commands and Shell Scripting</a:t>
            </a:r>
            <a:endParaRPr/>
          </a:p>
        </p:txBody>
      </p:sp>
      <p:sp>
        <p:nvSpPr>
          <p:cNvPr id="248" name="Google Shape;248;p14"/>
          <p:cNvSpPr txBox="1"/>
          <p:nvPr/>
        </p:nvSpPr>
        <p:spPr>
          <a:xfrm>
            <a:off x="611187" y="3095625"/>
            <a:ext cx="8208962" cy="2259012"/>
          </a:xfrm>
          <a:prstGeom prst="rect">
            <a:avLst/>
          </a:prstGeom>
          <a:noFill/>
          <a:ln>
            <a:noFill/>
          </a:ln>
        </p:spPr>
        <p:txBody>
          <a:bodyPr anchorCtr="0" anchor="t" bIns="45700" lIns="91425" spcFirstLastPara="1" rIns="91425" wrap="square" tIns="45700">
            <a:spAutoFit/>
          </a:bodyPr>
          <a:lstStyle/>
          <a:p>
            <a:pPr indent="-171450" lvl="0" marL="285750" marR="0" rtl="0" algn="l">
              <a:lnSpc>
                <a:spcPct val="107000"/>
              </a:lnSpc>
              <a:spcBef>
                <a:spcPts val="0"/>
              </a:spcBef>
              <a:spcAft>
                <a:spcPts val="0"/>
              </a:spcAft>
              <a:buClr>
                <a:schemeClr val="lt1"/>
              </a:buClr>
              <a:buSzPts val="1800"/>
              <a:buFont typeface="Arial"/>
              <a:buNone/>
            </a:pPr>
            <a:r>
              <a:t/>
            </a:r>
            <a:endParaRPr b="1" i="0" sz="1800" u="none">
              <a:solidFill>
                <a:srgbClr val="CCCCFF"/>
              </a:solidFill>
              <a:latin typeface="Times New Roman"/>
              <a:ea typeface="Times New Roman"/>
              <a:cs typeface="Times New Roman"/>
              <a:sym typeface="Times New Roman"/>
            </a:endParaRPr>
          </a:p>
          <a:p>
            <a:pPr indent="-171450" lvl="0" marL="285750" marR="0" rtl="0" algn="l">
              <a:lnSpc>
                <a:spcPct val="107000"/>
              </a:lnSpc>
              <a:spcBef>
                <a:spcPts val="800"/>
              </a:spcBef>
              <a:spcAft>
                <a:spcPts val="0"/>
              </a:spcAft>
              <a:buClr>
                <a:schemeClr val="lt1"/>
              </a:buClr>
              <a:buSzPts val="1800"/>
              <a:buFont typeface="Arial"/>
              <a:buNone/>
            </a:pPr>
            <a:r>
              <a:t/>
            </a:r>
            <a:endParaRPr b="1" i="0" sz="1800" u="none">
              <a:solidFill>
                <a:srgbClr val="CCCCFF"/>
              </a:solidFill>
              <a:latin typeface="Times New Roman"/>
              <a:ea typeface="Times New Roman"/>
              <a:cs typeface="Times New Roman"/>
              <a:sym typeface="Times New Roman"/>
            </a:endParaRPr>
          </a:p>
          <a:p>
            <a:pPr indent="-285750" lvl="0" marL="285750" marR="0" rtl="0" algn="l">
              <a:lnSpc>
                <a:spcPct val="107000"/>
              </a:lnSpc>
              <a:spcBef>
                <a:spcPts val="800"/>
              </a:spcBef>
              <a:spcAft>
                <a:spcPts val="0"/>
              </a:spcAft>
              <a:buClr>
                <a:schemeClr val="dk1"/>
              </a:buClr>
              <a:buSzPts val="1800"/>
              <a:buFont typeface="Arial"/>
              <a:buNone/>
            </a:pPr>
            <a:r>
              <a:rPr b="1" i="0" lang="en-US" sz="1800" u="sng">
                <a:solidFill>
                  <a:schemeClr val="dk1"/>
                </a:solidFill>
                <a:latin typeface="Arial"/>
                <a:ea typeface="Arial"/>
                <a:cs typeface="Arial"/>
                <a:sym typeface="Arial"/>
                <a:hlinkClick r:id="rId3">
                  <a:extLst>
                    <a:ext uri="{A12FA001-AC4F-418D-AE19-62706E023703}">
                      <ahyp:hlinkClr val="tx"/>
                    </a:ext>
                  </a:extLst>
                </a:hlinkClick>
              </a:rPr>
              <a:t>COURSE LINK:Hands-on Introduction to Linux Commands and Shell Scripting | Coursera</a:t>
            </a:r>
            <a:endParaRPr b="1" i="0" sz="1800" u="sng">
              <a:solidFill>
                <a:schemeClr val="dk1"/>
              </a:solidFill>
              <a:latin typeface="Times New Roman"/>
              <a:ea typeface="Times New Roman"/>
              <a:cs typeface="Times New Roman"/>
              <a:sym typeface="Times New Roman"/>
            </a:endParaRPr>
          </a:p>
          <a:p>
            <a:pPr indent="-285750" lvl="0" marL="285750" marR="0" rtl="0" algn="l">
              <a:lnSpc>
                <a:spcPct val="107000"/>
              </a:lnSpc>
              <a:spcBef>
                <a:spcPts val="800"/>
              </a:spcBef>
              <a:spcAft>
                <a:spcPts val="0"/>
              </a:spcAft>
              <a:buClr>
                <a:schemeClr val="dk1"/>
              </a:buClr>
              <a:buSzPts val="1800"/>
              <a:buFont typeface="Times New Roman"/>
              <a:buNone/>
            </a:pPr>
            <a:r>
              <a:rPr b="1" i="0" lang="en-US" sz="1800" u="sng">
                <a:solidFill>
                  <a:schemeClr val="dk1"/>
                </a:solidFill>
                <a:latin typeface="Times New Roman"/>
                <a:ea typeface="Times New Roman"/>
                <a:cs typeface="Times New Roman"/>
                <a:sym typeface="Times New Roman"/>
              </a:rPr>
              <a:t>BENEFIT: </a:t>
            </a:r>
            <a:r>
              <a:rPr b="1" i="0" lang="en-US" sz="1800" u="none">
                <a:solidFill>
                  <a:schemeClr val="dk1"/>
                </a:solidFill>
                <a:latin typeface="Times New Roman"/>
                <a:ea typeface="Times New Roman"/>
                <a:cs typeface="Times New Roman"/>
                <a:sym typeface="Times New Roman"/>
              </a:rPr>
              <a:t>One CA exemption for this MOOC course from Coursera</a:t>
            </a:r>
            <a:endParaRPr/>
          </a:p>
          <a:p>
            <a:pPr indent="-285750" lvl="0" marL="285750" marR="0" rtl="0" algn="ctr">
              <a:lnSpc>
                <a:spcPct val="107000"/>
              </a:lnSpc>
              <a:spcBef>
                <a:spcPts val="800"/>
              </a:spcBef>
              <a:spcAft>
                <a:spcPts val="0"/>
              </a:spcAft>
              <a:buClr>
                <a:schemeClr val="lt1"/>
              </a:buClr>
              <a:buSzPts val="1800"/>
              <a:buFont typeface="Arial"/>
              <a:buNone/>
            </a:pPr>
            <a:r>
              <a:rPr b="0" i="0" lang="en-US" sz="1800" u="none">
                <a:solidFill>
                  <a:schemeClr val="lt1"/>
                </a:solidFill>
                <a:latin typeface="Arial"/>
                <a:ea typeface="Arial"/>
                <a:cs typeface="Arial"/>
                <a:sym typeface="Arial"/>
              </a:rPr>
              <a:t>One CA exemption for this MOOC course from Coursera</a:t>
            </a:r>
            <a:endParaRPr/>
          </a:p>
        </p:txBody>
      </p:sp>
      <p:cxnSp>
        <p:nvCxnSpPr>
          <p:cNvPr id="249" name="Google Shape;249;p14"/>
          <p:cNvCxnSpPr/>
          <p:nvPr/>
        </p:nvCxnSpPr>
        <p:spPr>
          <a:xfrm>
            <a:off x="611187" y="1565275"/>
            <a:ext cx="7705725" cy="0"/>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5"/>
          <p:cNvSpPr txBox="1"/>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C00000"/>
              </a:buClr>
              <a:buSzPts val="4800"/>
              <a:buFont typeface="Calibri"/>
              <a:buNone/>
            </a:pPr>
            <a:r>
              <a:rPr b="0" i="0" lang="en-US" sz="4800" u="none">
                <a:solidFill>
                  <a:srgbClr val="C00000"/>
                </a:solidFill>
                <a:latin typeface="Calibri"/>
                <a:ea typeface="Calibri"/>
                <a:cs typeface="Calibri"/>
                <a:sym typeface="Calibri"/>
              </a:rPr>
              <a:t>Text &amp; Reference Books</a:t>
            </a:r>
            <a:endParaRPr/>
          </a:p>
        </p:txBody>
      </p:sp>
      <p:sp>
        <p:nvSpPr>
          <p:cNvPr id="256" name="Google Shape;256;p15"/>
          <p:cNvSpPr txBox="1"/>
          <p:nvPr/>
        </p:nvSpPr>
        <p:spPr>
          <a:xfrm>
            <a:off x="323850" y="1455737"/>
            <a:ext cx="8640762" cy="5068887"/>
          </a:xfrm>
          <a:prstGeom prst="rect">
            <a:avLst/>
          </a:prstGeom>
          <a:noFill/>
          <a:ln>
            <a:noFill/>
          </a:ln>
        </p:spPr>
        <p:txBody>
          <a:bodyPr anchorCtr="0" anchor="t" bIns="45700" lIns="91425" spcFirstLastPara="1" rIns="91425" wrap="square" tIns="45700">
            <a:noAutofit/>
          </a:bodyPr>
          <a:lstStyle/>
          <a:p>
            <a:pPr indent="-341312" lvl="0" marL="341312" marR="0" rtl="0" algn="l">
              <a:lnSpc>
                <a:spcPct val="100000"/>
              </a:lnSpc>
              <a:spcBef>
                <a:spcPts val="0"/>
              </a:spcBef>
              <a:spcAft>
                <a:spcPts val="0"/>
              </a:spcAft>
              <a:buClr>
                <a:srgbClr val="000000"/>
              </a:buClr>
              <a:buSzPts val="2800"/>
              <a:buFont typeface="Calibri"/>
              <a:buNone/>
            </a:pPr>
            <a:r>
              <a:rPr b="1" i="0" lang="en-US" sz="2800" u="none">
                <a:solidFill>
                  <a:srgbClr val="000000"/>
                </a:solidFill>
                <a:latin typeface="Calibri"/>
                <a:ea typeface="Calibri"/>
                <a:cs typeface="Calibri"/>
                <a:sym typeface="Calibri"/>
              </a:rPr>
              <a:t>Text Books:</a:t>
            </a:r>
            <a:endParaRPr/>
          </a:p>
          <a:p>
            <a:pPr indent="-341312" lvl="0" marL="341312" marR="0" rtl="0" algn="l">
              <a:lnSpc>
                <a:spcPct val="200000"/>
              </a:lnSpc>
              <a:spcBef>
                <a:spcPts val="800"/>
              </a:spcBef>
              <a:spcAft>
                <a:spcPts val="0"/>
              </a:spcAft>
              <a:buClr>
                <a:srgbClr val="000000"/>
              </a:buClr>
              <a:buSzPts val="1800"/>
              <a:buFont typeface="Times New Roman"/>
              <a:buAutoNum type="arabicPeriod"/>
            </a:pPr>
            <a:r>
              <a:rPr b="0" i="0" lang="en-US" sz="1800" u="none">
                <a:solidFill>
                  <a:srgbClr val="000000"/>
                </a:solidFill>
                <a:latin typeface="Arial"/>
                <a:ea typeface="Arial"/>
                <a:cs typeface="Arial"/>
                <a:sym typeface="Arial"/>
              </a:rPr>
              <a:t>BEGINING LINUX PROGRAMMING by NEIL MATHEW &amp; RICHARD STONES, WILEY</a:t>
            </a:r>
            <a:endParaRPr/>
          </a:p>
          <a:p>
            <a:pPr indent="-227011" lvl="0" marL="341312" marR="0" rtl="0" algn="l">
              <a:lnSpc>
                <a:spcPct val="100000"/>
              </a:lnSpc>
              <a:spcBef>
                <a:spcPts val="800"/>
              </a:spcBef>
              <a:spcAft>
                <a:spcPts val="0"/>
              </a:spcAft>
              <a:buClr>
                <a:srgbClr val="000000"/>
              </a:buClr>
              <a:buSzPts val="1800"/>
              <a:buFont typeface="Times New Roman"/>
              <a:buNone/>
            </a:pPr>
            <a:r>
              <a:t/>
            </a:r>
            <a:endParaRPr b="0" i="0" sz="1800" u="none">
              <a:solidFill>
                <a:srgbClr val="000000"/>
              </a:solidFill>
              <a:latin typeface="Arial"/>
              <a:ea typeface="Arial"/>
              <a:cs typeface="Arial"/>
              <a:sym typeface="Arial"/>
            </a:endParaRPr>
          </a:p>
          <a:p>
            <a:pPr indent="-341312" lvl="0" marL="341312" marR="0" rtl="0" algn="l">
              <a:lnSpc>
                <a:spcPct val="100000"/>
              </a:lnSpc>
              <a:spcBef>
                <a:spcPts val="700"/>
              </a:spcBef>
              <a:spcAft>
                <a:spcPts val="0"/>
              </a:spcAft>
              <a:buClr>
                <a:srgbClr val="000000"/>
              </a:buClr>
              <a:buSzPts val="2800"/>
              <a:buFont typeface="Calibri"/>
              <a:buNone/>
            </a:pPr>
            <a:r>
              <a:rPr b="1" i="0" lang="en-US" sz="2800" u="none">
                <a:solidFill>
                  <a:srgbClr val="000000"/>
                </a:solidFill>
                <a:latin typeface="Calibri"/>
                <a:ea typeface="Calibri"/>
                <a:cs typeface="Calibri"/>
                <a:sym typeface="Calibri"/>
              </a:rPr>
              <a:t>References:</a:t>
            </a:r>
            <a:endParaRPr/>
          </a:p>
          <a:p>
            <a:pPr indent="-341312" lvl="0" marL="341312" marR="0" rtl="0" algn="l">
              <a:lnSpc>
                <a:spcPct val="150000"/>
              </a:lnSpc>
              <a:spcBef>
                <a:spcPts val="700"/>
              </a:spcBef>
              <a:spcAft>
                <a:spcPts val="0"/>
              </a:spcAft>
              <a:buClr>
                <a:srgbClr val="000000"/>
              </a:buClr>
              <a:buSzPts val="1800"/>
              <a:buFont typeface="Calibri"/>
              <a:buAutoNum type="arabicPeriod"/>
            </a:pPr>
            <a:r>
              <a:rPr b="0" i="0" lang="en-US" sz="1800" u="none">
                <a:solidFill>
                  <a:srgbClr val="000000"/>
                </a:solidFill>
                <a:latin typeface="Arial"/>
                <a:ea typeface="Arial"/>
                <a:cs typeface="Arial"/>
                <a:sym typeface="Arial"/>
              </a:rPr>
              <a:t>OPERATING SYSTEM CONCEPTS By ABRAHAM SILBERSCHATZ, GALVIN, WILEY</a:t>
            </a:r>
            <a:endParaRPr/>
          </a:p>
          <a:p>
            <a:pPr indent="-341312" lvl="0" marL="341312" marR="0" rtl="0" algn="l">
              <a:lnSpc>
                <a:spcPct val="150000"/>
              </a:lnSpc>
              <a:spcBef>
                <a:spcPts val="800"/>
              </a:spcBef>
              <a:spcAft>
                <a:spcPts val="0"/>
              </a:spcAft>
              <a:buClr>
                <a:srgbClr val="000000"/>
              </a:buClr>
              <a:buSzPts val="1800"/>
              <a:buFont typeface="Calibri"/>
              <a:buAutoNum type="arabicPeriod"/>
            </a:pPr>
            <a:r>
              <a:rPr b="0" i="0" lang="en-US" sz="1800" u="none">
                <a:solidFill>
                  <a:srgbClr val="000000"/>
                </a:solidFill>
                <a:latin typeface="Arial"/>
                <a:ea typeface="Arial"/>
                <a:cs typeface="Arial"/>
                <a:sym typeface="Arial"/>
              </a:rPr>
              <a:t>UNIX CONCEPTS AND APPLICATIONS By SUMITABHA DAS, Tata Mcgraw Hill, India</a:t>
            </a:r>
            <a:endParaRPr/>
          </a:p>
        </p:txBody>
      </p:sp>
      <p:cxnSp>
        <p:nvCxnSpPr>
          <p:cNvPr id="257" name="Google Shape;257;p15"/>
          <p:cNvCxnSpPr/>
          <p:nvPr/>
        </p:nvCxnSpPr>
        <p:spPr>
          <a:xfrm>
            <a:off x="611187" y="1268412"/>
            <a:ext cx="5689600" cy="0"/>
          </a:xfrm>
          <a:prstGeom prst="straightConnector1">
            <a:avLst/>
          </a:prstGeom>
          <a:noFill/>
          <a:ln cap="flat" cmpd="sng" w="38150">
            <a:solidFill>
              <a:srgbClr val="F79646"/>
            </a:solidFill>
            <a:prstDash val="solid"/>
            <a:miter lim="800000"/>
            <a:headEnd len="med" w="med" type="none"/>
            <a:tailEnd len="med" w="med" type="none"/>
          </a:ln>
          <a:effectLst>
            <a:outerShdw blurRad="63500" dir="5400000" dist="23040">
              <a:srgbClr val="000000">
                <a:alpha val="34901"/>
              </a:srgbClr>
            </a:outerShdw>
          </a:effectLst>
        </p:spPr>
      </p:cxnSp>
      <p:pic>
        <p:nvPicPr>
          <p:cNvPr id="258" name="Google Shape;258;p15"/>
          <p:cNvPicPr preferRelativeResize="0"/>
          <p:nvPr/>
        </p:nvPicPr>
        <p:blipFill rotWithShape="1">
          <a:blip r:embed="rId3">
            <a:alphaModFix/>
          </a:blip>
          <a:srcRect b="0" l="0" r="0" t="0"/>
          <a:stretch/>
        </p:blipFill>
        <p:spPr>
          <a:xfrm>
            <a:off x="7391400" y="85725"/>
            <a:ext cx="1676400" cy="67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733c08bedb_0_4"/>
          <p:cNvSpPr txBox="1"/>
          <p:nvPr>
            <p:ph type="ctrTitle"/>
          </p:nvPr>
        </p:nvSpPr>
        <p:spPr>
          <a:xfrm>
            <a:off x="542925" y="1823403"/>
            <a:ext cx="8058300" cy="37110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accent2"/>
              </a:buClr>
              <a:buSzPct val="100000"/>
              <a:buFont typeface="Arial"/>
              <a:buNone/>
            </a:pPr>
            <a:r>
              <a:rPr lang="en-US" sz="6500" u="sng">
                <a:solidFill>
                  <a:schemeClr val="accent2"/>
                </a:solidFill>
                <a:latin typeface="Arial"/>
                <a:ea typeface="Arial"/>
                <a:cs typeface="Arial"/>
                <a:sym typeface="Arial"/>
              </a:rPr>
              <a:t>Education Revolution</a:t>
            </a:r>
            <a:br>
              <a:rPr lang="en-US">
                <a:latin typeface="Arial"/>
                <a:ea typeface="Arial"/>
                <a:cs typeface="Arial"/>
                <a:sym typeface="Arial"/>
              </a:rPr>
            </a:br>
            <a:br>
              <a:rPr lang="en-US">
                <a:latin typeface="Arial"/>
                <a:ea typeface="Arial"/>
                <a:cs typeface="Arial"/>
                <a:sym typeface="Arial"/>
              </a:rPr>
            </a:br>
            <a:r>
              <a:rPr lang="en-US" u="sng">
                <a:solidFill>
                  <a:srgbClr val="0F4861"/>
                </a:solidFill>
                <a:latin typeface="Arial"/>
                <a:ea typeface="Arial"/>
                <a:cs typeface="Arial"/>
                <a:sym typeface="Arial"/>
              </a:rPr>
              <a:t>25</a:t>
            </a:r>
            <a:r>
              <a:rPr baseline="30000" lang="en-US" u="sng">
                <a:solidFill>
                  <a:srgbClr val="0F4861"/>
                </a:solidFill>
                <a:latin typeface="Arial"/>
                <a:ea typeface="Arial"/>
                <a:cs typeface="Arial"/>
                <a:sym typeface="Arial"/>
              </a:rPr>
              <a:t>th</a:t>
            </a:r>
            <a:r>
              <a:rPr lang="en-US" u="sng">
                <a:solidFill>
                  <a:srgbClr val="0F4861"/>
                </a:solidFill>
                <a:latin typeface="Arial"/>
                <a:ea typeface="Arial"/>
                <a:cs typeface="Arial"/>
                <a:sym typeface="Arial"/>
              </a:rPr>
              <a:t> Academic Session of </a:t>
            </a:r>
            <a:br>
              <a:rPr lang="en-US" u="sng">
                <a:solidFill>
                  <a:srgbClr val="0F4861"/>
                </a:solidFill>
                <a:latin typeface="Arial"/>
                <a:ea typeface="Arial"/>
                <a:cs typeface="Arial"/>
                <a:sym typeface="Arial"/>
              </a:rPr>
            </a:br>
            <a:r>
              <a:rPr lang="en-US" u="sng">
                <a:solidFill>
                  <a:srgbClr val="0F4861"/>
                </a:solidFill>
                <a:latin typeface="Arial"/>
                <a:ea typeface="Arial"/>
                <a:cs typeface="Arial"/>
                <a:sym typeface="Arial"/>
              </a:rPr>
              <a:t>LPU</a:t>
            </a:r>
            <a:endParaRPr u="sng">
              <a:solidFill>
                <a:srgbClr val="0F486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g3733c08bedb_0_9"/>
          <p:cNvSpPr txBox="1"/>
          <p:nvPr>
            <p:ph type="title"/>
          </p:nvPr>
        </p:nvSpPr>
        <p:spPr>
          <a:xfrm>
            <a:off x="957263" y="746125"/>
            <a:ext cx="5491500" cy="945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Arial"/>
              <a:buNone/>
            </a:pPr>
            <a:r>
              <a:rPr lang="en-US" sz="3600">
                <a:latin typeface="Arial"/>
                <a:ea typeface="Arial"/>
                <a:cs typeface="Arial"/>
                <a:sym typeface="Arial"/>
              </a:rPr>
              <a:t>Why EDU-Revolution!!!</a:t>
            </a:r>
            <a:endParaRPr sz="3600">
              <a:latin typeface="Arial"/>
              <a:ea typeface="Arial"/>
              <a:cs typeface="Arial"/>
              <a:sym typeface="Arial"/>
            </a:endParaRPr>
          </a:p>
        </p:txBody>
      </p:sp>
      <p:sp>
        <p:nvSpPr>
          <p:cNvPr id="275" name="Google Shape;275;g3733c08bedb_0_9"/>
          <p:cNvSpPr txBox="1"/>
          <p:nvPr>
            <p:ph idx="1" type="body"/>
          </p:nvPr>
        </p:nvSpPr>
        <p:spPr>
          <a:xfrm>
            <a:off x="957263" y="1537970"/>
            <a:ext cx="7229400" cy="4351800"/>
          </a:xfrm>
          <a:prstGeom prst="rect">
            <a:avLst/>
          </a:prstGeom>
          <a:noFill/>
          <a:ln>
            <a:noFill/>
          </a:ln>
        </p:spPr>
        <p:txBody>
          <a:bodyPr anchorCtr="0" anchor="t" bIns="45700" lIns="91425" spcFirstLastPara="1" rIns="91425" wrap="square" tIns="45700">
            <a:normAutofit fontScale="92500" lnSpcReduction="20000"/>
          </a:bodyPr>
          <a:lstStyle/>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Career Readiness</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Enhance Real World Skills</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Promote Innovation and Creativity</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Foster Industry Relations</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Develop Entrepreneurial Mindset</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Increase Student Engagement and Motivation</a:t>
            </a:r>
            <a:endParaRPr sz="2800">
              <a:latin typeface="Arial"/>
              <a:ea typeface="Arial"/>
              <a:cs typeface="Arial"/>
              <a:sym typeface="Arial"/>
            </a:endParaRPr>
          </a:p>
          <a:p>
            <a:pPr indent="-158750" lvl="1" marL="489585" rtl="0" algn="l">
              <a:lnSpc>
                <a:spcPct val="150000"/>
              </a:lnSpc>
              <a:spcBef>
                <a:spcPts val="0"/>
              </a:spcBef>
              <a:spcAft>
                <a:spcPts val="0"/>
              </a:spcAft>
              <a:buClr>
                <a:schemeClr val="dk1"/>
              </a:buClr>
              <a:buSzPct val="100000"/>
              <a:buNone/>
            </a:pPr>
            <a:r>
              <a:rPr lang="en-US" sz="2800">
                <a:latin typeface="Arial"/>
                <a:ea typeface="Arial"/>
                <a:cs typeface="Arial"/>
                <a:sym typeface="Arial"/>
              </a:rPr>
              <a:t>Promote Lifelong Learning</a:t>
            </a:r>
            <a:endParaRPr sz="28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733c08bedb_0_14"/>
          <p:cNvSpPr txBox="1"/>
          <p:nvPr>
            <p:ph type="title"/>
          </p:nvPr>
        </p:nvSpPr>
        <p:spPr>
          <a:xfrm>
            <a:off x="628650" y="823596"/>
            <a:ext cx="7886700" cy="650100"/>
          </a:xfrm>
          <a:prstGeom prst="rect">
            <a:avLst/>
          </a:prstGeom>
          <a:noFill/>
          <a:ln>
            <a:noFill/>
          </a:ln>
        </p:spPr>
        <p:txBody>
          <a:bodyPr anchorCtr="0" anchor="ctr" bIns="45700" lIns="91425" spcFirstLastPara="1" rIns="91425" wrap="square" tIns="45700">
            <a:normAutofit fontScale="90000"/>
          </a:bodyPr>
          <a:lstStyle/>
          <a:p>
            <a:pPr indent="0" lvl="0" marL="0" marR="0" rtl="0" algn="l">
              <a:lnSpc>
                <a:spcPct val="150000"/>
              </a:lnSpc>
              <a:spcBef>
                <a:spcPts val="0"/>
              </a:spcBef>
              <a:spcAft>
                <a:spcPts val="0"/>
              </a:spcAft>
              <a:buClr>
                <a:srgbClr val="000000"/>
              </a:buClr>
              <a:buSzPct val="100000"/>
              <a:buFont typeface="Arial"/>
              <a:buNone/>
            </a:pPr>
            <a:r>
              <a:rPr b="1" i="0" lang="en-US" sz="3600" u="none" cap="none" strike="noStrike">
                <a:solidFill>
                  <a:srgbClr val="000000"/>
                </a:solidFill>
                <a:latin typeface="Arial"/>
                <a:ea typeface="Arial"/>
                <a:cs typeface="Arial"/>
                <a:sym typeface="Arial"/>
              </a:rPr>
              <a:t>Education Revolution: </a:t>
            </a:r>
            <a:r>
              <a:rPr b="0" i="0" lang="en-US" sz="3600" u="none" cap="none" strike="noStrike">
                <a:solidFill>
                  <a:srgbClr val="000000"/>
                </a:solidFill>
                <a:latin typeface="Arial"/>
                <a:ea typeface="Arial"/>
                <a:cs typeface="Arial"/>
                <a:sym typeface="Arial"/>
              </a:rPr>
              <a:t>an approach that encourages… </a:t>
            </a:r>
            <a:endParaRPr sz="3600">
              <a:latin typeface="Arial"/>
              <a:ea typeface="Arial"/>
              <a:cs typeface="Arial"/>
              <a:sym typeface="Arial"/>
            </a:endParaRPr>
          </a:p>
        </p:txBody>
      </p:sp>
      <p:sp>
        <p:nvSpPr>
          <p:cNvPr id="281" name="Google Shape;281;g3733c08bedb_0_14"/>
          <p:cNvSpPr txBox="1"/>
          <p:nvPr>
            <p:ph idx="1" type="body"/>
          </p:nvPr>
        </p:nvSpPr>
        <p:spPr>
          <a:xfrm>
            <a:off x="628650" y="1597025"/>
            <a:ext cx="8086200" cy="4351800"/>
          </a:xfrm>
          <a:prstGeom prst="rect">
            <a:avLst/>
          </a:prstGeom>
          <a:noFill/>
          <a:ln>
            <a:noFill/>
          </a:ln>
        </p:spPr>
        <p:txBody>
          <a:bodyPr anchorCtr="0" anchor="t" bIns="45700" lIns="91425" spcFirstLastPara="1" rIns="91425" wrap="square" tIns="45700">
            <a:normAutofit/>
          </a:bodyPr>
          <a:lstStyle/>
          <a:p>
            <a:pPr indent="-50800" lvl="0" marL="228600" rtl="0" algn="l">
              <a:lnSpc>
                <a:spcPct val="150000"/>
              </a:lnSpc>
              <a:spcBef>
                <a:spcPts val="0"/>
              </a:spcBef>
              <a:spcAft>
                <a:spcPts val="0"/>
              </a:spcAft>
              <a:buClr>
                <a:schemeClr val="dk1"/>
              </a:buClr>
              <a:buSzPts val="2800"/>
              <a:buNone/>
            </a:pPr>
            <a:r>
              <a:rPr lang="en-US">
                <a:latin typeface="Arial"/>
                <a:ea typeface="Arial"/>
                <a:cs typeface="Arial"/>
                <a:sym typeface="Arial"/>
              </a:rPr>
              <a:t>Gamified Learning with AI focus - </a:t>
            </a:r>
            <a:r>
              <a:rPr lang="en-US">
                <a:solidFill>
                  <a:srgbClr val="FF0000"/>
                </a:solidFill>
                <a:latin typeface="Arial"/>
                <a:ea typeface="Arial"/>
                <a:cs typeface="Arial"/>
                <a:sym typeface="Arial"/>
              </a:rPr>
              <a:t>Learning Outside Classroom</a:t>
            </a:r>
            <a:endParaRPr>
              <a:solidFill>
                <a:srgbClr val="FF0000"/>
              </a:solidFill>
              <a:latin typeface="Arial"/>
              <a:ea typeface="Arial"/>
              <a:cs typeface="Arial"/>
              <a:sym typeface="Arial"/>
            </a:endParaRPr>
          </a:p>
          <a:p>
            <a:pPr indent="-50800" lvl="0" marL="228600" rtl="0" algn="l">
              <a:lnSpc>
                <a:spcPct val="150000"/>
              </a:lnSpc>
              <a:spcBef>
                <a:spcPts val="0"/>
              </a:spcBef>
              <a:spcAft>
                <a:spcPts val="0"/>
              </a:spcAft>
              <a:buClr>
                <a:schemeClr val="dk1"/>
              </a:buClr>
              <a:buSzPts val="2800"/>
              <a:buNone/>
            </a:pPr>
            <a:r>
              <a:rPr lang="en-US">
                <a:latin typeface="Arial"/>
                <a:ea typeface="Arial"/>
                <a:cs typeface="Arial"/>
                <a:sym typeface="Arial"/>
              </a:rPr>
              <a:t>Revenue Generation by Students</a:t>
            </a:r>
            <a:endParaRPr>
              <a:latin typeface="Arial"/>
              <a:ea typeface="Arial"/>
              <a:cs typeface="Arial"/>
              <a:sym typeface="Arial"/>
            </a:endParaRPr>
          </a:p>
          <a:p>
            <a:pPr indent="-50800" lvl="0" marL="228600" rtl="0" algn="l">
              <a:lnSpc>
                <a:spcPct val="150000"/>
              </a:lnSpc>
              <a:spcBef>
                <a:spcPts val="0"/>
              </a:spcBef>
              <a:spcAft>
                <a:spcPts val="0"/>
              </a:spcAft>
              <a:buClr>
                <a:schemeClr val="dk1"/>
              </a:buClr>
              <a:buSzPts val="2800"/>
              <a:buNone/>
            </a:pPr>
            <a:r>
              <a:rPr lang="en-US">
                <a:latin typeface="Arial"/>
                <a:ea typeface="Arial"/>
                <a:cs typeface="Arial"/>
                <a:sym typeface="Arial"/>
              </a:rPr>
              <a:t>Career </a:t>
            </a:r>
            <a:r>
              <a:rPr lang="en-US">
                <a:solidFill>
                  <a:srgbClr val="FF0000"/>
                </a:solidFill>
                <a:latin typeface="Arial"/>
                <a:ea typeface="Arial"/>
                <a:cs typeface="Arial"/>
                <a:sym typeface="Arial"/>
              </a:rPr>
              <a:t>(not just degree)</a:t>
            </a:r>
            <a:endParaRPr>
              <a:solidFill>
                <a:srgbClr val="FF0000"/>
              </a:solidFill>
              <a:latin typeface="Arial"/>
              <a:ea typeface="Arial"/>
              <a:cs typeface="Arial"/>
              <a:sym typeface="Arial"/>
            </a:endParaRPr>
          </a:p>
          <a:p>
            <a:pPr indent="-50800" lvl="0" marL="228600" rtl="0" algn="l">
              <a:lnSpc>
                <a:spcPct val="150000"/>
              </a:lnSpc>
              <a:spcBef>
                <a:spcPts val="0"/>
              </a:spcBef>
              <a:spcAft>
                <a:spcPts val="0"/>
              </a:spcAft>
              <a:buClr>
                <a:schemeClr val="dk1"/>
              </a:buClr>
              <a:buSzPts val="2800"/>
              <a:buNone/>
            </a:pPr>
            <a:r>
              <a:rPr lang="en-US">
                <a:latin typeface="Arial"/>
                <a:ea typeface="Arial"/>
                <a:cs typeface="Arial"/>
                <a:sym typeface="Arial"/>
              </a:rPr>
              <a:t>Students in Decision Making</a:t>
            </a:r>
            <a:endParaRPr>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grpSp>
        <p:nvGrpSpPr>
          <p:cNvPr id="286" name="Google Shape;286;g3733c08bedb_0_19"/>
          <p:cNvGrpSpPr/>
          <p:nvPr/>
        </p:nvGrpSpPr>
        <p:grpSpPr>
          <a:xfrm>
            <a:off x="3298446" y="1474488"/>
            <a:ext cx="2141320" cy="1609070"/>
            <a:chOff x="4206240" y="252837"/>
            <a:chExt cx="2366100" cy="1502400"/>
          </a:xfrm>
        </p:grpSpPr>
        <p:sp>
          <p:nvSpPr>
            <p:cNvPr id="287" name="Google Shape;287;g3733c08bedb_0_19"/>
            <p:cNvSpPr/>
            <p:nvPr/>
          </p:nvSpPr>
          <p:spPr>
            <a:xfrm>
              <a:off x="4206240" y="252837"/>
              <a:ext cx="2366100" cy="1502400"/>
            </a:xfrm>
            <a:prstGeom prst="roundRect">
              <a:avLst>
                <a:gd fmla="val 10000" name="adj"/>
              </a:avLst>
            </a:prstGeom>
            <a:solidFill>
              <a:schemeClr val="lt1">
                <a:alpha val="89800"/>
              </a:schemeClr>
            </a:solidFill>
            <a:ln cap="flat" cmpd="sng" w="19050">
              <a:solidFill>
                <a:srgbClr val="0C9ED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8" name="Google Shape;288;g3733c08bedb_0_19"/>
            <p:cNvSpPr txBox="1"/>
            <p:nvPr/>
          </p:nvSpPr>
          <p:spPr>
            <a:xfrm>
              <a:off x="4250244" y="296841"/>
              <a:ext cx="2277900" cy="1414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50% Learning outside the classroom        </a:t>
              </a:r>
              <a:endParaRPr b="1" i="0" sz="2400" u="none" cap="none" strike="noStrike">
                <a:solidFill>
                  <a:srgbClr val="000000"/>
                </a:solidFill>
                <a:latin typeface="Arial"/>
                <a:ea typeface="Arial"/>
                <a:cs typeface="Arial"/>
                <a:sym typeface="Arial"/>
              </a:endParaRPr>
            </a:p>
          </p:txBody>
        </p:sp>
      </p:grpSp>
      <p:grpSp>
        <p:nvGrpSpPr>
          <p:cNvPr id="289" name="Google Shape;289;g3733c08bedb_0_19"/>
          <p:cNvGrpSpPr/>
          <p:nvPr/>
        </p:nvGrpSpPr>
        <p:grpSpPr>
          <a:xfrm>
            <a:off x="883138" y="1486731"/>
            <a:ext cx="1879474" cy="1603875"/>
            <a:chOff x="2661030" y="2443368"/>
            <a:chExt cx="2655000" cy="1722004"/>
          </a:xfrm>
        </p:grpSpPr>
        <p:sp>
          <p:nvSpPr>
            <p:cNvPr id="290" name="Google Shape;290;g3733c08bedb_0_19"/>
            <p:cNvSpPr/>
            <p:nvPr/>
          </p:nvSpPr>
          <p:spPr>
            <a:xfrm>
              <a:off x="2760345" y="2443368"/>
              <a:ext cx="2366100" cy="1502400"/>
            </a:xfrm>
            <a:prstGeom prst="roundRect">
              <a:avLst>
                <a:gd fmla="val 10000" name="adj"/>
              </a:avLst>
            </a:prstGeom>
            <a:solidFill>
              <a:schemeClr val="lt1">
                <a:alpha val="89800"/>
              </a:schemeClr>
            </a:solidFill>
            <a:ln cap="flat" cmpd="sng" w="21375">
              <a:solidFill>
                <a:srgbClr val="4EA62C"/>
              </a:solidFill>
              <a:prstDash val="solid"/>
              <a:miter lim="800000"/>
              <a:headEnd len="sm" w="sm" type="none"/>
              <a:tailEnd len="sm" w="sm" type="none"/>
            </a:ln>
          </p:spPr>
          <p:txBody>
            <a:bodyPr anchorCtr="0" anchor="t" bIns="51250" lIns="102550" spcFirstLastPara="1" rIns="102550" wrap="square" tIns="51250">
              <a:noAutofit/>
            </a:bodyPr>
            <a:lstStyle/>
            <a:p>
              <a:pPr indent="0" lvl="0" marL="0" marR="0" rtl="0" algn="l">
                <a:lnSpc>
                  <a:spcPct val="100000"/>
                </a:lnSpc>
                <a:spcBef>
                  <a:spcPts val="0"/>
                </a:spcBef>
                <a:spcAft>
                  <a:spcPts val="0"/>
                </a:spcAft>
                <a:buClr>
                  <a:schemeClr val="dk1"/>
                </a:buClr>
                <a:buSzPts val="2019"/>
                <a:buFont typeface="Arial"/>
                <a:buNone/>
              </a:pPr>
              <a:r>
                <a:t/>
              </a:r>
              <a:endParaRPr b="0" i="0" sz="2018" u="none" cap="none" strike="noStrike">
                <a:solidFill>
                  <a:srgbClr val="000000"/>
                </a:solidFill>
                <a:latin typeface="Arial"/>
                <a:ea typeface="Arial"/>
                <a:cs typeface="Arial"/>
                <a:sym typeface="Arial"/>
              </a:endParaRPr>
            </a:p>
          </p:txBody>
        </p:sp>
        <p:sp>
          <p:nvSpPr>
            <p:cNvPr id="291" name="Google Shape;291;g3733c08bedb_0_19"/>
            <p:cNvSpPr txBox="1"/>
            <p:nvPr/>
          </p:nvSpPr>
          <p:spPr>
            <a:xfrm>
              <a:off x="2661030" y="2482972"/>
              <a:ext cx="2655000" cy="1682400"/>
            </a:xfrm>
            <a:prstGeom prst="rect">
              <a:avLst/>
            </a:prstGeom>
            <a:noFill/>
            <a:ln>
              <a:noFill/>
            </a:ln>
          </p:spPr>
          <p:txBody>
            <a:bodyPr anchorCtr="0" anchor="ctr" bIns="85450" lIns="85450" spcFirstLastPara="1" rIns="85450" wrap="square" tIns="85450">
              <a:noAutofit/>
            </a:bodyPr>
            <a:lstStyle/>
            <a:p>
              <a:pPr indent="0" lvl="0" marL="0" marR="0" rtl="0" algn="ctr">
                <a:lnSpc>
                  <a:spcPct val="90000"/>
                </a:lnSpc>
                <a:spcBef>
                  <a:spcPts val="0"/>
                </a:spcBef>
                <a:spcAft>
                  <a:spcPts val="0"/>
                </a:spcAft>
                <a:buClr>
                  <a:srgbClr val="000000"/>
                </a:buClr>
                <a:buSzPts val="2243"/>
                <a:buFont typeface="Arial"/>
                <a:buNone/>
              </a:pPr>
              <a:r>
                <a:rPr b="1" i="0" lang="en-US" sz="2243" u="none" cap="none" strike="noStrike">
                  <a:solidFill>
                    <a:srgbClr val="000000"/>
                  </a:solidFill>
                  <a:latin typeface="Arial"/>
                  <a:ea typeface="Arial"/>
                  <a:cs typeface="Arial"/>
                  <a:sym typeface="Arial"/>
                </a:rPr>
                <a:t>50% grades outside the classroom</a:t>
              </a:r>
              <a:endParaRPr b="1" i="0" sz="2243" u="none" cap="none" strike="noStrike">
                <a:solidFill>
                  <a:srgbClr val="000000"/>
                </a:solidFill>
                <a:latin typeface="Arial"/>
                <a:ea typeface="Arial"/>
                <a:cs typeface="Arial"/>
                <a:sym typeface="Arial"/>
              </a:endParaRPr>
            </a:p>
          </p:txBody>
        </p:sp>
      </p:grpSp>
      <p:grpSp>
        <p:nvGrpSpPr>
          <p:cNvPr id="292" name="Google Shape;292;g3733c08bedb_0_19"/>
          <p:cNvGrpSpPr/>
          <p:nvPr/>
        </p:nvGrpSpPr>
        <p:grpSpPr>
          <a:xfrm>
            <a:off x="5975628" y="1660891"/>
            <a:ext cx="1523232" cy="1112677"/>
            <a:chOff x="5652135" y="2443368"/>
            <a:chExt cx="2322000" cy="1502400"/>
          </a:xfrm>
        </p:grpSpPr>
        <p:sp>
          <p:nvSpPr>
            <p:cNvPr id="293" name="Google Shape;293;g3733c08bedb_0_19"/>
            <p:cNvSpPr/>
            <p:nvPr/>
          </p:nvSpPr>
          <p:spPr>
            <a:xfrm>
              <a:off x="5652135" y="2443368"/>
              <a:ext cx="2322000" cy="1502400"/>
            </a:xfrm>
            <a:prstGeom prst="roundRect">
              <a:avLst>
                <a:gd fmla="val 10000" name="adj"/>
              </a:avLst>
            </a:prstGeom>
            <a:solidFill>
              <a:schemeClr val="lt1">
                <a:alpha val="89800"/>
              </a:schemeClr>
            </a:solidFill>
            <a:ln cap="flat" cmpd="sng" w="19050">
              <a:solidFill>
                <a:srgbClr val="4EA62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4" name="Google Shape;294;g3733c08bedb_0_19"/>
            <p:cNvSpPr txBox="1"/>
            <p:nvPr/>
          </p:nvSpPr>
          <p:spPr>
            <a:xfrm>
              <a:off x="5696139" y="2487371"/>
              <a:ext cx="2277900" cy="1414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2000"/>
                <a:buFont typeface="Times New Roman"/>
                <a:buNone/>
              </a:pPr>
              <a:r>
                <a:rPr b="1" i="0" lang="en-US" sz="2000" u="none" cap="none" strike="noStrike">
                  <a:solidFill>
                    <a:srgbClr val="000000"/>
                  </a:solidFill>
                  <a:latin typeface="Times New Roman"/>
                  <a:ea typeface="Times New Roman"/>
                  <a:cs typeface="Times New Roman"/>
                  <a:sym typeface="Times New Roman"/>
                </a:rPr>
                <a:t>50% attendance outside the classroom</a:t>
              </a:r>
              <a:endParaRPr b="1" i="0" sz="2000" u="none" cap="none" strike="noStrike">
                <a:solidFill>
                  <a:srgbClr val="000000"/>
                </a:solidFill>
                <a:latin typeface="Times New Roman"/>
                <a:ea typeface="Times New Roman"/>
                <a:cs typeface="Times New Roman"/>
                <a:sym typeface="Times New Roman"/>
              </a:endParaRPr>
            </a:p>
          </p:txBody>
        </p:sp>
      </p:grpSp>
      <p:sp>
        <p:nvSpPr>
          <p:cNvPr id="295" name="Google Shape;295;g3733c08bedb_0_19"/>
          <p:cNvSpPr/>
          <p:nvPr/>
        </p:nvSpPr>
        <p:spPr>
          <a:xfrm>
            <a:off x="2781651" y="2042784"/>
            <a:ext cx="466500" cy="413400"/>
          </a:xfrm>
          <a:prstGeom prst="leftArrow">
            <a:avLst>
              <a:gd fmla="val 50000" name="adj1"/>
              <a:gd fmla="val 50000" name="adj2"/>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96" name="Google Shape;296;g3733c08bedb_0_19"/>
          <p:cNvSpPr/>
          <p:nvPr/>
        </p:nvSpPr>
        <p:spPr>
          <a:xfrm rot="10800000">
            <a:off x="5493632" y="2055628"/>
            <a:ext cx="466500" cy="413400"/>
          </a:xfrm>
          <a:prstGeom prst="leftArrow">
            <a:avLst>
              <a:gd fmla="val 50000" name="adj1"/>
              <a:gd fmla="val 50000" name="adj2"/>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297" name="Google Shape;297;g3733c08bedb_0_19"/>
          <p:cNvSpPr txBox="1"/>
          <p:nvPr/>
        </p:nvSpPr>
        <p:spPr>
          <a:xfrm>
            <a:off x="2106424" y="3772177"/>
            <a:ext cx="4575600" cy="8619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Techniques of Learning Outside the Classroom</a:t>
            </a:r>
            <a:endParaRPr b="1" i="0" sz="2000" u="none" cap="none" strike="noStrike">
              <a:solidFill>
                <a:srgbClr val="000000"/>
              </a:solidFill>
              <a:latin typeface="Arial"/>
              <a:ea typeface="Arial"/>
              <a:cs typeface="Arial"/>
              <a:sym typeface="Arial"/>
            </a:endParaRPr>
          </a:p>
        </p:txBody>
      </p:sp>
      <p:sp>
        <p:nvSpPr>
          <p:cNvPr id="298" name="Google Shape;298;g3733c08bedb_0_19"/>
          <p:cNvSpPr txBox="1"/>
          <p:nvPr/>
        </p:nvSpPr>
        <p:spPr>
          <a:xfrm>
            <a:off x="1083441" y="679833"/>
            <a:ext cx="6621600" cy="70860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rmAutofit fontScale="77500" lnSpcReduction="20000"/>
          </a:bodyPr>
          <a:lstStyle/>
          <a:p>
            <a:pPr indent="0" lvl="0" marL="0" marR="0" rtl="0" algn="ctr">
              <a:lnSpc>
                <a:spcPct val="90000"/>
              </a:lnSpc>
              <a:spcBef>
                <a:spcPts val="0"/>
              </a:spcBef>
              <a:spcAft>
                <a:spcPts val="0"/>
              </a:spcAft>
              <a:buClr>
                <a:srgbClr val="000000"/>
              </a:buClr>
              <a:buSzPct val="100000"/>
              <a:buFont typeface="Arial"/>
              <a:buNone/>
            </a:pPr>
            <a:r>
              <a:rPr b="1" i="0" lang="en-US" sz="3600" u="sng" cap="none" strike="noStrike">
                <a:solidFill>
                  <a:srgbClr val="000000"/>
                </a:solidFill>
                <a:latin typeface="Arial"/>
                <a:ea typeface="Arial"/>
                <a:cs typeface="Arial"/>
                <a:sym typeface="Arial"/>
              </a:rPr>
              <a:t>Pillar I: Gamified Learning with AI focus</a:t>
            </a:r>
            <a:endParaRPr b="1" i="0" sz="3600" u="sng" cap="none" strike="noStrike">
              <a:solidFill>
                <a:srgbClr val="000000"/>
              </a:solidFill>
              <a:latin typeface="Arial"/>
              <a:ea typeface="Arial"/>
              <a:cs typeface="Arial"/>
              <a:sym typeface="Arial"/>
            </a:endParaRPr>
          </a:p>
        </p:txBody>
      </p:sp>
      <p:sp>
        <p:nvSpPr>
          <p:cNvPr id="299" name="Google Shape;299;g3733c08bedb_0_19"/>
          <p:cNvSpPr/>
          <p:nvPr/>
        </p:nvSpPr>
        <p:spPr>
          <a:xfrm>
            <a:off x="2461260" y="3225800"/>
            <a:ext cx="3714600" cy="485400"/>
          </a:xfrm>
          <a:prstGeom prst="rect">
            <a:avLst/>
          </a:prstGeom>
          <a:solidFill>
            <a:schemeClr val="lt1"/>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2400" u="none" cap="none" strike="noStrike">
                <a:solidFill>
                  <a:schemeClr val="dk1"/>
                </a:solidFill>
                <a:latin typeface="Arial"/>
                <a:ea typeface="Arial"/>
                <a:cs typeface="Arial"/>
                <a:sym typeface="Arial"/>
              </a:rPr>
              <a:t>Formula: 50-50-50</a:t>
            </a:r>
            <a:endParaRPr b="1" i="1" sz="2400" u="none" cap="none" strike="noStrike">
              <a:solidFill>
                <a:schemeClr val="dk1"/>
              </a:solidFill>
              <a:latin typeface="Arial"/>
              <a:ea typeface="Arial"/>
              <a:cs typeface="Arial"/>
              <a:sym typeface="Arial"/>
            </a:endParaRPr>
          </a:p>
        </p:txBody>
      </p:sp>
      <p:sp>
        <p:nvSpPr>
          <p:cNvPr id="300" name="Google Shape;300;g3733c08bedb_0_19"/>
          <p:cNvSpPr/>
          <p:nvPr/>
        </p:nvSpPr>
        <p:spPr>
          <a:xfrm>
            <a:off x="150101" y="4254220"/>
            <a:ext cx="8602800" cy="2306400"/>
          </a:xfrm>
          <a:prstGeom prst="roundRect">
            <a:avLst>
              <a:gd fmla="val 16667" name="adj"/>
            </a:avLst>
          </a:prstGeom>
          <a:solidFill>
            <a:schemeClr val="lt1"/>
          </a:solid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01" name="Google Shape;301;g3733c08bedb_0_19"/>
          <p:cNvSpPr/>
          <p:nvPr/>
        </p:nvSpPr>
        <p:spPr>
          <a:xfrm>
            <a:off x="1997869" y="5627989"/>
            <a:ext cx="14826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b="1" i="0" sz="16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Recruitment/Competitive/ Eligibility Examination</a:t>
            </a:r>
            <a:endParaRPr b="1" i="0" sz="1400" u="none" cap="none" strike="noStrike">
              <a:solidFill>
                <a:schemeClr val="lt1"/>
              </a:solidFill>
              <a:latin typeface="Arial"/>
              <a:ea typeface="Arial"/>
              <a:cs typeface="Arial"/>
              <a:sym typeface="Arial"/>
            </a:endParaRPr>
          </a:p>
          <a:p>
            <a:pPr indent="0" lvl="0" marL="0" marR="0" rtl="0" algn="ctr">
              <a:spcBef>
                <a:spcPts val="0"/>
              </a:spcBef>
              <a:spcAft>
                <a:spcPts val="0"/>
              </a:spcAft>
              <a:buClr>
                <a:schemeClr val="dk1"/>
              </a:buClr>
              <a:buSzPts val="1600"/>
              <a:buFont typeface="Arial"/>
              <a:buNone/>
            </a:pPr>
            <a:r>
              <a:t/>
            </a:r>
            <a:endParaRPr b="1" i="0" sz="1600" u="none" cap="none" strike="noStrike">
              <a:solidFill>
                <a:schemeClr val="lt1"/>
              </a:solidFill>
              <a:latin typeface="Arial"/>
              <a:ea typeface="Arial"/>
              <a:cs typeface="Arial"/>
              <a:sym typeface="Arial"/>
            </a:endParaRPr>
          </a:p>
        </p:txBody>
      </p:sp>
      <p:sp>
        <p:nvSpPr>
          <p:cNvPr id="302" name="Google Shape;302;g3733c08bedb_0_19"/>
          <p:cNvSpPr/>
          <p:nvPr/>
        </p:nvSpPr>
        <p:spPr>
          <a:xfrm>
            <a:off x="3750945" y="5628005"/>
            <a:ext cx="16488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NPTEL/MOOCs</a:t>
            </a:r>
            <a:endParaRPr b="1" i="0" sz="2000" u="none" cap="none" strike="noStrike">
              <a:solidFill>
                <a:schemeClr val="lt1"/>
              </a:solidFill>
              <a:latin typeface="Arial"/>
              <a:ea typeface="Arial"/>
              <a:cs typeface="Arial"/>
              <a:sym typeface="Arial"/>
            </a:endParaRPr>
          </a:p>
        </p:txBody>
      </p:sp>
      <p:sp>
        <p:nvSpPr>
          <p:cNvPr id="303" name="Google Shape;303;g3733c08bedb_0_19"/>
          <p:cNvSpPr/>
          <p:nvPr/>
        </p:nvSpPr>
        <p:spPr>
          <a:xfrm>
            <a:off x="568166" y="4599924"/>
            <a:ext cx="21051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Projects</a:t>
            </a:r>
            <a:endParaRPr b="1" i="0" sz="2000" u="none" cap="none" strike="noStrike">
              <a:solidFill>
                <a:schemeClr val="lt1"/>
              </a:solidFill>
              <a:latin typeface="Arial"/>
              <a:ea typeface="Arial"/>
              <a:cs typeface="Arial"/>
              <a:sym typeface="Arial"/>
            </a:endParaRPr>
          </a:p>
        </p:txBody>
      </p:sp>
      <p:sp>
        <p:nvSpPr>
          <p:cNvPr id="304" name="Google Shape;304;g3733c08bedb_0_19"/>
          <p:cNvSpPr/>
          <p:nvPr/>
        </p:nvSpPr>
        <p:spPr>
          <a:xfrm>
            <a:off x="5476500" y="5628029"/>
            <a:ext cx="14019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Community Service</a:t>
            </a:r>
            <a:endParaRPr b="1" i="0" sz="1600" u="none" cap="none" strike="noStrike">
              <a:solidFill>
                <a:schemeClr val="lt1"/>
              </a:solidFill>
              <a:latin typeface="Arial"/>
              <a:ea typeface="Arial"/>
              <a:cs typeface="Arial"/>
              <a:sym typeface="Arial"/>
            </a:endParaRPr>
          </a:p>
        </p:txBody>
      </p:sp>
      <p:sp>
        <p:nvSpPr>
          <p:cNvPr id="305" name="Google Shape;305;g3733c08bedb_0_19"/>
          <p:cNvSpPr/>
          <p:nvPr/>
        </p:nvSpPr>
        <p:spPr>
          <a:xfrm>
            <a:off x="2968466" y="4599924"/>
            <a:ext cx="19107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Technical Competitions &amp; Hackathons</a:t>
            </a:r>
            <a:endParaRPr b="1" i="0" sz="1600" u="none" cap="none" strike="noStrike">
              <a:solidFill>
                <a:schemeClr val="lt1"/>
              </a:solidFill>
              <a:latin typeface="Times New Roman"/>
              <a:ea typeface="Times New Roman"/>
              <a:cs typeface="Times New Roman"/>
              <a:sym typeface="Times New Roman"/>
            </a:endParaRPr>
          </a:p>
        </p:txBody>
      </p:sp>
      <p:sp>
        <p:nvSpPr>
          <p:cNvPr id="306" name="Google Shape;306;g3733c08bedb_0_19"/>
          <p:cNvSpPr/>
          <p:nvPr/>
        </p:nvSpPr>
        <p:spPr>
          <a:xfrm>
            <a:off x="5070158" y="4599924"/>
            <a:ext cx="18078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Social Media Presence</a:t>
            </a:r>
            <a:endParaRPr b="1" i="0" sz="1600" u="none" cap="none" strike="noStrike">
              <a:solidFill>
                <a:schemeClr val="lt1"/>
              </a:solidFill>
              <a:latin typeface="Arial"/>
              <a:ea typeface="Arial"/>
              <a:cs typeface="Arial"/>
              <a:sym typeface="Arial"/>
            </a:endParaRPr>
          </a:p>
        </p:txBody>
      </p:sp>
      <p:sp>
        <p:nvSpPr>
          <p:cNvPr id="307" name="Google Shape;307;g3733c08bedb_0_19"/>
          <p:cNvSpPr/>
          <p:nvPr/>
        </p:nvSpPr>
        <p:spPr>
          <a:xfrm>
            <a:off x="325837" y="5624914"/>
            <a:ext cx="15372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Paid Internship</a:t>
            </a:r>
            <a:endParaRPr b="1" i="0" sz="2000" u="none" cap="none" strike="noStrike">
              <a:solidFill>
                <a:schemeClr val="lt1"/>
              </a:solidFill>
              <a:latin typeface="Arial"/>
              <a:ea typeface="Arial"/>
              <a:cs typeface="Arial"/>
              <a:sym typeface="Arial"/>
            </a:endParaRPr>
          </a:p>
        </p:txBody>
      </p:sp>
      <p:sp>
        <p:nvSpPr>
          <p:cNvPr id="308" name="Google Shape;308;g3733c08bedb_0_19"/>
          <p:cNvSpPr/>
          <p:nvPr/>
        </p:nvSpPr>
        <p:spPr>
          <a:xfrm>
            <a:off x="7068502" y="5624814"/>
            <a:ext cx="15009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Publications/Patents/ Copyrights</a:t>
            </a:r>
            <a:endParaRPr b="1" i="0" sz="1600" u="none" cap="none" strike="noStrike">
              <a:solidFill>
                <a:schemeClr val="lt1"/>
              </a:solidFill>
              <a:latin typeface="Arial"/>
              <a:ea typeface="Arial"/>
              <a:cs typeface="Arial"/>
              <a:sym typeface="Arial"/>
            </a:endParaRPr>
          </a:p>
        </p:txBody>
      </p:sp>
      <p:sp>
        <p:nvSpPr>
          <p:cNvPr id="309" name="Google Shape;309;g3733c08bedb_0_19"/>
          <p:cNvSpPr/>
          <p:nvPr/>
        </p:nvSpPr>
        <p:spPr>
          <a:xfrm>
            <a:off x="7047548" y="4599924"/>
            <a:ext cx="15225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Recognition of Prior Learning</a:t>
            </a:r>
            <a:endParaRPr b="1" i="0" sz="16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733c08bedb_0_46"/>
          <p:cNvSpPr/>
          <p:nvPr/>
        </p:nvSpPr>
        <p:spPr>
          <a:xfrm>
            <a:off x="270510" y="767308"/>
            <a:ext cx="8690700" cy="2487900"/>
          </a:xfrm>
          <a:prstGeom prst="roundRect">
            <a:avLst>
              <a:gd fmla="val 16667" name="adj"/>
            </a:avLst>
          </a:prstGeom>
          <a:solidFill>
            <a:schemeClr val="lt1"/>
          </a:solid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315" name="Google Shape;315;g3733c08bedb_0_46"/>
          <p:cNvSpPr/>
          <p:nvPr/>
        </p:nvSpPr>
        <p:spPr>
          <a:xfrm>
            <a:off x="2118278" y="2141077"/>
            <a:ext cx="14826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b="1" i="0" sz="1600" u="none" cap="none" strike="noStrike">
              <a:solidFill>
                <a:srgbClr val="000000"/>
              </a:solidFill>
              <a:latin typeface="Times New Roman"/>
              <a:ea typeface="Times New Roman"/>
              <a:cs typeface="Times New Roman"/>
              <a:sym typeface="Times New Roman"/>
            </a:endParaRPr>
          </a:p>
          <a:p>
            <a:pPr indent="0" lvl="0" marL="0" marR="0" rtl="0" algn="ctr">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Recruitment/Competitive/ Eligibility Examination</a:t>
            </a:r>
            <a:endParaRPr b="1" i="0" sz="1400" u="none" cap="none" strike="noStrike">
              <a:solidFill>
                <a:schemeClr val="lt1"/>
              </a:solidFill>
              <a:latin typeface="Arial"/>
              <a:ea typeface="Arial"/>
              <a:cs typeface="Arial"/>
              <a:sym typeface="Arial"/>
            </a:endParaRPr>
          </a:p>
          <a:p>
            <a:pPr indent="0" lvl="0" marL="0" marR="0" rtl="0" algn="ctr">
              <a:spcBef>
                <a:spcPts val="0"/>
              </a:spcBef>
              <a:spcAft>
                <a:spcPts val="0"/>
              </a:spcAft>
              <a:buClr>
                <a:schemeClr val="dk1"/>
              </a:buClr>
              <a:buSzPts val="1600"/>
              <a:buFont typeface="Arial"/>
              <a:buNone/>
            </a:pPr>
            <a:r>
              <a:t/>
            </a:r>
            <a:endParaRPr b="1" i="0" sz="1600" u="none" cap="none" strike="noStrike">
              <a:solidFill>
                <a:schemeClr val="lt1"/>
              </a:solidFill>
              <a:latin typeface="Arial"/>
              <a:ea typeface="Arial"/>
              <a:cs typeface="Arial"/>
              <a:sym typeface="Arial"/>
            </a:endParaRPr>
          </a:p>
        </p:txBody>
      </p:sp>
      <p:sp>
        <p:nvSpPr>
          <p:cNvPr id="316" name="Google Shape;316;g3733c08bedb_0_46"/>
          <p:cNvSpPr/>
          <p:nvPr/>
        </p:nvSpPr>
        <p:spPr>
          <a:xfrm>
            <a:off x="3735705" y="2141220"/>
            <a:ext cx="16161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NPTEL/MOOCs</a:t>
            </a:r>
            <a:endParaRPr b="1" i="0" sz="2000" u="none" cap="none" strike="noStrike">
              <a:solidFill>
                <a:schemeClr val="lt1"/>
              </a:solidFill>
              <a:latin typeface="Arial"/>
              <a:ea typeface="Arial"/>
              <a:cs typeface="Arial"/>
              <a:sym typeface="Arial"/>
            </a:endParaRPr>
          </a:p>
        </p:txBody>
      </p:sp>
      <p:sp>
        <p:nvSpPr>
          <p:cNvPr id="317" name="Google Shape;317;g3733c08bedb_0_46"/>
          <p:cNvSpPr/>
          <p:nvPr/>
        </p:nvSpPr>
        <p:spPr>
          <a:xfrm>
            <a:off x="688575" y="1113012"/>
            <a:ext cx="21051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Projects</a:t>
            </a:r>
            <a:endParaRPr b="1" i="0" sz="2000" u="none" cap="none" strike="noStrike">
              <a:solidFill>
                <a:schemeClr val="lt1"/>
              </a:solidFill>
              <a:latin typeface="Arial"/>
              <a:ea typeface="Arial"/>
              <a:cs typeface="Arial"/>
              <a:sym typeface="Arial"/>
            </a:endParaRPr>
          </a:p>
        </p:txBody>
      </p:sp>
      <p:sp>
        <p:nvSpPr>
          <p:cNvPr id="318" name="Google Shape;318;g3733c08bedb_0_46"/>
          <p:cNvSpPr/>
          <p:nvPr/>
        </p:nvSpPr>
        <p:spPr>
          <a:xfrm>
            <a:off x="5596909" y="2141117"/>
            <a:ext cx="14019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Community Service</a:t>
            </a:r>
            <a:endParaRPr b="1" i="0" sz="1600" u="none" cap="none" strike="noStrike">
              <a:solidFill>
                <a:schemeClr val="lt1"/>
              </a:solidFill>
              <a:latin typeface="Arial"/>
              <a:ea typeface="Arial"/>
              <a:cs typeface="Arial"/>
              <a:sym typeface="Arial"/>
            </a:endParaRPr>
          </a:p>
        </p:txBody>
      </p:sp>
      <p:sp>
        <p:nvSpPr>
          <p:cNvPr id="319" name="Google Shape;319;g3733c08bedb_0_46"/>
          <p:cNvSpPr/>
          <p:nvPr/>
        </p:nvSpPr>
        <p:spPr>
          <a:xfrm>
            <a:off x="3088875" y="1113012"/>
            <a:ext cx="19107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b="1" i="0" lang="en-US" sz="1600" u="none" cap="none" strike="noStrike">
                <a:solidFill>
                  <a:schemeClr val="lt1"/>
                </a:solidFill>
                <a:latin typeface="Times New Roman"/>
                <a:ea typeface="Times New Roman"/>
                <a:cs typeface="Times New Roman"/>
                <a:sym typeface="Times New Roman"/>
              </a:rPr>
              <a:t>Technical Competitions &amp; Hackathons</a:t>
            </a:r>
            <a:endParaRPr b="1" i="0" sz="1600" u="none" cap="none" strike="noStrike">
              <a:solidFill>
                <a:schemeClr val="lt1"/>
              </a:solidFill>
              <a:latin typeface="Times New Roman"/>
              <a:ea typeface="Times New Roman"/>
              <a:cs typeface="Times New Roman"/>
              <a:sym typeface="Times New Roman"/>
            </a:endParaRPr>
          </a:p>
        </p:txBody>
      </p:sp>
      <p:sp>
        <p:nvSpPr>
          <p:cNvPr id="320" name="Google Shape;320;g3733c08bedb_0_46"/>
          <p:cNvSpPr/>
          <p:nvPr/>
        </p:nvSpPr>
        <p:spPr>
          <a:xfrm>
            <a:off x="5190566" y="1113012"/>
            <a:ext cx="18078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Social Media Presence</a:t>
            </a:r>
            <a:endParaRPr b="1" i="0" sz="1600" u="none" cap="none" strike="noStrike">
              <a:solidFill>
                <a:schemeClr val="lt1"/>
              </a:solidFill>
              <a:latin typeface="Arial"/>
              <a:ea typeface="Arial"/>
              <a:cs typeface="Arial"/>
              <a:sym typeface="Arial"/>
            </a:endParaRPr>
          </a:p>
        </p:txBody>
      </p:sp>
      <p:sp>
        <p:nvSpPr>
          <p:cNvPr id="321" name="Google Shape;321;g3733c08bedb_0_46"/>
          <p:cNvSpPr/>
          <p:nvPr/>
        </p:nvSpPr>
        <p:spPr>
          <a:xfrm>
            <a:off x="446245" y="2138002"/>
            <a:ext cx="15372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2000"/>
              <a:buFont typeface="Arial"/>
              <a:buNone/>
            </a:pPr>
            <a:r>
              <a:rPr b="1" i="0" lang="en-US" sz="2000" u="none" cap="none" strike="noStrike">
                <a:solidFill>
                  <a:schemeClr val="lt1"/>
                </a:solidFill>
                <a:latin typeface="Arial"/>
                <a:ea typeface="Arial"/>
                <a:cs typeface="Arial"/>
                <a:sym typeface="Arial"/>
              </a:rPr>
              <a:t>Paid Internship</a:t>
            </a:r>
            <a:endParaRPr b="1" i="0" sz="2000" u="none" cap="none" strike="noStrike">
              <a:solidFill>
                <a:schemeClr val="lt1"/>
              </a:solidFill>
              <a:latin typeface="Arial"/>
              <a:ea typeface="Arial"/>
              <a:cs typeface="Arial"/>
              <a:sym typeface="Arial"/>
            </a:endParaRPr>
          </a:p>
        </p:txBody>
      </p:sp>
      <p:sp>
        <p:nvSpPr>
          <p:cNvPr id="322" name="Google Shape;322;g3733c08bedb_0_46"/>
          <p:cNvSpPr/>
          <p:nvPr/>
        </p:nvSpPr>
        <p:spPr>
          <a:xfrm>
            <a:off x="7188911" y="2137902"/>
            <a:ext cx="15009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Publications/Patents/ Copyrights</a:t>
            </a:r>
            <a:endParaRPr b="1" i="0" sz="1600" u="none" cap="none" strike="noStrike">
              <a:solidFill>
                <a:schemeClr val="lt1"/>
              </a:solidFill>
              <a:latin typeface="Arial"/>
              <a:ea typeface="Arial"/>
              <a:cs typeface="Arial"/>
              <a:sym typeface="Arial"/>
            </a:endParaRPr>
          </a:p>
        </p:txBody>
      </p:sp>
      <p:sp>
        <p:nvSpPr>
          <p:cNvPr id="323" name="Google Shape;323;g3733c08bedb_0_46"/>
          <p:cNvSpPr/>
          <p:nvPr/>
        </p:nvSpPr>
        <p:spPr>
          <a:xfrm>
            <a:off x="7167956" y="1113012"/>
            <a:ext cx="1522500" cy="919500"/>
          </a:xfrm>
          <a:prstGeom prst="roundRect">
            <a:avLst>
              <a:gd fmla="val 16667" name="adj"/>
            </a:avLst>
          </a:prstGeom>
          <a:solidFill>
            <a:schemeClr val="accent2"/>
          </a:solidFill>
          <a:ln>
            <a:noFill/>
          </a:ln>
        </p:spPr>
        <p:txBody>
          <a:bodyPr anchorCtr="0" anchor="ctr" bIns="91425" lIns="91425" spcFirstLastPara="1" rIns="91425" wrap="square" tIns="91425">
            <a:noAutofit/>
          </a:bodyPr>
          <a:lstStyle/>
          <a:p>
            <a:pPr indent="0" lvl="0" marL="0" marR="0" rtl="0" algn="ctr">
              <a:spcBef>
                <a:spcPts val="0"/>
              </a:spcBef>
              <a:spcAft>
                <a:spcPts val="0"/>
              </a:spcAft>
              <a:buClr>
                <a:schemeClr val="lt1"/>
              </a:buClr>
              <a:buSzPts val="1600"/>
              <a:buFont typeface="Arial"/>
              <a:buNone/>
            </a:pPr>
            <a:r>
              <a:rPr b="1" i="0" lang="en-US" sz="1600" u="none" cap="none" strike="noStrike">
                <a:solidFill>
                  <a:schemeClr val="lt1"/>
                </a:solidFill>
                <a:latin typeface="Arial"/>
                <a:ea typeface="Arial"/>
                <a:cs typeface="Arial"/>
                <a:sym typeface="Arial"/>
              </a:rPr>
              <a:t>Recognition of Prior Learning</a:t>
            </a:r>
            <a:endParaRPr b="1" i="0" sz="1600" u="none" cap="none" strike="noStrike">
              <a:solidFill>
                <a:schemeClr val="lt1"/>
              </a:solidFill>
              <a:latin typeface="Arial"/>
              <a:ea typeface="Arial"/>
              <a:cs typeface="Arial"/>
              <a:sym typeface="Arial"/>
            </a:endParaRPr>
          </a:p>
        </p:txBody>
      </p:sp>
      <p:sp>
        <p:nvSpPr>
          <p:cNvPr id="324" name="Google Shape;324;g3733c08bedb_0_46"/>
          <p:cNvSpPr txBox="1"/>
          <p:nvPr/>
        </p:nvSpPr>
        <p:spPr>
          <a:xfrm>
            <a:off x="585216" y="3767328"/>
            <a:ext cx="7955400" cy="923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School to add relevant school specific examples of each category which students have taken in the past or students may take up in the coming term as mentioned above</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g3733c08bedb_0_60"/>
          <p:cNvSpPr txBox="1"/>
          <p:nvPr>
            <p:ph type="title"/>
          </p:nvPr>
        </p:nvSpPr>
        <p:spPr>
          <a:xfrm>
            <a:off x="1624013" y="599440"/>
            <a:ext cx="6071100" cy="8631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b="1" lang="en-US" sz="3200">
                <a:latin typeface="Times New Roman"/>
                <a:ea typeface="Times New Roman"/>
                <a:cs typeface="Times New Roman"/>
                <a:sym typeface="Times New Roman"/>
              </a:rPr>
            </a:br>
            <a:r>
              <a:rPr b="1" lang="en-US" sz="3200">
                <a:latin typeface="Times New Roman"/>
                <a:ea typeface="Times New Roman"/>
                <a:cs typeface="Times New Roman"/>
                <a:sym typeface="Times New Roman"/>
              </a:rPr>
              <a:t>Gamified Learning: Benefits</a:t>
            </a:r>
            <a:br>
              <a:rPr b="1" lang="en-US" sz="3200">
                <a:solidFill>
                  <a:srgbClr val="000000"/>
                </a:solidFill>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sp>
        <p:nvSpPr>
          <p:cNvPr id="330" name="Google Shape;330;g3733c08bedb_0_60"/>
          <p:cNvSpPr txBox="1"/>
          <p:nvPr>
            <p:ph idx="1" type="body"/>
          </p:nvPr>
        </p:nvSpPr>
        <p:spPr>
          <a:xfrm>
            <a:off x="628650" y="1666240"/>
            <a:ext cx="7886700" cy="4510800"/>
          </a:xfrm>
          <a:prstGeom prst="rect">
            <a:avLst/>
          </a:prstGeom>
          <a:noFill/>
          <a:ln>
            <a:noFill/>
          </a:ln>
        </p:spPr>
        <p:txBody>
          <a:bodyPr anchorCtr="0" anchor="t" bIns="45700" lIns="91425" spcFirstLastPara="1" rIns="91425" wrap="square" tIns="45700">
            <a:normAutofit/>
          </a:bodyPr>
          <a:lstStyle/>
          <a:p>
            <a:pPr indent="-76200" lvl="0" marL="228600" rtl="0" algn="l">
              <a:lnSpc>
                <a:spcPct val="90000"/>
              </a:lnSpc>
              <a:spcBef>
                <a:spcPts val="0"/>
              </a:spcBef>
              <a:spcAft>
                <a:spcPts val="0"/>
              </a:spcAft>
              <a:buClr>
                <a:schemeClr val="dk1"/>
              </a:buClr>
              <a:buSzPts val="2400"/>
              <a:buNone/>
            </a:pPr>
            <a:r>
              <a:t/>
            </a:r>
            <a:endParaRPr sz="2400">
              <a:latin typeface="Arial"/>
              <a:ea typeface="Arial"/>
              <a:cs typeface="Arial"/>
              <a:sym typeface="Arial"/>
            </a:endParaRPr>
          </a:p>
          <a:p>
            <a:pPr indent="-76200" lvl="0" marL="228600" rtl="0" algn="l">
              <a:lnSpc>
                <a:spcPct val="90000"/>
              </a:lnSpc>
              <a:spcBef>
                <a:spcPts val="1000"/>
              </a:spcBef>
              <a:spcAft>
                <a:spcPts val="0"/>
              </a:spcAft>
              <a:buClr>
                <a:schemeClr val="dk1"/>
              </a:buClr>
              <a:buSzPts val="2400"/>
              <a:buNone/>
            </a:pPr>
            <a:r>
              <a:t/>
            </a:r>
            <a:endParaRPr sz="2400">
              <a:latin typeface="Arial"/>
              <a:ea typeface="Arial"/>
              <a:cs typeface="Arial"/>
              <a:sym typeface="Arial"/>
            </a:endParaRPr>
          </a:p>
          <a:p>
            <a:pPr indent="-76200" lvl="0" marL="228600" rtl="0" algn="l">
              <a:lnSpc>
                <a:spcPct val="90000"/>
              </a:lnSpc>
              <a:spcBef>
                <a:spcPts val="1000"/>
              </a:spcBef>
              <a:spcAft>
                <a:spcPts val="0"/>
              </a:spcAft>
              <a:buClr>
                <a:schemeClr val="dk1"/>
              </a:buClr>
              <a:buSzPts val="2400"/>
              <a:buNone/>
            </a:pPr>
            <a:r>
              <a:t/>
            </a:r>
            <a:endParaRPr sz="2400">
              <a:latin typeface="Arial"/>
              <a:ea typeface="Arial"/>
              <a:cs typeface="Arial"/>
              <a:sym typeface="Arial"/>
            </a:endParaRPr>
          </a:p>
          <a:p>
            <a:pPr indent="-76200" lvl="0" marL="228600" rtl="0" algn="l">
              <a:lnSpc>
                <a:spcPct val="90000"/>
              </a:lnSpc>
              <a:spcBef>
                <a:spcPts val="1000"/>
              </a:spcBef>
              <a:spcAft>
                <a:spcPts val="0"/>
              </a:spcAft>
              <a:buClr>
                <a:schemeClr val="dk1"/>
              </a:buClr>
              <a:buSzPts val="2400"/>
              <a:buNone/>
            </a:pPr>
            <a:r>
              <a:t/>
            </a:r>
            <a:endParaRPr sz="2400">
              <a:latin typeface="Arial"/>
              <a:ea typeface="Arial"/>
              <a:cs typeface="Arial"/>
              <a:sym typeface="Arial"/>
            </a:endParaRPr>
          </a:p>
        </p:txBody>
      </p:sp>
      <p:grpSp>
        <p:nvGrpSpPr>
          <p:cNvPr id="331" name="Google Shape;331;g3733c08bedb_0_60"/>
          <p:cNvGrpSpPr/>
          <p:nvPr/>
        </p:nvGrpSpPr>
        <p:grpSpPr>
          <a:xfrm>
            <a:off x="634356" y="1865496"/>
            <a:ext cx="7886781" cy="4271895"/>
            <a:chOff x="-16" y="39679"/>
            <a:chExt cx="10515708" cy="4271895"/>
          </a:xfrm>
        </p:grpSpPr>
        <p:sp>
          <p:nvSpPr>
            <p:cNvPr id="332" name="Google Shape;332;g3733c08bedb_0_60"/>
            <p:cNvSpPr/>
            <p:nvPr/>
          </p:nvSpPr>
          <p:spPr>
            <a:xfrm>
              <a:off x="-16" y="39679"/>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733c08bedb_0_60"/>
            <p:cNvSpPr txBox="1"/>
            <p:nvPr/>
          </p:nvSpPr>
          <p:spPr>
            <a:xfrm>
              <a:off x="-16" y="39679"/>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Course Exemption</a:t>
              </a:r>
              <a:endParaRPr/>
            </a:p>
          </p:txBody>
        </p:sp>
        <p:sp>
          <p:nvSpPr>
            <p:cNvPr id="334" name="Google Shape;334;g3733c08bedb_0_60"/>
            <p:cNvSpPr/>
            <p:nvPr/>
          </p:nvSpPr>
          <p:spPr>
            <a:xfrm>
              <a:off x="3614738" y="39679"/>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733c08bedb_0_60"/>
            <p:cNvSpPr txBox="1"/>
            <p:nvPr/>
          </p:nvSpPr>
          <p:spPr>
            <a:xfrm>
              <a:off x="3614738" y="39679"/>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Grade Upgradation</a:t>
              </a:r>
              <a:endParaRPr/>
            </a:p>
          </p:txBody>
        </p:sp>
        <p:sp>
          <p:nvSpPr>
            <p:cNvPr id="336" name="Google Shape;336;g3733c08bedb_0_60"/>
            <p:cNvSpPr/>
            <p:nvPr/>
          </p:nvSpPr>
          <p:spPr>
            <a:xfrm>
              <a:off x="7229492" y="39679"/>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733c08bedb_0_60"/>
            <p:cNvSpPr txBox="1"/>
            <p:nvPr/>
          </p:nvSpPr>
          <p:spPr>
            <a:xfrm>
              <a:off x="7229492" y="39679"/>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No Pen-Paper based Evaluation</a:t>
              </a:r>
              <a:endParaRPr/>
            </a:p>
          </p:txBody>
        </p:sp>
        <p:sp>
          <p:nvSpPr>
            <p:cNvPr id="338" name="Google Shape;338;g3733c08bedb_0_60"/>
            <p:cNvSpPr/>
            <p:nvPr/>
          </p:nvSpPr>
          <p:spPr>
            <a:xfrm>
              <a:off x="-16" y="2339974"/>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g3733c08bedb_0_60"/>
            <p:cNvSpPr txBox="1"/>
            <p:nvPr/>
          </p:nvSpPr>
          <p:spPr>
            <a:xfrm>
              <a:off x="-16" y="2339974"/>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Attendance Relaxation </a:t>
              </a:r>
              <a:endParaRPr/>
            </a:p>
          </p:txBody>
        </p:sp>
        <p:sp>
          <p:nvSpPr>
            <p:cNvPr id="340" name="Google Shape;340;g3733c08bedb_0_60"/>
            <p:cNvSpPr/>
            <p:nvPr/>
          </p:nvSpPr>
          <p:spPr>
            <a:xfrm>
              <a:off x="3614738" y="2339974"/>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733c08bedb_0_60"/>
            <p:cNvSpPr txBox="1"/>
            <p:nvPr/>
          </p:nvSpPr>
          <p:spPr>
            <a:xfrm>
              <a:off x="3614738" y="2339974"/>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Duty Leaves</a:t>
              </a:r>
              <a:endParaRPr/>
            </a:p>
          </p:txBody>
        </p:sp>
        <p:sp>
          <p:nvSpPr>
            <p:cNvPr id="342" name="Google Shape;342;g3733c08bedb_0_60"/>
            <p:cNvSpPr/>
            <p:nvPr/>
          </p:nvSpPr>
          <p:spPr>
            <a:xfrm>
              <a:off x="7229492" y="2339974"/>
              <a:ext cx="3286200" cy="1971600"/>
            </a:xfrm>
            <a:prstGeom prst="rect">
              <a:avLst/>
            </a:prstGeom>
            <a:gradFill>
              <a:gsLst>
                <a:gs pos="0">
                  <a:srgbClr val="EC8155"/>
                </a:gs>
                <a:gs pos="50000">
                  <a:srgbClr val="F26E27"/>
                </a:gs>
                <a:gs pos="100000">
                  <a:srgbClr val="DF5D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g3733c08bedb_0_60"/>
            <p:cNvSpPr txBox="1"/>
            <p:nvPr/>
          </p:nvSpPr>
          <p:spPr>
            <a:xfrm>
              <a:off x="7229492" y="2339974"/>
              <a:ext cx="3286200" cy="1971600"/>
            </a:xfrm>
            <a:prstGeom prst="rect">
              <a:avLst/>
            </a:prstGeom>
            <a:noFill/>
            <a:ln>
              <a:noFill/>
            </a:ln>
          </p:spPr>
          <p:txBody>
            <a:bodyPr anchorCtr="0" anchor="ctr" bIns="137150" lIns="137150" spcFirstLastPara="1" rIns="137150" wrap="square" tIns="137150">
              <a:noAutofit/>
            </a:bodyPr>
            <a:lstStyle/>
            <a:p>
              <a:pPr indent="0" lvl="0" marL="0" marR="0" rtl="0" algn="ctr">
                <a:lnSpc>
                  <a:spcPct val="100000"/>
                </a:lnSpc>
                <a:spcBef>
                  <a:spcPts val="0"/>
                </a:spcBef>
                <a:spcAft>
                  <a:spcPts val="0"/>
                </a:spcAft>
                <a:buNone/>
              </a:pPr>
              <a:r>
                <a:rPr lang="en-US" sz="3600">
                  <a:solidFill>
                    <a:schemeClr val="dk1"/>
                  </a:solidFill>
                  <a:latin typeface="Arial"/>
                  <a:ea typeface="Arial"/>
                  <a:cs typeface="Arial"/>
                  <a:sym typeface="Arial"/>
                </a:rPr>
                <a:t>Value Addition in Academic Transcript</a:t>
              </a: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733c08bedb_0_78"/>
          <p:cNvSpPr txBox="1"/>
          <p:nvPr>
            <p:ph type="title"/>
          </p:nvPr>
        </p:nvSpPr>
        <p:spPr>
          <a:xfrm>
            <a:off x="628650" y="635001"/>
            <a:ext cx="7886700" cy="5481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000" u="sng">
                <a:latin typeface="Times New Roman"/>
                <a:ea typeface="Times New Roman"/>
                <a:cs typeface="Times New Roman"/>
                <a:sym typeface="Times New Roman"/>
              </a:rPr>
              <a:t>Pillar II: Revenue Generation</a:t>
            </a:r>
            <a:endParaRPr b="1" sz="4000" u="sng">
              <a:latin typeface="Times New Roman"/>
              <a:ea typeface="Times New Roman"/>
              <a:cs typeface="Times New Roman"/>
              <a:sym typeface="Times New Roman"/>
            </a:endParaRPr>
          </a:p>
        </p:txBody>
      </p:sp>
      <p:sp>
        <p:nvSpPr>
          <p:cNvPr id="349" name="Google Shape;349;g3733c08bedb_0_78"/>
          <p:cNvSpPr txBox="1"/>
          <p:nvPr>
            <p:ph idx="1" type="body"/>
          </p:nvPr>
        </p:nvSpPr>
        <p:spPr>
          <a:xfrm>
            <a:off x="342900" y="1600200"/>
            <a:ext cx="6171000" cy="4524300"/>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800"/>
              <a:buNone/>
            </a:pPr>
            <a:r>
              <a:t/>
            </a:r>
            <a:endParaRPr/>
          </a:p>
          <a:p>
            <a:pPr indent="0" lvl="0" marL="0" rtl="0" algn="just">
              <a:lnSpc>
                <a:spcPct val="90000"/>
              </a:lnSpc>
              <a:spcBef>
                <a:spcPts val="1000"/>
              </a:spcBef>
              <a:spcAft>
                <a:spcPts val="0"/>
              </a:spcAft>
              <a:buClr>
                <a:schemeClr val="dk1"/>
              </a:buClr>
              <a:buSzPts val="2800"/>
              <a:buNone/>
            </a:pPr>
            <a:r>
              <a:rPr lang="en-US"/>
              <a:t> </a:t>
            </a:r>
            <a:endParaRPr/>
          </a:p>
        </p:txBody>
      </p:sp>
      <p:sp>
        <p:nvSpPr>
          <p:cNvPr id="350" name="Google Shape;350;g3733c08bedb_0_78"/>
          <p:cNvSpPr txBox="1"/>
          <p:nvPr/>
        </p:nvSpPr>
        <p:spPr>
          <a:xfrm>
            <a:off x="320041" y="1181735"/>
            <a:ext cx="5086500" cy="44946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None/>
            </a:pPr>
            <a:r>
              <a:rPr b="1" lang="en-US" sz="2400">
                <a:solidFill>
                  <a:srgbClr val="FF0000"/>
                </a:solidFill>
                <a:latin typeface="Arial"/>
                <a:ea typeface="Arial"/>
                <a:cs typeface="Arial"/>
                <a:sym typeface="Arial"/>
              </a:rPr>
              <a:t>Where would Revenue Generation come from?</a:t>
            </a:r>
            <a:endParaRPr sz="2400">
              <a:solidFill>
                <a:srgbClr val="FF0000"/>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Industry/field consultancy projects</a:t>
            </a:r>
            <a:endParaRPr sz="24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Freelancing activities</a:t>
            </a:r>
            <a:endParaRPr sz="24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Paid internships</a:t>
            </a:r>
            <a:endParaRPr sz="2400">
              <a:solidFill>
                <a:schemeClr val="dk1"/>
              </a:solidFill>
              <a:latin typeface="Arial"/>
              <a:ea typeface="Arial"/>
              <a:cs typeface="Arial"/>
              <a:sym typeface="Arial"/>
            </a:endParaRPr>
          </a:p>
          <a:p>
            <a:pPr indent="-285750" lvl="0" marL="285750" marR="0" rtl="0" algn="l">
              <a:lnSpc>
                <a:spcPct val="150000"/>
              </a:lnSpc>
              <a:spcBef>
                <a:spcPts val="0"/>
              </a:spcBef>
              <a:spcAft>
                <a:spcPts val="0"/>
              </a:spcAft>
              <a:buClr>
                <a:schemeClr val="dk1"/>
              </a:buClr>
              <a:buSzPts val="2400"/>
              <a:buFont typeface="Noto Sans Symbols"/>
              <a:buChar char="✔"/>
            </a:pPr>
            <a:r>
              <a:rPr lang="en-US" sz="2400">
                <a:solidFill>
                  <a:schemeClr val="dk1"/>
                </a:solidFill>
                <a:latin typeface="Arial"/>
                <a:ea typeface="Arial"/>
                <a:cs typeface="Arial"/>
                <a:sym typeface="Arial"/>
              </a:rPr>
              <a:t>Establishing start- ups and entrepreneurial venture</a:t>
            </a:r>
            <a:endParaRPr b="1" sz="2400">
              <a:solidFill>
                <a:schemeClr val="dk1"/>
              </a:solidFill>
              <a:latin typeface="Arial"/>
              <a:ea typeface="Arial"/>
              <a:cs typeface="Arial"/>
              <a:sym typeface="Arial"/>
            </a:endParaRPr>
          </a:p>
          <a:p>
            <a:pPr indent="0" lvl="0" marL="0" marR="0" rtl="0" algn="l">
              <a:lnSpc>
                <a:spcPct val="150000"/>
              </a:lnSpc>
              <a:spcBef>
                <a:spcPts val="0"/>
              </a:spcBef>
              <a:spcAft>
                <a:spcPts val="0"/>
              </a:spcAft>
              <a:buNone/>
            </a:pPr>
            <a:r>
              <a:rPr b="1" lang="en-US" sz="2400">
                <a:solidFill>
                  <a:srgbClr val="FF0000"/>
                </a:solidFill>
                <a:latin typeface="Arial"/>
                <a:ea typeface="Arial"/>
                <a:cs typeface="Arial"/>
                <a:sym typeface="Arial"/>
              </a:rPr>
              <a:t>Through University support:</a:t>
            </a:r>
            <a:endParaRPr b="1" sz="2400">
              <a:solidFill>
                <a:srgbClr val="FF0000"/>
              </a:solidFill>
              <a:latin typeface="Arial"/>
              <a:ea typeface="Arial"/>
              <a:cs typeface="Arial"/>
              <a:sym typeface="Arial"/>
            </a:endParaRPr>
          </a:p>
          <a:p>
            <a:pPr indent="-513715" lvl="1" marL="615315" marR="0" rtl="0" algn="l">
              <a:lnSpc>
                <a:spcPct val="150000"/>
              </a:lnSpc>
              <a:spcBef>
                <a:spcPts val="0"/>
              </a:spcBef>
              <a:spcAft>
                <a:spcPts val="0"/>
              </a:spcAft>
              <a:buClr>
                <a:schemeClr val="dk1"/>
              </a:buClr>
              <a:buSzPts val="2400"/>
              <a:buFont typeface="Play"/>
              <a:buAutoNum type="romanLcPeriod"/>
            </a:pPr>
            <a:r>
              <a:rPr b="0" i="0" lang="en-US" sz="2400" u="none" cap="none" strike="noStrike">
                <a:solidFill>
                  <a:schemeClr val="dk1"/>
                </a:solidFill>
                <a:latin typeface="Arial"/>
                <a:ea typeface="Arial"/>
                <a:cs typeface="Arial"/>
                <a:sym typeface="Arial"/>
              </a:rPr>
              <a:t>Earn while Learn opportunities </a:t>
            </a:r>
            <a:endParaRPr b="0" i="0" sz="2400" u="none" cap="none" strike="noStrike">
              <a:solidFill>
                <a:schemeClr val="dk1"/>
              </a:solidFill>
              <a:latin typeface="Arial"/>
              <a:ea typeface="Arial"/>
              <a:cs typeface="Arial"/>
              <a:sym typeface="Arial"/>
            </a:endParaRPr>
          </a:p>
          <a:p>
            <a:pPr indent="-513715" lvl="1" marL="647065" marR="0" rtl="0" algn="l">
              <a:lnSpc>
                <a:spcPct val="150000"/>
              </a:lnSpc>
              <a:spcBef>
                <a:spcPts val="0"/>
              </a:spcBef>
              <a:spcAft>
                <a:spcPts val="0"/>
              </a:spcAft>
              <a:buClr>
                <a:schemeClr val="dk1"/>
              </a:buClr>
              <a:buSzPts val="2400"/>
              <a:buFont typeface="Play"/>
              <a:buAutoNum type="romanLcPeriod"/>
            </a:pPr>
            <a:r>
              <a:rPr b="0" i="0" lang="en-US" sz="2400" u="none" cap="none" strike="noStrike">
                <a:solidFill>
                  <a:schemeClr val="dk1"/>
                </a:solidFill>
                <a:latin typeface="Arial"/>
                <a:ea typeface="Arial"/>
                <a:cs typeface="Arial"/>
                <a:sym typeface="Arial"/>
              </a:rPr>
              <a:t>Incentives for Publication/Patent/Copyright</a:t>
            </a:r>
            <a:endParaRPr b="0" i="0" sz="2400" u="none" cap="none" strike="noStrike">
              <a:solidFill>
                <a:schemeClr val="dk1"/>
              </a:solidFill>
              <a:latin typeface="Arial"/>
              <a:ea typeface="Arial"/>
              <a:cs typeface="Arial"/>
              <a:sym typeface="Arial"/>
            </a:endParaRPr>
          </a:p>
          <a:p>
            <a:pPr indent="-133350" lvl="0" marL="285750" marR="0" rtl="0" algn="l">
              <a:lnSpc>
                <a:spcPct val="150000"/>
              </a:lnSpc>
              <a:spcBef>
                <a:spcPts val="0"/>
              </a:spcBef>
              <a:spcAft>
                <a:spcPts val="0"/>
              </a:spcAft>
              <a:buClr>
                <a:schemeClr val="dk1"/>
              </a:buClr>
              <a:buSzPts val="2400"/>
              <a:buFont typeface="Noto Sans Symbols"/>
              <a:buNone/>
            </a:pPr>
            <a:r>
              <a:t/>
            </a:r>
            <a:endParaRPr sz="2400">
              <a:solidFill>
                <a:schemeClr val="dk1"/>
              </a:solidFill>
              <a:latin typeface="Arial"/>
              <a:ea typeface="Arial"/>
              <a:cs typeface="Arial"/>
              <a:sym typeface="Arial"/>
            </a:endParaRPr>
          </a:p>
          <a:p>
            <a:pPr indent="-171450" lvl="0" marL="285750" marR="0" rtl="0" algn="l">
              <a:lnSpc>
                <a:spcPct val="90000"/>
              </a:lnSpc>
              <a:spcBef>
                <a:spcPts val="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
        <p:nvSpPr>
          <p:cNvPr id="351" name="Google Shape;351;g3733c08bedb_0_78"/>
          <p:cNvSpPr/>
          <p:nvPr/>
        </p:nvSpPr>
        <p:spPr>
          <a:xfrm>
            <a:off x="5715000" y="1568450"/>
            <a:ext cx="2834700" cy="3721200"/>
          </a:xfrm>
          <a:prstGeom prst="roundRect">
            <a:avLst>
              <a:gd fmla="val 16667" name="adj"/>
            </a:avLst>
          </a:prstGeom>
          <a:solidFill>
            <a:srgbClr val="BEF2C7"/>
          </a:solidFill>
          <a:ln cap="flat" cmpd="sng" w="19050">
            <a:solidFill>
              <a:srgbClr val="08283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lang="en-US" sz="2400">
                <a:solidFill>
                  <a:schemeClr val="dk1"/>
                </a:solidFill>
                <a:latin typeface="Arial"/>
                <a:ea typeface="Arial"/>
                <a:cs typeface="Arial"/>
                <a:sym typeface="Arial"/>
              </a:rPr>
              <a:t>You should be able to generate </a:t>
            </a:r>
            <a:r>
              <a:rPr b="1" lang="en-US" sz="2400">
                <a:solidFill>
                  <a:schemeClr val="dk1"/>
                </a:solidFill>
                <a:latin typeface="Arial"/>
                <a:ea typeface="Arial"/>
                <a:cs typeface="Arial"/>
                <a:sym typeface="Arial"/>
              </a:rPr>
              <a:t>at least 50 % age </a:t>
            </a:r>
            <a:r>
              <a:rPr lang="en-US" sz="2400">
                <a:solidFill>
                  <a:schemeClr val="dk1"/>
                </a:solidFill>
                <a:latin typeface="Arial"/>
                <a:ea typeface="Arial"/>
                <a:cs typeface="Arial"/>
                <a:sym typeface="Arial"/>
              </a:rPr>
              <a:t>of your semester fee every semester</a:t>
            </a:r>
            <a:endParaRPr sz="2400">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grpSp>
        <p:nvGrpSpPr>
          <p:cNvPr id="356" name="Google Shape;356;g3733c08bedb_0_85"/>
          <p:cNvGrpSpPr/>
          <p:nvPr/>
        </p:nvGrpSpPr>
        <p:grpSpPr>
          <a:xfrm>
            <a:off x="3400834" y="1425810"/>
            <a:ext cx="2110561" cy="1370431"/>
            <a:chOff x="4206240" y="252837"/>
            <a:chExt cx="2366100" cy="1535325"/>
          </a:xfrm>
        </p:grpSpPr>
        <p:sp>
          <p:nvSpPr>
            <p:cNvPr id="357" name="Google Shape;357;g3733c08bedb_0_85"/>
            <p:cNvSpPr/>
            <p:nvPr/>
          </p:nvSpPr>
          <p:spPr>
            <a:xfrm>
              <a:off x="4206240" y="252837"/>
              <a:ext cx="2366100" cy="1502400"/>
            </a:xfrm>
            <a:prstGeom prst="roundRect">
              <a:avLst>
                <a:gd fmla="val 10000" name="adj"/>
              </a:avLst>
            </a:prstGeom>
            <a:solidFill>
              <a:schemeClr val="lt1">
                <a:alpha val="89800"/>
              </a:schemeClr>
            </a:solidFill>
            <a:ln cap="flat" cmpd="sng" w="19050">
              <a:solidFill>
                <a:srgbClr val="0C9ED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8" name="Google Shape;358;g3733c08bedb_0_85"/>
            <p:cNvSpPr txBox="1"/>
            <p:nvPr/>
          </p:nvSpPr>
          <p:spPr>
            <a:xfrm>
              <a:off x="4250244" y="405762"/>
              <a:ext cx="2277900" cy="1382400"/>
            </a:xfrm>
            <a:prstGeom prst="rect">
              <a:avLst/>
            </a:prstGeom>
            <a:noFill/>
            <a:ln>
              <a:noFill/>
            </a:ln>
          </p:spPr>
          <p:txBody>
            <a:bodyPr anchorCtr="0" anchor="ctr" bIns="76200" lIns="76200" spcFirstLastPara="1" rIns="76200" wrap="square" tIns="76200">
              <a:noAutofit/>
            </a:bodyPr>
            <a:lstStyle/>
            <a:p>
              <a:pPr indent="0" lvl="0" marL="0" marR="0" rtl="0" algn="ctr">
                <a:spcBef>
                  <a:spcPts val="0"/>
                </a:spcBef>
                <a:spcAft>
                  <a:spcPts val="0"/>
                </a:spcAft>
                <a:buClr>
                  <a:schemeClr val="dk1"/>
                </a:buClr>
                <a:buSzPts val="1800"/>
                <a:buFont typeface="Arial"/>
                <a:buNone/>
              </a:pPr>
              <a:r>
                <a:rPr b="1" lang="en-US" sz="1800">
                  <a:solidFill>
                    <a:schemeClr val="dk1"/>
                  </a:solidFill>
                  <a:latin typeface="Arial"/>
                  <a:ea typeface="Arial"/>
                  <a:cs typeface="Arial"/>
                  <a:sym typeface="Arial"/>
                </a:rPr>
                <a:t>Student Centric Revenue Generation</a:t>
              </a:r>
              <a:endParaRPr b="1" sz="1800">
                <a:solidFill>
                  <a:schemeClr val="dk1"/>
                </a:solidFill>
                <a:latin typeface="Arial"/>
                <a:ea typeface="Arial"/>
                <a:cs typeface="Arial"/>
                <a:sym typeface="Arial"/>
              </a:endParaRPr>
            </a:p>
          </p:txBody>
        </p:sp>
      </p:grpSp>
      <p:grpSp>
        <p:nvGrpSpPr>
          <p:cNvPr id="359" name="Google Shape;359;g3733c08bedb_0_85"/>
          <p:cNvGrpSpPr/>
          <p:nvPr/>
        </p:nvGrpSpPr>
        <p:grpSpPr>
          <a:xfrm>
            <a:off x="1223683" y="1506493"/>
            <a:ext cx="1516433" cy="1208981"/>
            <a:chOff x="2760345" y="2443368"/>
            <a:chExt cx="2366100" cy="1502400"/>
          </a:xfrm>
        </p:grpSpPr>
        <p:sp>
          <p:nvSpPr>
            <p:cNvPr id="360" name="Google Shape;360;g3733c08bedb_0_85"/>
            <p:cNvSpPr/>
            <p:nvPr/>
          </p:nvSpPr>
          <p:spPr>
            <a:xfrm>
              <a:off x="2760345" y="2443368"/>
              <a:ext cx="2366100" cy="1502400"/>
            </a:xfrm>
            <a:prstGeom prst="roundRect">
              <a:avLst>
                <a:gd fmla="val 10000" name="adj"/>
              </a:avLst>
            </a:prstGeom>
            <a:solidFill>
              <a:schemeClr val="lt1">
                <a:alpha val="89800"/>
              </a:schemeClr>
            </a:solidFill>
            <a:ln cap="flat" cmpd="sng" w="19050">
              <a:solidFill>
                <a:srgbClr val="4EA62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1" name="Google Shape;361;g3733c08bedb_0_85"/>
            <p:cNvSpPr txBox="1"/>
            <p:nvPr/>
          </p:nvSpPr>
          <p:spPr>
            <a:xfrm>
              <a:off x="2804347" y="2487370"/>
              <a:ext cx="2277900" cy="1414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Course Exemption/</a:t>
              </a:r>
              <a:r>
                <a:rPr b="1" lang="en-US" sz="1800">
                  <a:solidFill>
                    <a:srgbClr val="000000"/>
                  </a:solidFill>
                  <a:latin typeface="Arial"/>
                  <a:ea typeface="Arial"/>
                  <a:cs typeface="Arial"/>
                  <a:sym typeface="Arial"/>
                </a:rPr>
                <a:t>G</a:t>
              </a:r>
              <a:r>
                <a:rPr b="1" i="0" lang="en-US" sz="1800" u="none" cap="none" strike="noStrike">
                  <a:solidFill>
                    <a:srgbClr val="000000"/>
                  </a:solidFill>
                  <a:latin typeface="Arial"/>
                  <a:ea typeface="Arial"/>
                  <a:cs typeface="Arial"/>
                  <a:sym typeface="Arial"/>
                </a:rPr>
                <a:t>rade upgradation</a:t>
              </a:r>
              <a:endParaRPr b="1" i="0" sz="1800" u="none" cap="none" strike="noStrike">
                <a:solidFill>
                  <a:srgbClr val="000000"/>
                </a:solidFill>
                <a:latin typeface="Arial"/>
                <a:ea typeface="Arial"/>
                <a:cs typeface="Arial"/>
                <a:sym typeface="Arial"/>
              </a:endParaRPr>
            </a:p>
          </p:txBody>
        </p:sp>
      </p:grpSp>
      <p:grpSp>
        <p:nvGrpSpPr>
          <p:cNvPr id="362" name="Google Shape;362;g3733c08bedb_0_85"/>
          <p:cNvGrpSpPr/>
          <p:nvPr/>
        </p:nvGrpSpPr>
        <p:grpSpPr>
          <a:xfrm>
            <a:off x="6093756" y="1499665"/>
            <a:ext cx="1657409" cy="1167064"/>
            <a:chOff x="5652135" y="2443368"/>
            <a:chExt cx="2500240" cy="1502400"/>
          </a:xfrm>
        </p:grpSpPr>
        <p:sp>
          <p:nvSpPr>
            <p:cNvPr id="363" name="Google Shape;363;g3733c08bedb_0_85"/>
            <p:cNvSpPr/>
            <p:nvPr/>
          </p:nvSpPr>
          <p:spPr>
            <a:xfrm>
              <a:off x="5652135" y="2443368"/>
              <a:ext cx="2322000" cy="1502400"/>
            </a:xfrm>
            <a:prstGeom prst="roundRect">
              <a:avLst>
                <a:gd fmla="val 10000" name="adj"/>
              </a:avLst>
            </a:prstGeom>
            <a:solidFill>
              <a:schemeClr val="lt1">
                <a:alpha val="89800"/>
              </a:schemeClr>
            </a:solidFill>
            <a:ln cap="flat" cmpd="sng" w="19050">
              <a:solidFill>
                <a:srgbClr val="4EA62C"/>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g3733c08bedb_0_85"/>
            <p:cNvSpPr txBox="1"/>
            <p:nvPr/>
          </p:nvSpPr>
          <p:spPr>
            <a:xfrm>
              <a:off x="5874475" y="2476335"/>
              <a:ext cx="2277900" cy="141450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Duty Leave</a:t>
              </a:r>
              <a:endParaRPr b="1" i="0" sz="1800" u="none" cap="none" strike="noStrike">
                <a:solidFill>
                  <a:srgbClr val="000000"/>
                </a:solidFill>
                <a:latin typeface="Arial"/>
                <a:ea typeface="Arial"/>
                <a:cs typeface="Arial"/>
                <a:sym typeface="Arial"/>
              </a:endParaRPr>
            </a:p>
          </p:txBody>
        </p:sp>
      </p:grpSp>
      <p:sp>
        <p:nvSpPr>
          <p:cNvPr id="365" name="Google Shape;365;g3733c08bedb_0_85"/>
          <p:cNvSpPr/>
          <p:nvPr/>
        </p:nvSpPr>
        <p:spPr>
          <a:xfrm>
            <a:off x="2827371" y="1891523"/>
            <a:ext cx="466500" cy="413400"/>
          </a:xfrm>
          <a:prstGeom prst="leftArrow">
            <a:avLst>
              <a:gd fmla="val 50000" name="adj1"/>
              <a:gd fmla="val 50000" name="adj2"/>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6" name="Google Shape;366;g3733c08bedb_0_85"/>
          <p:cNvSpPr/>
          <p:nvPr/>
        </p:nvSpPr>
        <p:spPr>
          <a:xfrm rot="10800000">
            <a:off x="5601464" y="1891481"/>
            <a:ext cx="466500" cy="413400"/>
          </a:xfrm>
          <a:prstGeom prst="leftArrow">
            <a:avLst>
              <a:gd fmla="val 50000" name="adj1"/>
              <a:gd fmla="val 50000" name="adj2"/>
            </a:avLst>
          </a:prstGeom>
          <a:solidFill>
            <a:schemeClr val="accent1"/>
          </a:solidFill>
          <a:ln cap="flat" cmpd="sng" w="19050">
            <a:solidFill>
              <a:srgbClr val="0F46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Arial"/>
              <a:ea typeface="Arial"/>
              <a:cs typeface="Arial"/>
              <a:sym typeface="Arial"/>
            </a:endParaRPr>
          </a:p>
        </p:txBody>
      </p:sp>
      <p:sp>
        <p:nvSpPr>
          <p:cNvPr id="367" name="Google Shape;367;g3733c08bedb_0_85"/>
          <p:cNvSpPr txBox="1"/>
          <p:nvPr/>
        </p:nvSpPr>
        <p:spPr>
          <a:xfrm>
            <a:off x="556260" y="3718357"/>
            <a:ext cx="3718500" cy="2270400"/>
          </a:xfrm>
          <a:prstGeom prst="rect">
            <a:avLst/>
          </a:prstGeom>
          <a:solidFill>
            <a:schemeClr val="lt1"/>
          </a:solidFill>
          <a:ln cap="flat" cmpd="sng" w="19050">
            <a:solidFill>
              <a:schemeClr val="accent1"/>
            </a:solidFill>
            <a:prstDash val="solid"/>
            <a:miter lim="800000"/>
            <a:headEnd len="sm" w="sm" type="none"/>
            <a:tailEnd len="sm" w="sm" type="none"/>
          </a:ln>
        </p:spPr>
        <p:txBody>
          <a:bodyPr anchorCtr="0" anchor="t" bIns="45700" lIns="91425" spcFirstLastPara="1" rIns="91425" wrap="square" tIns="45700">
            <a:noAutofit/>
          </a:bodyPr>
          <a:lstStyle/>
          <a:p>
            <a:pPr indent="-228600" lvl="0" marL="2286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Earn exemptions from your revenue generation endeavors </a:t>
            </a:r>
            <a:endParaRPr sz="2400">
              <a:solidFill>
                <a:schemeClr val="dk1"/>
              </a:solidFill>
              <a:latin typeface="Arial"/>
              <a:ea typeface="Arial"/>
              <a:cs typeface="Arial"/>
              <a:sym typeface="Arial"/>
            </a:endParaRPr>
          </a:p>
          <a:p>
            <a:pPr indent="-228600" lvl="0" marL="228600" marR="0" rtl="0" algn="just">
              <a:lnSpc>
                <a:spcPct val="150000"/>
              </a:lnSpc>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Earn Academic benefits on revenues above 50,000 (in 6 months)</a:t>
            </a:r>
            <a:endParaRPr sz="2400">
              <a:solidFill>
                <a:schemeClr val="dk1"/>
              </a:solidFill>
              <a:latin typeface="Arial"/>
              <a:ea typeface="Arial"/>
              <a:cs typeface="Arial"/>
              <a:sym typeface="Arial"/>
            </a:endParaRPr>
          </a:p>
          <a:p>
            <a:pPr indent="-76200" lvl="2" marL="1143000" marR="0" rtl="0" algn="just">
              <a:lnSpc>
                <a:spcPct val="90000"/>
              </a:lnSpc>
              <a:spcBef>
                <a:spcPts val="500"/>
              </a:spcBef>
              <a:spcAft>
                <a:spcPts val="0"/>
              </a:spcAft>
              <a:buClr>
                <a:schemeClr val="dk1"/>
              </a:buClr>
              <a:buSzPts val="2400"/>
              <a:buFont typeface="Noto Sans Symbols"/>
              <a:buNone/>
            </a:pPr>
            <a:r>
              <a:t/>
            </a:r>
            <a:endParaRPr b="1" i="0" sz="2400" u="none" cap="none" strike="noStrike">
              <a:solidFill>
                <a:schemeClr val="dk1"/>
              </a:solidFill>
              <a:latin typeface="Arial"/>
              <a:ea typeface="Arial"/>
              <a:cs typeface="Arial"/>
              <a:sym typeface="Arial"/>
            </a:endParaRPr>
          </a:p>
        </p:txBody>
      </p:sp>
      <p:sp>
        <p:nvSpPr>
          <p:cNvPr id="368" name="Google Shape;368;g3733c08bedb_0_85"/>
          <p:cNvSpPr txBox="1"/>
          <p:nvPr/>
        </p:nvSpPr>
        <p:spPr>
          <a:xfrm>
            <a:off x="4697730" y="2932862"/>
            <a:ext cx="4069200" cy="3696600"/>
          </a:xfrm>
          <a:prstGeom prst="rect">
            <a:avLst/>
          </a:prstGeom>
          <a:solidFill>
            <a:schemeClr val="lt1"/>
          </a:solidFill>
          <a:ln cap="flat" cmpd="sng" w="19050">
            <a:solidFill>
              <a:schemeClr val="accent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FF0000"/>
              </a:buClr>
              <a:buSzPts val="2000"/>
              <a:buFont typeface="Arial"/>
              <a:buNone/>
            </a:pPr>
            <a:r>
              <a:rPr b="1" lang="en-US" sz="2000" u="sng">
                <a:solidFill>
                  <a:srgbClr val="FF0000"/>
                </a:solidFill>
                <a:latin typeface="Arial"/>
                <a:ea typeface="Arial"/>
                <a:cs typeface="Arial"/>
                <a:sym typeface="Arial"/>
              </a:rPr>
              <a:t>Important Points</a:t>
            </a:r>
            <a:r>
              <a:rPr lang="en-US" sz="2000" u="sng">
                <a:solidFill>
                  <a:srgbClr val="FF0000"/>
                </a:solidFill>
                <a:latin typeface="Arial"/>
                <a:ea typeface="Arial"/>
                <a:cs typeface="Arial"/>
                <a:sym typeface="Arial"/>
              </a:rPr>
              <a:t>:</a:t>
            </a:r>
            <a:endParaRPr sz="2000" u="sng">
              <a:solidFill>
                <a:srgbClr val="FF0000"/>
              </a:solidFill>
              <a:latin typeface="Arial"/>
              <a:ea typeface="Arial"/>
              <a:cs typeface="Arial"/>
              <a:sym typeface="Arial"/>
            </a:endParaRPr>
          </a:p>
          <a:p>
            <a:pPr indent="-228600" lvl="0" marL="2286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Submit authentic information only</a:t>
            </a:r>
            <a:endParaRPr sz="2000">
              <a:solidFill>
                <a:schemeClr val="dk1"/>
              </a:solidFill>
              <a:latin typeface="Arial"/>
              <a:ea typeface="Arial"/>
              <a:cs typeface="Arial"/>
              <a:sym typeface="Arial"/>
            </a:endParaRPr>
          </a:p>
          <a:p>
            <a:pPr indent="-228600" lvl="0" marL="2286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Arial"/>
                <a:ea typeface="Arial"/>
                <a:cs typeface="Arial"/>
                <a:sym typeface="Arial"/>
              </a:rPr>
              <a:t>Student must submit a detailed proposal outlining:</a:t>
            </a:r>
            <a:endParaRPr sz="2000">
              <a:solidFill>
                <a:schemeClr val="dk1"/>
              </a:solidFill>
              <a:latin typeface="Arial"/>
              <a:ea typeface="Arial"/>
              <a:cs typeface="Arial"/>
              <a:sym typeface="Arial"/>
            </a:endParaRPr>
          </a:p>
          <a:p>
            <a:pPr indent="-400050" lvl="0" marL="400050" marR="0" rtl="0" algn="just">
              <a:lnSpc>
                <a:spcPct val="150000"/>
              </a:lnSpc>
              <a:spcBef>
                <a:spcPts val="0"/>
              </a:spcBef>
              <a:spcAft>
                <a:spcPts val="0"/>
              </a:spcAft>
              <a:buClr>
                <a:schemeClr val="dk1"/>
              </a:buClr>
              <a:buSzPts val="2000"/>
              <a:buFont typeface="Play"/>
              <a:buAutoNum type="romanLcPeriod"/>
            </a:pPr>
            <a:r>
              <a:rPr lang="en-US" sz="2000">
                <a:solidFill>
                  <a:schemeClr val="dk1"/>
                </a:solidFill>
                <a:latin typeface="Arial"/>
                <a:ea typeface="Arial"/>
                <a:cs typeface="Arial"/>
                <a:sym typeface="Arial"/>
              </a:rPr>
              <a:t>Revenue Model</a:t>
            </a:r>
            <a:endParaRPr sz="2000">
              <a:solidFill>
                <a:schemeClr val="dk1"/>
              </a:solidFill>
              <a:latin typeface="Arial"/>
              <a:ea typeface="Arial"/>
              <a:cs typeface="Arial"/>
              <a:sym typeface="Arial"/>
            </a:endParaRPr>
          </a:p>
          <a:p>
            <a:pPr indent="-400050" lvl="0" marL="400050" marR="0" rtl="0" algn="just">
              <a:lnSpc>
                <a:spcPct val="150000"/>
              </a:lnSpc>
              <a:spcBef>
                <a:spcPts val="0"/>
              </a:spcBef>
              <a:spcAft>
                <a:spcPts val="0"/>
              </a:spcAft>
              <a:buClr>
                <a:schemeClr val="dk1"/>
              </a:buClr>
              <a:buSzPts val="2000"/>
              <a:buFont typeface="Play"/>
              <a:buAutoNum type="romanLcPeriod"/>
            </a:pPr>
            <a:r>
              <a:rPr lang="en-US" sz="2000">
                <a:solidFill>
                  <a:schemeClr val="dk1"/>
                </a:solidFill>
                <a:latin typeface="Arial"/>
                <a:ea typeface="Arial"/>
                <a:cs typeface="Arial"/>
                <a:sym typeface="Arial"/>
              </a:rPr>
              <a:t>Market Feasibility</a:t>
            </a:r>
            <a:endParaRPr sz="2000">
              <a:solidFill>
                <a:schemeClr val="dk1"/>
              </a:solidFill>
              <a:latin typeface="Arial"/>
              <a:ea typeface="Arial"/>
              <a:cs typeface="Arial"/>
              <a:sym typeface="Arial"/>
            </a:endParaRPr>
          </a:p>
          <a:p>
            <a:pPr indent="-400050" lvl="0" marL="400050" marR="0" rtl="0" algn="just">
              <a:lnSpc>
                <a:spcPct val="150000"/>
              </a:lnSpc>
              <a:spcBef>
                <a:spcPts val="0"/>
              </a:spcBef>
              <a:spcAft>
                <a:spcPts val="0"/>
              </a:spcAft>
              <a:buClr>
                <a:schemeClr val="dk1"/>
              </a:buClr>
              <a:buSzPts val="2000"/>
              <a:buFont typeface="Play"/>
              <a:buAutoNum type="romanLcPeriod"/>
            </a:pPr>
            <a:r>
              <a:rPr lang="en-US" sz="2000">
                <a:solidFill>
                  <a:schemeClr val="dk1"/>
                </a:solidFill>
                <a:latin typeface="Arial"/>
                <a:ea typeface="Arial"/>
                <a:cs typeface="Arial"/>
                <a:sym typeface="Arial"/>
              </a:rPr>
              <a:t>Execution Strategy</a:t>
            </a:r>
            <a:endParaRPr sz="2000">
              <a:solidFill>
                <a:schemeClr val="dk1"/>
              </a:solidFill>
              <a:latin typeface="Arial"/>
              <a:ea typeface="Arial"/>
              <a:cs typeface="Arial"/>
              <a:sym typeface="Arial"/>
            </a:endParaRPr>
          </a:p>
          <a:p>
            <a:pPr indent="-400050" lvl="0" marL="400050" marR="0" rtl="0" algn="just">
              <a:lnSpc>
                <a:spcPct val="150000"/>
              </a:lnSpc>
              <a:spcBef>
                <a:spcPts val="0"/>
              </a:spcBef>
              <a:spcAft>
                <a:spcPts val="0"/>
              </a:spcAft>
              <a:buClr>
                <a:schemeClr val="dk1"/>
              </a:buClr>
              <a:buSzPts val="2000"/>
              <a:buFont typeface="Play"/>
              <a:buAutoNum type="romanLcPeriod"/>
            </a:pPr>
            <a:r>
              <a:rPr lang="en-US" sz="2000">
                <a:solidFill>
                  <a:schemeClr val="dk1"/>
                </a:solidFill>
                <a:latin typeface="Arial"/>
                <a:ea typeface="Arial"/>
                <a:cs typeface="Arial"/>
                <a:sym typeface="Arial"/>
              </a:rPr>
              <a:t>Financial Projections</a:t>
            </a:r>
            <a:endParaRPr sz="2000">
              <a:solidFill>
                <a:schemeClr val="dk1"/>
              </a:solidFill>
              <a:latin typeface="Arial"/>
              <a:ea typeface="Arial"/>
              <a:cs typeface="Arial"/>
              <a:sym typeface="Arial"/>
            </a:endParaRPr>
          </a:p>
          <a:p>
            <a:pPr indent="0" lvl="0" marL="0" marR="0" rtl="0" algn="just">
              <a:lnSpc>
                <a:spcPct val="90000"/>
              </a:lnSpc>
              <a:spcBef>
                <a:spcPts val="1000"/>
              </a:spcBef>
              <a:spcAft>
                <a:spcPts val="0"/>
              </a:spcAft>
              <a:buClr>
                <a:schemeClr val="dk1"/>
              </a:buClr>
              <a:buSzPts val="2400"/>
              <a:buFont typeface="Arial"/>
              <a:buNone/>
            </a:pPr>
            <a:r>
              <a:t/>
            </a:r>
            <a:endParaRPr sz="2400">
              <a:solidFill>
                <a:schemeClr val="dk1"/>
              </a:solidFill>
              <a:latin typeface="Arial"/>
              <a:ea typeface="Arial"/>
              <a:cs typeface="Arial"/>
              <a:sym typeface="Arial"/>
            </a:endParaRPr>
          </a:p>
        </p:txBody>
      </p:sp>
      <p:sp>
        <p:nvSpPr>
          <p:cNvPr id="369" name="Google Shape;369;g3733c08bedb_0_85"/>
          <p:cNvSpPr txBox="1"/>
          <p:nvPr/>
        </p:nvSpPr>
        <p:spPr>
          <a:xfrm>
            <a:off x="628650" y="635001"/>
            <a:ext cx="7886700" cy="5481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None/>
            </a:pPr>
            <a:r>
              <a:rPr b="1" lang="en-US" sz="4000" u="sng">
                <a:solidFill>
                  <a:schemeClr val="dk1"/>
                </a:solidFill>
                <a:latin typeface="Times New Roman"/>
                <a:ea typeface="Times New Roman"/>
                <a:cs typeface="Times New Roman"/>
                <a:sym typeface="Times New Roman"/>
              </a:rPr>
              <a:t>Pillar II: Revenue Generation</a:t>
            </a:r>
            <a:endParaRPr b="1" sz="4000" u="sng">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g3733c08bedb_0_102"/>
          <p:cNvSpPr txBox="1"/>
          <p:nvPr>
            <p:ph idx="4294967295" type="title"/>
          </p:nvPr>
        </p:nvSpPr>
        <p:spPr>
          <a:xfrm>
            <a:off x="628650" y="775970"/>
            <a:ext cx="7886700" cy="21597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000"/>
              <a:buFont typeface="Times New Roman"/>
              <a:buNone/>
            </a:pPr>
            <a:r>
              <a:rPr b="1" i="0" lang="en-US" sz="4000" u="sng" cap="none" strike="noStrike">
                <a:solidFill>
                  <a:schemeClr val="dk1"/>
                </a:solidFill>
                <a:latin typeface="Times New Roman"/>
                <a:ea typeface="Times New Roman"/>
                <a:cs typeface="Times New Roman"/>
                <a:sym typeface="Times New Roman"/>
              </a:rPr>
              <a:t>Pillar II: Revenue Generation</a:t>
            </a:r>
            <a:br>
              <a:rPr b="1" i="0" lang="en-US" sz="4000" u="none" cap="none" strike="noStrike">
                <a:solidFill>
                  <a:schemeClr val="dk1"/>
                </a:solidFill>
                <a:latin typeface="Times New Roman"/>
                <a:ea typeface="Times New Roman"/>
                <a:cs typeface="Times New Roman"/>
                <a:sym typeface="Times New Roman"/>
              </a:rPr>
            </a:br>
            <a:r>
              <a:rPr b="1" i="0" lang="en-US" sz="4000" u="none" cap="none" strike="noStrike">
                <a:solidFill>
                  <a:schemeClr val="dk1"/>
                </a:solidFill>
                <a:latin typeface="Times New Roman"/>
                <a:ea typeface="Times New Roman"/>
                <a:cs typeface="Times New Roman"/>
                <a:sym typeface="Times New Roman"/>
              </a:rPr>
              <a:t>School Specific Sucess Stories</a:t>
            </a:r>
            <a:br>
              <a:rPr b="1" i="0" lang="en-US" sz="4000" u="none" cap="none" strike="noStrike">
                <a:solidFill>
                  <a:schemeClr val="dk1"/>
                </a:solidFill>
                <a:latin typeface="Times New Roman"/>
                <a:ea typeface="Times New Roman"/>
                <a:cs typeface="Times New Roman"/>
                <a:sym typeface="Times New Roman"/>
              </a:rPr>
            </a:br>
            <a:endParaRPr b="1" i="0" sz="4000" u="none" cap="none" strike="noStrike">
              <a:solidFill>
                <a:schemeClr val="dk1"/>
              </a:solidFill>
              <a:latin typeface="Times New Roman"/>
              <a:ea typeface="Times New Roman"/>
              <a:cs typeface="Times New Roman"/>
              <a:sym typeface="Times New Roman"/>
            </a:endParaRPr>
          </a:p>
        </p:txBody>
      </p:sp>
      <p:sp>
        <p:nvSpPr>
          <p:cNvPr id="375" name="Google Shape;375;g3733c08bedb_0_102"/>
          <p:cNvSpPr txBox="1"/>
          <p:nvPr/>
        </p:nvSpPr>
        <p:spPr>
          <a:xfrm>
            <a:off x="419576" y="2767965"/>
            <a:ext cx="8364300" cy="193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000">
                <a:solidFill>
                  <a:schemeClr val="dk1"/>
                </a:solidFill>
                <a:latin typeface="Times New Roman"/>
                <a:ea typeface="Times New Roman"/>
                <a:cs typeface="Times New Roman"/>
                <a:sym typeface="Times New Roman"/>
              </a:rPr>
              <a:t>(Highlighting maximum revenue generated and sustainable revenue generation projects)</a:t>
            </a:r>
            <a:endParaRPr b="1" sz="4000">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grpSp>
        <p:nvGrpSpPr>
          <p:cNvPr id="380" name="Google Shape;380;g3733c08bedb_0_107"/>
          <p:cNvGrpSpPr/>
          <p:nvPr/>
        </p:nvGrpSpPr>
        <p:grpSpPr>
          <a:xfrm>
            <a:off x="1017885" y="1924685"/>
            <a:ext cx="7281742" cy="3913699"/>
            <a:chOff x="233865" y="0"/>
            <a:chExt cx="9708989" cy="3913699"/>
          </a:xfrm>
        </p:grpSpPr>
        <p:sp>
          <p:nvSpPr>
            <p:cNvPr id="381" name="Google Shape;381;g3733c08bedb_0_107"/>
            <p:cNvSpPr/>
            <p:nvPr/>
          </p:nvSpPr>
          <p:spPr>
            <a:xfrm>
              <a:off x="233865" y="0"/>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g3733c08bedb_0_107"/>
            <p:cNvSpPr txBox="1"/>
            <p:nvPr/>
          </p:nvSpPr>
          <p:spPr>
            <a:xfrm>
              <a:off x="233865" y="0"/>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Corporate Jobs</a:t>
              </a:r>
              <a:endParaRPr b="1" sz="2400">
                <a:solidFill>
                  <a:schemeClr val="dk1"/>
                </a:solidFill>
                <a:latin typeface="Arial"/>
                <a:ea typeface="Arial"/>
                <a:cs typeface="Arial"/>
                <a:sym typeface="Arial"/>
              </a:endParaRPr>
            </a:p>
          </p:txBody>
        </p:sp>
        <p:sp>
          <p:nvSpPr>
            <p:cNvPr id="383" name="Google Shape;383;g3733c08bedb_0_107"/>
            <p:cNvSpPr/>
            <p:nvPr/>
          </p:nvSpPr>
          <p:spPr>
            <a:xfrm>
              <a:off x="3617136" y="957"/>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g3733c08bedb_0_107"/>
            <p:cNvSpPr txBox="1"/>
            <p:nvPr/>
          </p:nvSpPr>
          <p:spPr>
            <a:xfrm>
              <a:off x="3617136" y="957"/>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Government </a:t>
              </a:r>
              <a:endParaRPr b="1" sz="2400">
                <a:solidFill>
                  <a:schemeClr val="dk1"/>
                </a:solidFill>
                <a:latin typeface="Arial"/>
                <a:ea typeface="Arial"/>
                <a:cs typeface="Arial"/>
                <a:sym typeface="Arial"/>
              </a:endParaRPr>
            </a:p>
            <a:p>
              <a:pPr indent="0" lvl="0" marL="0" marR="0" rtl="0" algn="ctr">
                <a:lnSpc>
                  <a:spcPct val="100000"/>
                </a:lnSpc>
                <a:spcBef>
                  <a:spcPts val="840"/>
                </a:spcBef>
                <a:spcAft>
                  <a:spcPts val="0"/>
                </a:spcAft>
                <a:buNone/>
              </a:pPr>
              <a:r>
                <a:rPr b="1" lang="en-US" sz="2400">
                  <a:solidFill>
                    <a:schemeClr val="dk1"/>
                  </a:solidFill>
                  <a:latin typeface="Arial"/>
                  <a:ea typeface="Arial"/>
                  <a:cs typeface="Arial"/>
                  <a:sym typeface="Arial"/>
                </a:rPr>
                <a:t>Jobs</a:t>
              </a:r>
              <a:endParaRPr b="1" sz="2400">
                <a:solidFill>
                  <a:schemeClr val="dk1"/>
                </a:solidFill>
                <a:latin typeface="Arial"/>
                <a:ea typeface="Arial"/>
                <a:cs typeface="Arial"/>
                <a:sym typeface="Arial"/>
              </a:endParaRPr>
            </a:p>
          </p:txBody>
        </p:sp>
        <p:sp>
          <p:nvSpPr>
            <p:cNvPr id="385" name="Google Shape;385;g3733c08bedb_0_107"/>
            <p:cNvSpPr/>
            <p:nvPr/>
          </p:nvSpPr>
          <p:spPr>
            <a:xfrm>
              <a:off x="6930554" y="957"/>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g3733c08bedb_0_107"/>
            <p:cNvSpPr txBox="1"/>
            <p:nvPr/>
          </p:nvSpPr>
          <p:spPr>
            <a:xfrm>
              <a:off x="6930554" y="957"/>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Higher Studies</a:t>
              </a:r>
              <a:endParaRPr b="1" sz="2400">
                <a:solidFill>
                  <a:schemeClr val="dk1"/>
                </a:solidFill>
                <a:latin typeface="Arial"/>
                <a:ea typeface="Arial"/>
                <a:cs typeface="Arial"/>
                <a:sym typeface="Arial"/>
              </a:endParaRPr>
            </a:p>
          </p:txBody>
        </p:sp>
        <p:sp>
          <p:nvSpPr>
            <p:cNvPr id="387" name="Google Shape;387;g3733c08bedb_0_107"/>
            <p:cNvSpPr/>
            <p:nvPr/>
          </p:nvSpPr>
          <p:spPr>
            <a:xfrm>
              <a:off x="303718" y="2106499"/>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733c08bedb_0_107"/>
            <p:cNvSpPr txBox="1"/>
            <p:nvPr/>
          </p:nvSpPr>
          <p:spPr>
            <a:xfrm>
              <a:off x="303718" y="2106499"/>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Entrepreneurship</a:t>
              </a:r>
              <a:endParaRPr b="1" sz="2400">
                <a:solidFill>
                  <a:schemeClr val="dk1"/>
                </a:solidFill>
                <a:latin typeface="Arial"/>
                <a:ea typeface="Arial"/>
                <a:cs typeface="Arial"/>
                <a:sym typeface="Arial"/>
              </a:endParaRPr>
            </a:p>
          </p:txBody>
        </p:sp>
        <p:sp>
          <p:nvSpPr>
            <p:cNvPr id="389" name="Google Shape;389;g3733c08bedb_0_107"/>
            <p:cNvSpPr/>
            <p:nvPr/>
          </p:nvSpPr>
          <p:spPr>
            <a:xfrm>
              <a:off x="3617136" y="2106499"/>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733c08bedb_0_107"/>
            <p:cNvSpPr txBox="1"/>
            <p:nvPr/>
          </p:nvSpPr>
          <p:spPr>
            <a:xfrm>
              <a:off x="3617136" y="2106499"/>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Research</a:t>
              </a:r>
              <a:endParaRPr/>
            </a:p>
          </p:txBody>
        </p:sp>
        <p:sp>
          <p:nvSpPr>
            <p:cNvPr id="391" name="Google Shape;391;g3733c08bedb_0_107"/>
            <p:cNvSpPr/>
            <p:nvPr/>
          </p:nvSpPr>
          <p:spPr>
            <a:xfrm>
              <a:off x="6930554" y="2106499"/>
              <a:ext cx="3012300" cy="1807200"/>
            </a:xfrm>
            <a:prstGeom prst="rect">
              <a:avLst/>
            </a:prstGeom>
            <a:gradFill>
              <a:gsLst>
                <a:gs pos="0">
                  <a:srgbClr val="497D4D"/>
                </a:gs>
                <a:gs pos="50000">
                  <a:srgbClr val="136F20"/>
                </a:gs>
                <a:gs pos="100000">
                  <a:srgbClr val="0D6419"/>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g3733c08bedb_0_107"/>
            <p:cNvSpPr txBox="1"/>
            <p:nvPr/>
          </p:nvSpPr>
          <p:spPr>
            <a:xfrm>
              <a:off x="6930554" y="2106499"/>
              <a:ext cx="3012300" cy="180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US" sz="2400">
                  <a:solidFill>
                    <a:schemeClr val="dk1"/>
                  </a:solidFill>
                  <a:latin typeface="Arial"/>
                  <a:ea typeface="Arial"/>
                  <a:cs typeface="Arial"/>
                  <a:sym typeface="Arial"/>
                </a:rPr>
                <a:t>Study Abroad</a:t>
              </a:r>
              <a:endParaRPr/>
            </a:p>
          </p:txBody>
        </p:sp>
      </p:grpSp>
      <p:sp>
        <p:nvSpPr>
          <p:cNvPr id="393" name="Google Shape;393;g3733c08bedb_0_107"/>
          <p:cNvSpPr txBox="1"/>
          <p:nvPr/>
        </p:nvSpPr>
        <p:spPr>
          <a:xfrm>
            <a:off x="1214914" y="1222374"/>
            <a:ext cx="73005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400"/>
              <a:buFont typeface="Arial"/>
              <a:buNone/>
            </a:pPr>
            <a:r>
              <a:rPr b="1" i="0" lang="en-US" sz="2400">
                <a:solidFill>
                  <a:schemeClr val="dk1"/>
                </a:solidFill>
                <a:latin typeface="Times New Roman"/>
                <a:ea typeface="Times New Roman"/>
                <a:cs typeface="Times New Roman"/>
                <a:sym typeface="Times New Roman"/>
              </a:rPr>
              <a:t>"</a:t>
            </a:r>
            <a:r>
              <a:rPr b="1" i="0" lang="en-US" sz="2400">
                <a:solidFill>
                  <a:schemeClr val="dk1"/>
                </a:solidFill>
                <a:latin typeface="Arial"/>
                <a:ea typeface="Arial"/>
                <a:cs typeface="Arial"/>
                <a:sym typeface="Arial"/>
              </a:rPr>
              <a:t>Your Journey, Your Choice: Build, Serve, or Study for Tomorrow!"</a:t>
            </a:r>
            <a:endParaRPr b="1" i="0" sz="24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3733c08bedb_0_124"/>
          <p:cNvSpPr txBox="1"/>
          <p:nvPr>
            <p:ph idx="1" type="body"/>
          </p:nvPr>
        </p:nvSpPr>
        <p:spPr>
          <a:xfrm>
            <a:off x="628650" y="1264920"/>
            <a:ext cx="7886700" cy="3558600"/>
          </a:xfrm>
          <a:prstGeom prst="rect">
            <a:avLst/>
          </a:prstGeom>
          <a:noFill/>
          <a:ln>
            <a:noFill/>
          </a:ln>
        </p:spPr>
        <p:txBody>
          <a:bodyPr anchorCtr="0" anchor="t" bIns="45700" lIns="91425" spcFirstLastPara="1" rIns="91425" wrap="square" tIns="45700">
            <a:normAutofit fontScale="92500"/>
          </a:bodyPr>
          <a:lstStyle/>
          <a:p>
            <a:pPr indent="-76200" lvl="0" marL="228600" rtl="0" algn="just">
              <a:lnSpc>
                <a:spcPct val="150000"/>
              </a:lnSpc>
              <a:spcBef>
                <a:spcPts val="0"/>
              </a:spcBef>
              <a:spcAft>
                <a:spcPts val="0"/>
              </a:spcAft>
              <a:buClr>
                <a:schemeClr val="dk1"/>
              </a:buClr>
              <a:buSzPct val="100000"/>
              <a:buNone/>
            </a:pPr>
            <a:r>
              <a:rPr b="1" lang="en-US" sz="2400">
                <a:latin typeface="Arial"/>
                <a:ea typeface="Arial"/>
                <a:cs typeface="Arial"/>
                <a:sym typeface="Arial"/>
              </a:rPr>
              <a:t>Career Pathways are</a:t>
            </a:r>
            <a:r>
              <a:rPr lang="en-US" sz="2400">
                <a:latin typeface="Arial"/>
                <a:ea typeface="Arial"/>
                <a:cs typeface="Arial"/>
                <a:sym typeface="Arial"/>
              </a:rPr>
              <a:t> at the </a:t>
            </a:r>
            <a:r>
              <a:rPr b="1" lang="en-US" sz="2400">
                <a:latin typeface="Arial"/>
                <a:ea typeface="Arial"/>
                <a:cs typeface="Arial"/>
                <a:sym typeface="Arial"/>
              </a:rPr>
              <a:t>core of our academic framework</a:t>
            </a:r>
            <a:r>
              <a:rPr lang="en-US" sz="2400">
                <a:latin typeface="Arial"/>
                <a:ea typeface="Arial"/>
                <a:cs typeface="Arial"/>
                <a:sym typeface="Arial"/>
              </a:rPr>
              <a:t>.</a:t>
            </a:r>
            <a:endParaRPr sz="2400">
              <a:latin typeface="Arial"/>
              <a:ea typeface="Arial"/>
              <a:cs typeface="Arial"/>
              <a:sym typeface="Arial"/>
            </a:endParaRPr>
          </a:p>
          <a:p>
            <a:pPr indent="-76200" lvl="0" marL="228600" rtl="0" algn="just">
              <a:lnSpc>
                <a:spcPct val="150000"/>
              </a:lnSpc>
              <a:spcBef>
                <a:spcPts val="0"/>
              </a:spcBef>
              <a:spcAft>
                <a:spcPts val="0"/>
              </a:spcAft>
              <a:buClr>
                <a:schemeClr val="dk1"/>
              </a:buClr>
              <a:buSzPct val="100000"/>
              <a:buNone/>
            </a:pPr>
            <a:r>
              <a:rPr lang="en-US" sz="2400">
                <a:latin typeface="Arial"/>
                <a:ea typeface="Arial"/>
                <a:cs typeface="Arial"/>
                <a:sym typeface="Arial"/>
              </a:rPr>
              <a:t>Curriculum is strategically designed to </a:t>
            </a:r>
            <a:r>
              <a:rPr b="1" lang="en-US" sz="2400">
                <a:latin typeface="Arial"/>
                <a:ea typeface="Arial"/>
                <a:cs typeface="Arial"/>
                <a:sym typeface="Arial"/>
              </a:rPr>
              <a:t>align with needs and requirements of each career pathway.</a:t>
            </a:r>
            <a:endParaRPr sz="2400">
              <a:latin typeface="Arial"/>
              <a:ea typeface="Arial"/>
              <a:cs typeface="Arial"/>
              <a:sym typeface="Arial"/>
            </a:endParaRPr>
          </a:p>
          <a:p>
            <a:pPr indent="-76200" lvl="0" marL="228600" rtl="0" algn="just">
              <a:lnSpc>
                <a:spcPct val="150000"/>
              </a:lnSpc>
              <a:spcBef>
                <a:spcPts val="0"/>
              </a:spcBef>
              <a:spcAft>
                <a:spcPts val="0"/>
              </a:spcAft>
              <a:buClr>
                <a:schemeClr val="dk1"/>
              </a:buClr>
              <a:buSzPct val="100000"/>
              <a:buNone/>
            </a:pPr>
            <a:r>
              <a:rPr lang="en-US" sz="2400">
                <a:latin typeface="Arial"/>
                <a:ea typeface="Arial"/>
                <a:cs typeface="Arial"/>
                <a:sym typeface="Arial"/>
              </a:rPr>
              <a:t>From </a:t>
            </a:r>
            <a:r>
              <a:rPr b="1" lang="en-US" sz="2400">
                <a:latin typeface="Arial"/>
                <a:ea typeface="Arial"/>
                <a:cs typeface="Arial"/>
                <a:sym typeface="Arial"/>
              </a:rPr>
              <a:t>technical proficiency to soft skills</a:t>
            </a:r>
            <a:r>
              <a:rPr lang="en-US" sz="2400">
                <a:latin typeface="Arial"/>
                <a:ea typeface="Arial"/>
                <a:cs typeface="Arial"/>
                <a:sym typeface="Arial"/>
              </a:rPr>
              <a:t>, the curriculum is tailored to develop a </a:t>
            </a:r>
            <a:r>
              <a:rPr b="1" lang="en-US" sz="2400">
                <a:latin typeface="Arial"/>
                <a:ea typeface="Arial"/>
                <a:cs typeface="Arial"/>
                <a:sym typeface="Arial"/>
              </a:rPr>
              <a:t>well-rounded professional ready for competitive market as per the chosen pathway</a:t>
            </a:r>
            <a:r>
              <a:rPr lang="en-US" sz="2400">
                <a:latin typeface="Arial"/>
                <a:ea typeface="Arial"/>
                <a:cs typeface="Arial"/>
                <a:sym typeface="Arial"/>
              </a:rPr>
              <a:t>.</a:t>
            </a:r>
            <a:endParaRPr sz="2400">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733c08bedb_0_131"/>
          <p:cNvSpPr txBox="1"/>
          <p:nvPr>
            <p:ph type="title"/>
          </p:nvPr>
        </p:nvSpPr>
        <p:spPr>
          <a:xfrm>
            <a:off x="510540" y="685800"/>
            <a:ext cx="7886700" cy="8586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b="1" lang="en-US" sz="3600" u="sng">
                <a:latin typeface="Arial"/>
                <a:ea typeface="Arial"/>
                <a:cs typeface="Arial"/>
                <a:sym typeface="Arial"/>
              </a:rPr>
              <a:t>Pillar IV: Students in  Decision Making</a:t>
            </a:r>
            <a:br>
              <a:rPr b="1" lang="en-US" sz="3600">
                <a:latin typeface="Times New Roman"/>
                <a:ea typeface="Times New Roman"/>
                <a:cs typeface="Times New Roman"/>
                <a:sym typeface="Times New Roman"/>
              </a:rPr>
            </a:br>
            <a:endParaRPr sz="3600">
              <a:latin typeface="Times New Roman"/>
              <a:ea typeface="Times New Roman"/>
              <a:cs typeface="Times New Roman"/>
              <a:sym typeface="Times New Roman"/>
            </a:endParaRPr>
          </a:p>
        </p:txBody>
      </p:sp>
      <p:sp>
        <p:nvSpPr>
          <p:cNvPr id="404" name="Google Shape;404;g3733c08bedb_0_131"/>
          <p:cNvSpPr txBox="1"/>
          <p:nvPr/>
        </p:nvSpPr>
        <p:spPr>
          <a:xfrm>
            <a:off x="1433507" y="964354"/>
            <a:ext cx="60408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None/>
            </a:pPr>
            <a:r>
              <a:rPr b="1" lang="en-US" sz="2400">
                <a:solidFill>
                  <a:schemeClr val="dk1"/>
                </a:solidFill>
                <a:latin typeface="Arial"/>
                <a:ea typeface="Arial"/>
                <a:cs typeface="Arial"/>
                <a:sym typeface="Arial"/>
              </a:rPr>
              <a:t>Committees under Student Education Revolution Board</a:t>
            </a:r>
            <a:endParaRPr b="1" sz="2400">
              <a:solidFill>
                <a:schemeClr val="dk1"/>
              </a:solidFill>
              <a:latin typeface="Arial"/>
              <a:ea typeface="Arial"/>
              <a:cs typeface="Arial"/>
              <a:sym typeface="Arial"/>
            </a:endParaRPr>
          </a:p>
        </p:txBody>
      </p:sp>
      <p:sp>
        <p:nvSpPr>
          <p:cNvPr id="405" name="Google Shape;405;g3733c08bedb_0_131"/>
          <p:cNvSpPr txBox="1"/>
          <p:nvPr>
            <p:ph idx="1" type="body"/>
          </p:nvPr>
        </p:nvSpPr>
        <p:spPr>
          <a:xfrm>
            <a:off x="628650" y="2218319"/>
            <a:ext cx="4286400" cy="4340700"/>
          </a:xfrm>
          <a:prstGeom prst="rect">
            <a:avLst/>
          </a:prstGeom>
          <a:noFill/>
          <a:ln>
            <a:noFill/>
          </a:ln>
        </p:spPr>
        <p:txBody>
          <a:bodyPr anchorCtr="0" anchor="t" bIns="45700" lIns="91425" spcFirstLastPara="1" rIns="91425" wrap="square" tIns="45700">
            <a:spAutoFit/>
          </a:bodyPr>
          <a:lstStyle/>
          <a:p>
            <a:pPr indent="0" lvl="0" marL="0" rtl="0" algn="ctr">
              <a:lnSpc>
                <a:spcPct val="150000"/>
              </a:lnSpc>
              <a:spcBef>
                <a:spcPts val="0"/>
              </a:spcBef>
              <a:spcAft>
                <a:spcPts val="0"/>
              </a:spcAft>
              <a:buClr>
                <a:schemeClr val="dk1"/>
              </a:buClr>
              <a:buSzPts val="2400"/>
              <a:buNone/>
            </a:pPr>
            <a:r>
              <a:rPr lang="en-US" sz="2400">
                <a:latin typeface="Arial"/>
                <a:ea typeface="Arial"/>
                <a:cs typeface="Arial"/>
                <a:sym typeface="Arial"/>
              </a:rPr>
              <a:t>We bring numerous ideas every year; but now, </a:t>
            </a:r>
            <a:r>
              <a:rPr b="1" lang="en-US" sz="2400">
                <a:solidFill>
                  <a:srgbClr val="FF0000"/>
                </a:solidFill>
                <a:latin typeface="Arial"/>
                <a:ea typeface="Arial"/>
                <a:cs typeface="Arial"/>
                <a:sym typeface="Arial"/>
              </a:rPr>
              <a:t>at least 20% of these ideas should originate from students themselves in all categories like academics, placements, research, entrepreneurship, etc.</a:t>
            </a:r>
            <a:endParaRPr b="1" sz="2400">
              <a:solidFill>
                <a:srgbClr val="FF0000"/>
              </a:solidFill>
              <a:latin typeface="Arial"/>
              <a:ea typeface="Arial"/>
              <a:cs typeface="Arial"/>
              <a:sym typeface="Arial"/>
            </a:endParaRPr>
          </a:p>
        </p:txBody>
      </p:sp>
      <p:pic>
        <p:nvPicPr>
          <p:cNvPr id="406" name="Google Shape;406;g3733c08bedb_0_131"/>
          <p:cNvPicPr preferRelativeResize="0"/>
          <p:nvPr/>
        </p:nvPicPr>
        <p:blipFill rotWithShape="1">
          <a:blip r:embed="rId3">
            <a:alphaModFix/>
          </a:blip>
          <a:srcRect b="0" l="0" r="0" t="0"/>
          <a:stretch/>
        </p:blipFill>
        <p:spPr>
          <a:xfrm>
            <a:off x="4914900" y="1822875"/>
            <a:ext cx="3885372" cy="450008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733c08bedb_0_138"/>
          <p:cNvSpPr txBox="1"/>
          <p:nvPr/>
        </p:nvSpPr>
        <p:spPr>
          <a:xfrm>
            <a:off x="2070735" y="6226175"/>
            <a:ext cx="6040800" cy="5517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t/>
            </a:r>
            <a:endParaRPr b="1" sz="2400">
              <a:solidFill>
                <a:schemeClr val="dk1"/>
              </a:solidFill>
              <a:latin typeface="Times New Roman"/>
              <a:ea typeface="Times New Roman"/>
              <a:cs typeface="Times New Roman"/>
              <a:sym typeface="Times New Roman"/>
            </a:endParaRPr>
          </a:p>
        </p:txBody>
      </p:sp>
      <p:pic>
        <p:nvPicPr>
          <p:cNvPr id="412" name="Google Shape;412;g3733c08bedb_0_138"/>
          <p:cNvPicPr preferRelativeResize="0"/>
          <p:nvPr/>
        </p:nvPicPr>
        <p:blipFill rotWithShape="1">
          <a:blip r:embed="rId3">
            <a:alphaModFix/>
          </a:blip>
          <a:srcRect b="0" l="0" r="0" t="0"/>
          <a:stretch/>
        </p:blipFill>
        <p:spPr>
          <a:xfrm>
            <a:off x="3035017" y="2134499"/>
            <a:ext cx="2996772" cy="3903954"/>
          </a:xfrm>
          <a:prstGeom prst="rect">
            <a:avLst/>
          </a:prstGeom>
          <a:noFill/>
          <a:ln>
            <a:noFill/>
          </a:ln>
        </p:spPr>
      </p:pic>
      <p:sp>
        <p:nvSpPr>
          <p:cNvPr id="413" name="Google Shape;413;g3733c08bedb_0_138"/>
          <p:cNvSpPr/>
          <p:nvPr/>
        </p:nvSpPr>
        <p:spPr>
          <a:xfrm>
            <a:off x="503396" y="1810120"/>
            <a:ext cx="2729400" cy="1745700"/>
          </a:xfrm>
          <a:prstGeom prst="roundRect">
            <a:avLst>
              <a:gd fmla="val 16667" name="adj"/>
            </a:avLst>
          </a:prstGeom>
          <a:no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Curriculum</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Content</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New Teaching Methods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New Evaluation Methods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Academic Benefits</a:t>
            </a:r>
            <a:endParaRPr sz="2000">
              <a:solidFill>
                <a:schemeClr val="dk1"/>
              </a:solidFill>
              <a:latin typeface="Arial"/>
              <a:ea typeface="Arial"/>
              <a:cs typeface="Arial"/>
              <a:sym typeface="Arial"/>
            </a:endParaRPr>
          </a:p>
        </p:txBody>
      </p:sp>
      <p:sp>
        <p:nvSpPr>
          <p:cNvPr id="414" name="Google Shape;414;g3733c08bedb_0_138"/>
          <p:cNvSpPr/>
          <p:nvPr/>
        </p:nvSpPr>
        <p:spPr>
          <a:xfrm>
            <a:off x="503396" y="4135755"/>
            <a:ext cx="2729400" cy="2387100"/>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National/International Internship</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Bring New companies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International Placement opportunities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Entrepreneural Areas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Academic Benefits</a:t>
            </a:r>
            <a:endParaRPr sz="2000">
              <a:solidFill>
                <a:schemeClr val="dk1"/>
              </a:solidFill>
              <a:latin typeface="Arial"/>
              <a:ea typeface="Arial"/>
              <a:cs typeface="Arial"/>
              <a:sym typeface="Arial"/>
            </a:endParaRPr>
          </a:p>
        </p:txBody>
      </p:sp>
      <p:sp>
        <p:nvSpPr>
          <p:cNvPr id="415" name="Google Shape;415;g3733c08bedb_0_138"/>
          <p:cNvSpPr/>
          <p:nvPr/>
        </p:nvSpPr>
        <p:spPr>
          <a:xfrm>
            <a:off x="5881211" y="1639939"/>
            <a:ext cx="2546400" cy="2085900"/>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Research Area</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Projects to Pursue</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Funding opportunities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Identification of Real World Problems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Academic Benefits</a:t>
            </a:r>
            <a:endParaRPr sz="2000">
              <a:solidFill>
                <a:schemeClr val="dk1"/>
              </a:solidFill>
              <a:latin typeface="Arial"/>
              <a:ea typeface="Arial"/>
              <a:cs typeface="Arial"/>
              <a:sym typeface="Arial"/>
            </a:endParaRPr>
          </a:p>
        </p:txBody>
      </p:sp>
      <p:sp>
        <p:nvSpPr>
          <p:cNvPr id="416" name="Google Shape;416;g3733c08bedb_0_138"/>
          <p:cNvSpPr/>
          <p:nvPr/>
        </p:nvSpPr>
        <p:spPr>
          <a:xfrm>
            <a:off x="5985551" y="4398142"/>
            <a:ext cx="2488500" cy="1977900"/>
          </a:xfrm>
          <a:prstGeom prst="roundRect">
            <a:avLst>
              <a:gd fmla="val 16667" name="adj"/>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Social Media Presence of Schools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Social Media Campaigns</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Self Promotion</a:t>
            </a:r>
            <a:endParaRPr sz="2000">
              <a:solidFill>
                <a:schemeClr val="dk1"/>
              </a:solidFill>
              <a:latin typeface="Arial"/>
              <a:ea typeface="Arial"/>
              <a:cs typeface="Arial"/>
              <a:sym typeface="Arial"/>
            </a:endParaRPr>
          </a:p>
          <a:p>
            <a:pPr indent="0" lvl="0" marL="0" marR="0" rtl="0" algn="l">
              <a:spcBef>
                <a:spcPts val="0"/>
              </a:spcBef>
              <a:spcAft>
                <a:spcPts val="0"/>
              </a:spcAft>
              <a:buNone/>
            </a:pPr>
            <a:r>
              <a:rPr lang="en-US" sz="2000">
                <a:solidFill>
                  <a:schemeClr val="dk1"/>
                </a:solidFill>
                <a:latin typeface="Arial"/>
                <a:ea typeface="Arial"/>
                <a:cs typeface="Arial"/>
                <a:sym typeface="Arial"/>
              </a:rPr>
              <a:t>Academic Benefits</a:t>
            </a:r>
            <a:endParaRPr sz="2000">
              <a:solidFill>
                <a:schemeClr val="dk1"/>
              </a:solidFill>
              <a:latin typeface="Arial"/>
              <a:ea typeface="Arial"/>
              <a:cs typeface="Arial"/>
              <a:sym typeface="Arial"/>
            </a:endParaRPr>
          </a:p>
        </p:txBody>
      </p:sp>
      <p:sp>
        <p:nvSpPr>
          <p:cNvPr id="417" name="Google Shape;417;g3733c08bedb_0_138"/>
          <p:cNvSpPr txBox="1"/>
          <p:nvPr>
            <p:ph type="title"/>
          </p:nvPr>
        </p:nvSpPr>
        <p:spPr>
          <a:xfrm>
            <a:off x="503396" y="686171"/>
            <a:ext cx="7886700" cy="8688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Arial"/>
              <a:buNone/>
            </a:pPr>
            <a:r>
              <a:rPr b="1" lang="en-US" sz="3600" u="sng">
                <a:latin typeface="Arial"/>
                <a:ea typeface="Arial"/>
                <a:cs typeface="Arial"/>
                <a:sym typeface="Arial"/>
              </a:rPr>
              <a:t>Pillar IV: Students in  Decision Making</a:t>
            </a:r>
            <a:br>
              <a:rPr b="1" lang="en-US" sz="3600" u="sng">
                <a:latin typeface="Arial"/>
                <a:ea typeface="Arial"/>
                <a:cs typeface="Arial"/>
                <a:sym typeface="Arial"/>
              </a:rPr>
            </a:br>
            <a:r>
              <a:rPr b="1" lang="en-US" sz="2400">
                <a:latin typeface="Arial"/>
                <a:ea typeface="Arial"/>
                <a:cs typeface="Arial"/>
                <a:sym typeface="Arial"/>
              </a:rPr>
              <a:t>A platform to bring the Change</a:t>
            </a:r>
            <a:endParaRPr sz="36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2013-10-21T21:58:54Z</dcterms:created>
  <dc:creator>hp</dc:creator>
</cp:coreProperties>
</file>

<file path=docProps/custom.xml><?xml version="1.0" encoding="utf-8"?>
<Properties xmlns="http://schemas.openxmlformats.org/officeDocument/2006/custom-properties" xmlns:vt="http://schemas.openxmlformats.org/officeDocument/2006/docPropsVTypes"/>
</file>