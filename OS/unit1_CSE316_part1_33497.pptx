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image61.jpg" ContentType="image/jpeg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media/image69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0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5" r:id="rId17"/>
    <p:sldId id="276" r:id="rId18"/>
    <p:sldId id="277" r:id="rId19"/>
    <p:sldId id="278" r:id="rId20"/>
    <p:sldId id="279" r:id="rId21"/>
    <p:sldId id="284" r:id="rId22"/>
    <p:sldId id="412" r:id="rId23"/>
    <p:sldId id="413" r:id="rId24"/>
    <p:sldId id="399" r:id="rId25"/>
    <p:sldId id="414" r:id="rId26"/>
    <p:sldId id="415" r:id="rId27"/>
    <p:sldId id="417" r:id="rId28"/>
    <p:sldId id="420" r:id="rId29"/>
    <p:sldId id="400" r:id="rId30"/>
    <p:sldId id="419" r:id="rId31"/>
    <p:sldId id="281" r:id="rId32"/>
    <p:sldId id="421" r:id="rId33"/>
    <p:sldId id="422" r:id="rId34"/>
    <p:sldId id="273" r:id="rId35"/>
    <p:sldId id="423" r:id="rId36"/>
    <p:sldId id="427" r:id="rId37"/>
    <p:sldId id="424" r:id="rId38"/>
    <p:sldId id="428" r:id="rId39"/>
    <p:sldId id="425" r:id="rId40"/>
    <p:sldId id="429" r:id="rId41"/>
    <p:sldId id="426" r:id="rId42"/>
    <p:sldId id="430" r:id="rId43"/>
    <p:sldId id="431" r:id="rId44"/>
    <p:sldId id="432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62" autoAdjust="0"/>
    <p:restoredTop sz="94622" autoAdjust="0"/>
  </p:normalViewPr>
  <p:slideViewPr>
    <p:cSldViewPr>
      <p:cViewPr varScale="1">
        <p:scale>
          <a:sx n="78" d="100"/>
          <a:sy n="78" d="100"/>
        </p:scale>
        <p:origin x="806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07614-9F1A-40EB-BCAB-0ABBB74151AB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EDE45-7A74-4670-AEFC-1B6F9E982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636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2/20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EDE45-7A74-4670-AEFC-1B6F9E98207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735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3/20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EDE45-7A74-4670-AEFC-1B6F9E98207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31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EDE45-7A74-4670-AEFC-1B6F9E98207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634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EDE45-7A74-4670-AEFC-1B6F9E98207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33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EDE45-7A74-4670-AEFC-1B6F9E98207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125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191" name="Google Shape;191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EDE45-7A74-4670-AEFC-1B6F9E98207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8046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EDE45-7A74-4670-AEFC-1B6F9E98207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3724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EDE45-7A74-4670-AEFC-1B6F9E98207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1263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EDE45-7A74-4670-AEFC-1B6F9E98207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7352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D2BC14FF-E9BB-D5F8-838E-87393F2744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98EF5E0-F2AC-487F-9DBE-B95BC8901C85}" type="slidenum">
              <a:rPr lang="en-US" altLang="en-US" smtClean="0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574B1D63-39DB-45E0-C0A8-9382E9E565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07DDAA19-F86D-6029-D25A-26131E1166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61445" name="Footer Placeholder 1">
            <a:extLst>
              <a:ext uri="{FF2B5EF4-FFF2-40B4-BE49-F238E27FC236}">
                <a16:creationId xmlns:a16="http://schemas.microsoft.com/office/drawing/2014/main" id="{AB28AA72-7001-4B94-44AB-88A02AC35F1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Navjot Kaur UID 20506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subTitle" idx="1"/>
          </p:nvPr>
        </p:nvSpPr>
        <p:spPr>
          <a:xfrm>
            <a:off x="4523693" y="3999169"/>
            <a:ext cx="6992032" cy="558799"/>
          </a:xfrm>
        </p:spPr>
        <p:txBody>
          <a:bodyPr vert="horz" lIns="91440" tIns="45720" rIns="91440" bIns="45720" anchor="t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1000"/>
              </a:spcBef>
            </a:pPr>
            <a:r>
              <a:rPr lang="en-US" sz="1600" b="0" i="0" u="none" baseline="0">
                <a:solidFill>
                  <a:srgbClr val="FFFFFF"/>
                </a:solidFill>
                <a:latin typeface="Arial"/>
                <a:ea typeface="Arial"/>
              </a:rPr>
              <a:t>Click to edit Master subtitle style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ctrTitle"/>
          </p:nvPr>
        </p:nvSpPr>
        <p:spPr>
          <a:xfrm>
            <a:off x="4528457" y="2056374"/>
            <a:ext cx="6992031" cy="1942795"/>
          </a:xfrm>
        </p:spPr>
        <p:txBody>
          <a:bodyPr vert="horz" lIns="91440" tIns="45720" rIns="91440" bIns="4572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sz="4000" b="1" i="0" u="none" baseline="0">
                <a:solidFill>
                  <a:srgbClr val="FFFFFF"/>
                </a:solidFill>
                <a:latin typeface="Arial"/>
                <a:ea typeface="Arial"/>
              </a:rP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请在插入菜单</a:t>
            </a:r>
            <a:r>
              <a:rPr 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—</a:t>
            </a:r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页眉和页脚中修改此文本</a:t>
            </a:r>
          </a:p>
        </p:txBody>
      </p:sp>
      <p:sp>
        <p:nvSpPr>
          <p:cNvPr id="4" name="AutoShape 4"/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algn="r"/>
            <a:r>
              <a:rPr lang="en-IN" altLang="zh-CN" sz="1000" dirty="0">
                <a:solidFill>
                  <a:srgbClr val="000000"/>
                </a:solidFill>
                <a:latin typeface="Arial"/>
                <a:ea typeface="Arial"/>
              </a:rPr>
              <a:t>Slide </a:t>
            </a:r>
            <a:fld id="{3386411A-70EE-422D-B97C-F56BEE3FF077}" type="slidenum">
              <a:rPr lang="zh-CN" altLang="en-US" sz="1000" smtClean="0">
                <a:solidFill>
                  <a:srgbClr val="000000"/>
                </a:solidFill>
                <a:latin typeface="Arial"/>
                <a:ea typeface="Arial"/>
              </a:rPr>
              <a:pPr algn="r"/>
              <a:t>‹#›</a:t>
            </a:fld>
            <a:r>
              <a:rPr lang="en-IN" altLang="zh-CN" sz="1000" dirty="0">
                <a:solidFill>
                  <a:srgbClr val="000000"/>
                </a:solidFill>
                <a:latin typeface="Arial"/>
                <a:ea typeface="Arial"/>
              </a:rPr>
              <a:t>/21</a:t>
            </a:r>
            <a:endParaRPr lang="zh-CN" altLang="en-US" sz="1000" dirty="0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6" name="AutoShape 6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 vert="horz" lIns="91440" tIns="45720" rIns="91440" bIns="45720" anchor="t">
            <a:normAutofit/>
          </a:bodyPr>
          <a:lstStyle/>
          <a:p>
            <a:pPr marL="228589" indent="-228589" algn="l">
              <a:lnSpc>
                <a:spcPct val="90000"/>
              </a:lnSpc>
              <a:spcBef>
                <a:spcPts val="1000"/>
              </a:spcBef>
            </a:pPr>
            <a:r>
              <a:rPr lang="en-US" sz="1800" b="0" i="0" u="none" baseline="0" dirty="0">
                <a:solidFill>
                  <a:srgbClr val="000000"/>
                </a:solidFill>
                <a:latin typeface="Arial"/>
                <a:ea typeface="Arial"/>
              </a:rPr>
              <a:t>Edit Master text styles</a:t>
            </a:r>
          </a:p>
          <a:p>
            <a:pPr marL="685766" lvl="1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600" b="0" i="0" u="none" baseline="0" dirty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2942" lvl="2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 dirty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120" lvl="3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200" b="0" i="0" u="none" baseline="0" dirty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298" lvl="4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200" b="0" i="0" u="none" baseline="0" dirty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title"/>
          </p:nvPr>
        </p:nvSpPr>
        <p:spPr>
          <a:xfrm>
            <a:off x="6098599" y="2657929"/>
            <a:ext cx="5419185" cy="895350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400" b="1" i="0" u="none" baseline="0">
                <a:solidFill>
                  <a:srgbClr val="FFFFFF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idx="1"/>
          </p:nvPr>
        </p:nvSpPr>
        <p:spPr>
          <a:xfrm>
            <a:off x="6099715" y="3553279"/>
            <a:ext cx="5419185" cy="1015623"/>
          </a:xfrm>
        </p:spPr>
        <p:txBody>
          <a:bodyPr vert="horz" lIns="91440" tIns="45720" rIns="91440" bIns="45720" anchor="t"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1100" b="0" i="0" u="none" baseline="0">
                <a:solidFill>
                  <a:srgbClr val="FFFFFF"/>
                </a:solidFill>
                <a:latin typeface="Arial"/>
                <a:ea typeface="Arial"/>
              </a:rPr>
              <a:t>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请在插入菜单</a:t>
            </a:r>
            <a:r>
              <a:rPr 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—</a:t>
            </a:r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页眉和页脚中修改此文本</a:t>
            </a:r>
          </a:p>
        </p:txBody>
      </p:sp>
      <p:sp>
        <p:nvSpPr>
          <p:cNvPr id="5" name="AutoShape 5"/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en-IN" altLang="zh-CN" sz="1000" dirty="0">
                <a:solidFill>
                  <a:srgbClr val="000000"/>
                </a:solidFill>
                <a:latin typeface="Arial"/>
                <a:ea typeface="Arial"/>
              </a:rPr>
              <a:t>                                                         Slide </a:t>
            </a:r>
            <a:fld id="{3386411A-70EE-422D-B97C-F56BEE3FF077}" type="slidenum">
              <a:rPr lang="zh-CN" altLang="en-US" sz="1000" smtClean="0">
                <a:solidFill>
                  <a:srgbClr val="000000"/>
                </a:solidFill>
                <a:latin typeface="Arial"/>
                <a:ea typeface="Arial"/>
              </a:rPr>
              <a:pPr/>
              <a:t>‹#›</a:t>
            </a:fld>
            <a:r>
              <a:rPr lang="zh-CN" altLang="en-US" sz="1000" dirty="0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-IN" altLang="zh-CN" sz="1000" dirty="0">
                <a:solidFill>
                  <a:srgbClr val="000000"/>
                </a:solidFill>
                <a:latin typeface="Arial"/>
                <a:ea typeface="Arial"/>
              </a:rPr>
              <a:t>of 21</a:t>
            </a:r>
            <a:endParaRPr lang="zh-CN" altLang="en-US" sz="1000" b="0" i="0" u="none" baseline="0" dirty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ctrTitle"/>
          </p:nvPr>
        </p:nvSpPr>
        <p:spPr>
          <a:xfrm>
            <a:off x="674690" y="2484892"/>
            <a:ext cx="6999739" cy="1433966"/>
          </a:xfrm>
        </p:spPr>
        <p:txBody>
          <a:bodyPr vert="horz" lIns="91440" tIns="45720" rIns="91440" bIns="45720" anchor="b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ct val="0"/>
              </a:spcBef>
            </a:pPr>
            <a:r>
              <a:rPr lang="en-US" sz="3200" b="1" i="0" u="none" baseline="0">
                <a:solidFill>
                  <a:srgbClr val="FFFFFF"/>
                </a:solidFill>
                <a:latin typeface="Arial"/>
                <a:ea typeface="Arial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50" b="1" i="0">
                <a:solidFill>
                  <a:srgbClr val="0FB98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ts val="1040"/>
              </a:lnSpc>
            </a:pPr>
            <a:r>
              <a:rPr lang="en-IN" spc="-50"/>
              <a:t>A</a:t>
            </a:r>
            <a:endParaRPr lang="en-IN" spc="-5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50" b="1" i="0">
                <a:solidFill>
                  <a:srgbClr val="1F2937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040"/>
              </a:lnSpc>
            </a:pPr>
            <a:r>
              <a:rPr lang="en-IN" spc="-50"/>
              <a:t>L</a:t>
            </a:r>
            <a:endParaRPr lang="en-IN" spc="-5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DejaVu Sans"/>
                <a:cs typeface="DejaVu Sans"/>
              </a:defRPr>
            </a:lvl1pPr>
          </a:lstStyle>
          <a:p>
            <a:pPr marL="12700">
              <a:lnSpc>
                <a:spcPts val="1210"/>
              </a:lnSpc>
            </a:pPr>
            <a:r>
              <a:rPr lang="en-US" spc="-75"/>
              <a:t>Made</a:t>
            </a:r>
            <a:r>
              <a:rPr lang="en-US" spc="-10"/>
              <a:t> </a:t>
            </a:r>
            <a:r>
              <a:rPr lang="en-US" spc="-65"/>
              <a:t>with</a:t>
            </a:r>
            <a:r>
              <a:rPr lang="en-US" spc="-5"/>
              <a:t> </a:t>
            </a:r>
            <a:r>
              <a:rPr lang="en-US" spc="-60"/>
              <a:t>Ge</a:t>
            </a:r>
            <a:r>
              <a:rPr lang="en-US" spc="-570"/>
              <a:t>n</a:t>
            </a:r>
            <a:fld id="{81D60167-4931-47E6-BA6A-407CBD079E47}" type="slidenum">
              <a:rPr lang="en-US" sz="1875" spc="-89" baseline="-6666" smtClean="0">
                <a:solidFill>
                  <a:srgbClr val="9CA2AF"/>
                </a:solidFill>
                <a:latin typeface="Montserrat"/>
                <a:cs typeface="Montserrat"/>
              </a:rPr>
              <a:pPr marL="12700">
                <a:lnSpc>
                  <a:spcPts val="1210"/>
                </a:lnSpc>
              </a:pPr>
              <a:t>‹#›</a:t>
            </a:fld>
            <a:r>
              <a:rPr lang="en-US" spc="-60"/>
              <a:t>s</a:t>
            </a:r>
            <a:r>
              <a:rPr lang="en-US" spc="-495"/>
              <a:t>p</a:t>
            </a:r>
            <a:r>
              <a:rPr lang="en-US" sz="1875" spc="-120" baseline="-6666">
                <a:solidFill>
                  <a:srgbClr val="9CA2AF"/>
                </a:solidFill>
                <a:latin typeface="Montserrat"/>
                <a:cs typeface="Montserrat"/>
              </a:rPr>
              <a:t>/</a:t>
            </a:r>
            <a:r>
              <a:rPr lang="en-US" spc="-305"/>
              <a:t>a</a:t>
            </a:r>
            <a:r>
              <a:rPr lang="en-US" sz="1875" spc="-427" baseline="-6666">
                <a:solidFill>
                  <a:srgbClr val="9CA2AF"/>
                </a:solidFill>
                <a:latin typeface="Montserrat"/>
                <a:cs typeface="Montserrat"/>
              </a:rPr>
              <a:t>1</a:t>
            </a:r>
            <a:r>
              <a:rPr lang="en-US" spc="-240"/>
              <a:t>r</a:t>
            </a:r>
            <a:r>
              <a:rPr lang="en-US" sz="1875" spc="-907" baseline="-6666">
                <a:solidFill>
                  <a:srgbClr val="9CA2AF"/>
                </a:solidFill>
                <a:latin typeface="Montserrat"/>
                <a:cs typeface="Montserrat"/>
              </a:rPr>
              <a:t>3</a:t>
            </a:r>
            <a:r>
              <a:rPr lang="en-US" spc="-60"/>
              <a:t>k</a:t>
            </a:r>
            <a:endParaRPr lang="en-US">
              <a:latin typeface="Montserrat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526084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76204"/>
            <a:ext cx="10850563" cy="952496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 dirty="0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228589" indent="-228589" algn="l">
              <a:lnSpc>
                <a:spcPct val="90000"/>
              </a:lnSpc>
              <a:spcBef>
                <a:spcPts val="1000"/>
              </a:spcBef>
            </a:pPr>
            <a:r>
              <a:rPr lang="en-US" sz="1800" b="0" i="0" u="none" baseline="0" dirty="0">
                <a:solidFill>
                  <a:srgbClr val="000000"/>
                </a:solidFill>
                <a:latin typeface="Arial"/>
                <a:ea typeface="Arial"/>
              </a:rPr>
              <a:t>Edit Master text styles</a:t>
            </a:r>
          </a:p>
          <a:p>
            <a:pPr marL="685766" lvl="1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600" b="0" i="0" u="none" baseline="0" dirty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2942" lvl="2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 dirty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120" lvl="3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200" b="0" i="0" u="none" baseline="0" dirty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298" lvl="4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200" b="0" i="0" u="none" baseline="0" dirty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  <a:fld id="{FA227CAA-8D2F-4500-AFC5-DEF341FAAC1D}" type="slidenum">
              <a:rPr lang="en-US" sz="1200" b="0" i="0" u="none" baseline="0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en-US" sz="1200" b="0" i="0" u="none" baseline="0" dirty="0">
              <a:solidFill>
                <a:srgbClr val="000000"/>
              </a:solidFill>
              <a:latin typeface="Arial"/>
              <a:ea typeface="Arial"/>
            </a:endParaRPr>
          </a:p>
        </p:txBody>
      </p:sp>
      <p:cxnSp>
        <p:nvCxnSpPr>
          <p:cNvPr id="4" name="Connector 4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 cap="flat" cmpd="sng">
            <a:solidFill>
              <a:srgbClr val="000000">
                <a:lumMod val="50000"/>
                <a:lumOff val="50000"/>
              </a:srgbClr>
            </a:solidFill>
            <a:prstDash val="solid"/>
          </a:ln>
        </p:spPr>
      </p:cxnSp>
      <p:sp>
        <p:nvSpPr>
          <p:cNvPr id="5" name="AutoShape 5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zh-CN" altLang="en-US" sz="18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请在插入菜单</a:t>
            </a: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—</a:t>
            </a:r>
            <a:r>
              <a:rPr lang="zh-CN" altLang="en-US" sz="18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页眉和页脚中修改此文本</a:t>
            </a:r>
          </a:p>
        </p:txBody>
      </p:sp>
      <p:sp>
        <p:nvSpPr>
          <p:cNvPr id="7" name="AutoShape 7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en-IN" altLang="zh-CN" dirty="0">
                <a:solidFill>
                  <a:srgbClr val="000000"/>
                </a:solidFill>
                <a:latin typeface="Arial"/>
                <a:ea typeface="Arial"/>
              </a:rPr>
              <a:t>Slide </a:t>
            </a:r>
            <a:fld id="{3386411A-70EE-422D-B97C-F56BEE3FF077}" type="slidenum">
              <a:rPr lang="zh-CN" altLang="en-US" smtClean="0">
                <a:solidFill>
                  <a:srgbClr val="000000"/>
                </a:solidFill>
                <a:latin typeface="Arial"/>
                <a:ea typeface="Arial"/>
              </a:rPr>
              <a:pPr/>
              <a:t>‹#›</a:t>
            </a:fld>
            <a:r>
              <a:rPr lang="en-IN" altLang="zh-CN" dirty="0">
                <a:solidFill>
                  <a:srgbClr val="000000"/>
                </a:solidFill>
                <a:latin typeface="Arial"/>
                <a:ea typeface="Arial"/>
              </a:rPr>
              <a:t>/21</a:t>
            </a:r>
            <a:endParaRPr lang="zh-CN" altLang="en-US" sz="1800" b="0" i="0" u="none" baseline="0" dirty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</p:sldLayoutIdLst>
  <p:hf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26" Type="http://schemas.openxmlformats.org/officeDocument/2006/relationships/image" Target="../media/image39.png"/><Relationship Id="rId39" Type="http://schemas.openxmlformats.org/officeDocument/2006/relationships/image" Target="../media/image52.png"/><Relationship Id="rId21" Type="http://schemas.openxmlformats.org/officeDocument/2006/relationships/image" Target="../media/image34.png"/><Relationship Id="rId34" Type="http://schemas.openxmlformats.org/officeDocument/2006/relationships/image" Target="../media/image47.png"/><Relationship Id="rId42" Type="http://schemas.openxmlformats.org/officeDocument/2006/relationships/image" Target="../media/image55.png"/><Relationship Id="rId7" Type="http://schemas.openxmlformats.org/officeDocument/2006/relationships/image" Target="../media/image20.png"/><Relationship Id="rId2" Type="http://schemas.openxmlformats.org/officeDocument/2006/relationships/image" Target="../media/image5.png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29" Type="http://schemas.openxmlformats.org/officeDocument/2006/relationships/image" Target="../media/image42.png"/><Relationship Id="rId41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24" Type="http://schemas.openxmlformats.org/officeDocument/2006/relationships/image" Target="../media/image37.png"/><Relationship Id="rId32" Type="http://schemas.openxmlformats.org/officeDocument/2006/relationships/image" Target="../media/image45.png"/><Relationship Id="rId37" Type="http://schemas.openxmlformats.org/officeDocument/2006/relationships/image" Target="../media/image50.png"/><Relationship Id="rId40" Type="http://schemas.openxmlformats.org/officeDocument/2006/relationships/image" Target="../media/image53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23" Type="http://schemas.openxmlformats.org/officeDocument/2006/relationships/image" Target="../media/image36.png"/><Relationship Id="rId28" Type="http://schemas.openxmlformats.org/officeDocument/2006/relationships/image" Target="../media/image41.png"/><Relationship Id="rId36" Type="http://schemas.openxmlformats.org/officeDocument/2006/relationships/image" Target="../media/image49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31" Type="http://schemas.openxmlformats.org/officeDocument/2006/relationships/image" Target="../media/image44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5.png"/><Relationship Id="rId27" Type="http://schemas.openxmlformats.org/officeDocument/2006/relationships/image" Target="../media/image40.png"/><Relationship Id="rId30" Type="http://schemas.openxmlformats.org/officeDocument/2006/relationships/image" Target="../media/image43.png"/><Relationship Id="rId35" Type="http://schemas.openxmlformats.org/officeDocument/2006/relationships/image" Target="../media/image48.png"/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5" Type="http://schemas.openxmlformats.org/officeDocument/2006/relationships/image" Target="../media/image38.png"/><Relationship Id="rId33" Type="http://schemas.openxmlformats.org/officeDocument/2006/relationships/image" Target="../media/image46.png"/><Relationship Id="rId38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33600" y="1857453"/>
            <a:ext cx="8583303" cy="812402"/>
          </a:xfrm>
          <a:prstGeom prst="rect">
            <a:avLst/>
          </a:prstGeom>
        </p:spPr>
        <p:txBody>
          <a:bodyPr vert="horz" wrap="square" lIns="0" tIns="12065" rIns="0" bIns="0" rtlCol="0" anchor="b">
            <a:spAutoFit/>
          </a:bodyPr>
          <a:lstStyle/>
          <a:p>
            <a:pPr marL="12700">
              <a:spcBef>
                <a:spcPts val="95"/>
              </a:spcBef>
            </a:pPr>
            <a:r>
              <a:rPr sz="5200" spc="-355" dirty="0">
                <a:solidFill>
                  <a:schemeClr val="tx1"/>
                </a:solidFill>
              </a:rPr>
              <a:t>Operating</a:t>
            </a:r>
            <a:r>
              <a:rPr sz="5200" spc="55" dirty="0">
                <a:solidFill>
                  <a:schemeClr val="tx1"/>
                </a:solidFill>
              </a:rPr>
              <a:t> </a:t>
            </a:r>
            <a:r>
              <a:rPr sz="5200" spc="-395" dirty="0">
                <a:solidFill>
                  <a:schemeClr val="tx1"/>
                </a:solidFill>
              </a:rPr>
              <a:t>Systems</a:t>
            </a:r>
            <a:endParaRPr sz="5200" dirty="0">
              <a:solidFill>
                <a:schemeClr val="tx1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66058" y="2802922"/>
            <a:ext cx="4460240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z="1950" spc="-110" dirty="0">
                <a:latin typeface="Montserrat"/>
                <a:cs typeface="Montserrat"/>
              </a:rPr>
              <a:t>The</a:t>
            </a:r>
            <a:r>
              <a:rPr sz="1950" dirty="0">
                <a:latin typeface="Montserrat"/>
                <a:cs typeface="Montserrat"/>
              </a:rPr>
              <a:t> </a:t>
            </a:r>
            <a:r>
              <a:rPr sz="1950" spc="-105" dirty="0">
                <a:latin typeface="Montserrat"/>
                <a:cs typeface="Montserrat"/>
              </a:rPr>
              <a:t>Foundation</a:t>
            </a:r>
            <a:r>
              <a:rPr sz="1950" dirty="0">
                <a:latin typeface="Montserrat"/>
                <a:cs typeface="Montserrat"/>
              </a:rPr>
              <a:t> </a:t>
            </a:r>
            <a:r>
              <a:rPr sz="1950" spc="-75" dirty="0">
                <a:latin typeface="Montserrat"/>
                <a:cs typeface="Montserrat"/>
              </a:rPr>
              <a:t>of</a:t>
            </a:r>
            <a:r>
              <a:rPr sz="1950" dirty="0">
                <a:latin typeface="Montserrat"/>
                <a:cs typeface="Montserrat"/>
              </a:rPr>
              <a:t> </a:t>
            </a:r>
            <a:r>
              <a:rPr sz="1950" spc="-120" dirty="0">
                <a:latin typeface="Montserrat"/>
                <a:cs typeface="Montserrat"/>
              </a:rPr>
              <a:t>Modern</a:t>
            </a:r>
            <a:r>
              <a:rPr sz="1950" dirty="0">
                <a:latin typeface="Montserrat"/>
                <a:cs typeface="Montserrat"/>
              </a:rPr>
              <a:t> </a:t>
            </a:r>
            <a:r>
              <a:rPr sz="1950" spc="-90" dirty="0">
                <a:latin typeface="Montserrat"/>
                <a:cs typeface="Montserrat"/>
              </a:rPr>
              <a:t>Computing</a:t>
            </a:r>
            <a:endParaRPr sz="1950" dirty="0">
              <a:latin typeface="Montserrat"/>
              <a:cs typeface="Montserrat"/>
            </a:endParaRPr>
          </a:p>
        </p:txBody>
      </p:sp>
      <p:pic>
        <p:nvPicPr>
          <p:cNvPr id="1026" name="Picture 2" descr="operating systems for PC ...">
            <a:extLst>
              <a:ext uri="{FF2B5EF4-FFF2-40B4-BE49-F238E27FC236}">
                <a16:creationId xmlns:a16="http://schemas.microsoft.com/office/drawing/2014/main" id="{CB8C8D7C-3872-7CAB-7CF6-4ACC7CF9D1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1" y="3505200"/>
            <a:ext cx="3581400" cy="2012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A65178-44B6-3B6A-52D0-24005D9926E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8054257" y="6019800"/>
            <a:ext cx="4140201" cy="206381"/>
          </a:xfrm>
        </p:spPr>
        <p:txBody>
          <a:bodyPr>
            <a:normAutofit/>
          </a:bodyPr>
          <a:lstStyle/>
          <a:p>
            <a:pPr marL="12700">
              <a:lnSpc>
                <a:spcPts val="1040"/>
              </a:lnSpc>
            </a:pPr>
            <a:r>
              <a:rPr lang="en-US" sz="3200" spc="-50" dirty="0">
                <a:latin typeface="+mj-lt"/>
              </a:rPr>
              <a:t>Kriti Mathur</a:t>
            </a:r>
            <a:endParaRPr lang="en-IN" sz="3200" spc="-50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9925" y="559494"/>
            <a:ext cx="10850563" cy="470000"/>
          </a:xfrm>
          <a:prstGeom prst="rect">
            <a:avLst/>
          </a:prstGeom>
        </p:spPr>
        <p:txBody>
          <a:bodyPr vert="horz" wrap="square" lIns="0" tIns="15875" rIns="0" bIns="0" rtlCol="0" anchor="b">
            <a:spAutoFit/>
          </a:bodyPr>
          <a:lstStyle/>
          <a:p>
            <a:pPr marL="12700">
              <a:spcBef>
                <a:spcPts val="125"/>
              </a:spcBef>
            </a:pPr>
            <a:r>
              <a:rPr sz="2950" spc="-175" dirty="0">
                <a:solidFill>
                  <a:schemeClr val="tx1"/>
                </a:solidFill>
              </a:rPr>
              <a:t>Table</a:t>
            </a:r>
            <a:r>
              <a:rPr sz="2950" spc="-65" dirty="0">
                <a:solidFill>
                  <a:schemeClr val="tx1"/>
                </a:solidFill>
              </a:rPr>
              <a:t> </a:t>
            </a:r>
            <a:r>
              <a:rPr sz="2950" spc="-140" dirty="0">
                <a:solidFill>
                  <a:schemeClr val="tx1"/>
                </a:solidFill>
              </a:rPr>
              <a:t>of</a:t>
            </a:r>
            <a:r>
              <a:rPr sz="2950" spc="-50" dirty="0">
                <a:solidFill>
                  <a:schemeClr val="tx1"/>
                </a:solidFill>
              </a:rPr>
              <a:t> </a:t>
            </a:r>
            <a:r>
              <a:rPr sz="2950" spc="-160" dirty="0">
                <a:solidFill>
                  <a:schemeClr val="tx1"/>
                </a:solidFill>
              </a:rPr>
              <a:t>Contents</a:t>
            </a:r>
            <a:endParaRPr sz="2950">
              <a:solidFill>
                <a:schemeClr val="tx1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9599" y="129619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36086" y="457199"/>
                </a:moveTo>
                <a:lnTo>
                  <a:pt x="221113" y="457199"/>
                </a:lnTo>
                <a:lnTo>
                  <a:pt x="213644" y="456832"/>
                </a:lnTo>
                <a:lnTo>
                  <a:pt x="169405" y="449529"/>
                </a:lnTo>
                <a:lnTo>
                  <a:pt x="127441" y="433736"/>
                </a:lnTo>
                <a:lnTo>
                  <a:pt x="89365" y="410059"/>
                </a:lnTo>
                <a:lnTo>
                  <a:pt x="56639" y="379409"/>
                </a:lnTo>
                <a:lnTo>
                  <a:pt x="30522" y="342964"/>
                </a:lnTo>
                <a:lnTo>
                  <a:pt x="12016" y="302123"/>
                </a:lnTo>
                <a:lnTo>
                  <a:pt x="1834" y="258457"/>
                </a:lnTo>
                <a:lnTo>
                  <a:pt x="0" y="236086"/>
                </a:lnTo>
                <a:lnTo>
                  <a:pt x="0" y="221112"/>
                </a:lnTo>
                <a:lnTo>
                  <a:pt x="5853" y="176658"/>
                </a:lnTo>
                <a:lnTo>
                  <a:pt x="20266" y="134201"/>
                </a:lnTo>
                <a:lnTo>
                  <a:pt x="42685" y="95371"/>
                </a:lnTo>
                <a:lnTo>
                  <a:pt x="72249" y="61661"/>
                </a:lnTo>
                <a:lnTo>
                  <a:pt x="107821" y="34366"/>
                </a:lnTo>
                <a:lnTo>
                  <a:pt x="148035" y="14535"/>
                </a:lnTo>
                <a:lnTo>
                  <a:pt x="191345" y="2931"/>
                </a:lnTo>
                <a:lnTo>
                  <a:pt x="221113" y="0"/>
                </a:lnTo>
                <a:lnTo>
                  <a:pt x="236086" y="0"/>
                </a:lnTo>
                <a:lnTo>
                  <a:pt x="280540" y="5852"/>
                </a:lnTo>
                <a:lnTo>
                  <a:pt x="322998" y="20266"/>
                </a:lnTo>
                <a:lnTo>
                  <a:pt x="361828" y="42685"/>
                </a:lnTo>
                <a:lnTo>
                  <a:pt x="395538" y="72249"/>
                </a:lnTo>
                <a:lnTo>
                  <a:pt x="422833" y="107821"/>
                </a:lnTo>
                <a:lnTo>
                  <a:pt x="442663" y="148035"/>
                </a:lnTo>
                <a:lnTo>
                  <a:pt x="454268" y="191345"/>
                </a:lnTo>
                <a:lnTo>
                  <a:pt x="457199" y="228599"/>
                </a:lnTo>
                <a:lnTo>
                  <a:pt x="457199" y="236086"/>
                </a:lnTo>
                <a:lnTo>
                  <a:pt x="451346" y="280540"/>
                </a:lnTo>
                <a:lnTo>
                  <a:pt x="436933" y="322998"/>
                </a:lnTo>
                <a:lnTo>
                  <a:pt x="414514" y="361828"/>
                </a:lnTo>
                <a:lnTo>
                  <a:pt x="384950" y="395538"/>
                </a:lnTo>
                <a:lnTo>
                  <a:pt x="349378" y="422833"/>
                </a:lnTo>
                <a:lnTo>
                  <a:pt x="309164" y="442663"/>
                </a:lnTo>
                <a:lnTo>
                  <a:pt x="265854" y="454267"/>
                </a:lnTo>
                <a:lnTo>
                  <a:pt x="236086" y="457199"/>
                </a:lnTo>
                <a:close/>
              </a:path>
            </a:pathLst>
          </a:custGeom>
          <a:solidFill>
            <a:srgbClr val="256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88144" y="1375211"/>
            <a:ext cx="10033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b="1" spc="-50" dirty="0">
                <a:latin typeface="Montserrat"/>
                <a:cs typeface="Montserrat"/>
              </a:rPr>
              <a:t>1</a:t>
            </a:r>
            <a:endParaRPr sz="1600">
              <a:latin typeface="Montserrat"/>
              <a:cs typeface="Montserra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6499" y="1367559"/>
            <a:ext cx="969010" cy="26802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650" spc="-80" dirty="0">
                <a:latin typeface="Montserrat"/>
                <a:cs typeface="Montserrat"/>
              </a:rPr>
              <a:t>Definition</a:t>
            </a:r>
            <a:endParaRPr sz="1650" dirty="0">
              <a:latin typeface="Montserrat"/>
              <a:cs typeface="Montserra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09599" y="198199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36086" y="457199"/>
                </a:moveTo>
                <a:lnTo>
                  <a:pt x="221113" y="457199"/>
                </a:lnTo>
                <a:lnTo>
                  <a:pt x="213644" y="456832"/>
                </a:lnTo>
                <a:lnTo>
                  <a:pt x="169405" y="449529"/>
                </a:lnTo>
                <a:lnTo>
                  <a:pt x="127441" y="433736"/>
                </a:lnTo>
                <a:lnTo>
                  <a:pt x="89365" y="410059"/>
                </a:lnTo>
                <a:lnTo>
                  <a:pt x="56639" y="379409"/>
                </a:lnTo>
                <a:lnTo>
                  <a:pt x="30522" y="342963"/>
                </a:lnTo>
                <a:lnTo>
                  <a:pt x="12016" y="302123"/>
                </a:lnTo>
                <a:lnTo>
                  <a:pt x="1834" y="258457"/>
                </a:lnTo>
                <a:lnTo>
                  <a:pt x="0" y="236087"/>
                </a:lnTo>
                <a:lnTo>
                  <a:pt x="0" y="221112"/>
                </a:lnTo>
                <a:lnTo>
                  <a:pt x="5853" y="176658"/>
                </a:lnTo>
                <a:lnTo>
                  <a:pt x="20266" y="134201"/>
                </a:lnTo>
                <a:lnTo>
                  <a:pt x="42685" y="95371"/>
                </a:lnTo>
                <a:lnTo>
                  <a:pt x="72249" y="61660"/>
                </a:lnTo>
                <a:lnTo>
                  <a:pt x="107821" y="34366"/>
                </a:lnTo>
                <a:lnTo>
                  <a:pt x="148035" y="14535"/>
                </a:lnTo>
                <a:lnTo>
                  <a:pt x="191345" y="2931"/>
                </a:lnTo>
                <a:lnTo>
                  <a:pt x="221113" y="0"/>
                </a:lnTo>
                <a:lnTo>
                  <a:pt x="236086" y="0"/>
                </a:lnTo>
                <a:lnTo>
                  <a:pt x="280540" y="5853"/>
                </a:lnTo>
                <a:lnTo>
                  <a:pt x="322998" y="20265"/>
                </a:lnTo>
                <a:lnTo>
                  <a:pt x="361828" y="42684"/>
                </a:lnTo>
                <a:lnTo>
                  <a:pt x="395538" y="72249"/>
                </a:lnTo>
                <a:lnTo>
                  <a:pt x="422833" y="107821"/>
                </a:lnTo>
                <a:lnTo>
                  <a:pt x="442663" y="148035"/>
                </a:lnTo>
                <a:lnTo>
                  <a:pt x="454268" y="191345"/>
                </a:lnTo>
                <a:lnTo>
                  <a:pt x="457199" y="228599"/>
                </a:lnTo>
                <a:lnTo>
                  <a:pt x="457199" y="236087"/>
                </a:lnTo>
                <a:lnTo>
                  <a:pt x="451346" y="280540"/>
                </a:lnTo>
                <a:lnTo>
                  <a:pt x="436933" y="322998"/>
                </a:lnTo>
                <a:lnTo>
                  <a:pt x="414514" y="361828"/>
                </a:lnTo>
                <a:lnTo>
                  <a:pt x="384950" y="395538"/>
                </a:lnTo>
                <a:lnTo>
                  <a:pt x="349378" y="422833"/>
                </a:lnTo>
                <a:lnTo>
                  <a:pt x="309164" y="442663"/>
                </a:lnTo>
                <a:lnTo>
                  <a:pt x="265854" y="454267"/>
                </a:lnTo>
                <a:lnTo>
                  <a:pt x="236086" y="457199"/>
                </a:lnTo>
                <a:close/>
              </a:path>
            </a:pathLst>
          </a:custGeom>
          <a:solidFill>
            <a:srgbClr val="256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9243" y="2061011"/>
            <a:ext cx="13779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b="1" spc="-50" dirty="0">
                <a:latin typeface="Montserrat"/>
                <a:cs typeface="Montserrat"/>
              </a:rPr>
              <a:t>2</a:t>
            </a:r>
            <a:endParaRPr sz="1600">
              <a:latin typeface="Montserrat"/>
              <a:cs typeface="Montserra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06499" y="2053359"/>
            <a:ext cx="548640" cy="26802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650" spc="-80" dirty="0">
                <a:latin typeface="Montserrat"/>
                <a:cs typeface="Montserrat"/>
              </a:rPr>
              <a:t>Goals</a:t>
            </a:r>
            <a:endParaRPr sz="1650">
              <a:latin typeface="Montserrat"/>
              <a:cs typeface="Montserra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09599" y="266779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36086" y="457199"/>
                </a:moveTo>
                <a:lnTo>
                  <a:pt x="221113" y="457199"/>
                </a:lnTo>
                <a:lnTo>
                  <a:pt x="213644" y="456832"/>
                </a:lnTo>
                <a:lnTo>
                  <a:pt x="169405" y="449529"/>
                </a:lnTo>
                <a:lnTo>
                  <a:pt x="127441" y="433735"/>
                </a:lnTo>
                <a:lnTo>
                  <a:pt x="89365" y="410059"/>
                </a:lnTo>
                <a:lnTo>
                  <a:pt x="56639" y="379409"/>
                </a:lnTo>
                <a:lnTo>
                  <a:pt x="30522" y="342963"/>
                </a:lnTo>
                <a:lnTo>
                  <a:pt x="12016" y="302123"/>
                </a:lnTo>
                <a:lnTo>
                  <a:pt x="1834" y="258457"/>
                </a:lnTo>
                <a:lnTo>
                  <a:pt x="0" y="236086"/>
                </a:lnTo>
                <a:lnTo>
                  <a:pt x="0" y="221112"/>
                </a:lnTo>
                <a:lnTo>
                  <a:pt x="5853" y="176659"/>
                </a:lnTo>
                <a:lnTo>
                  <a:pt x="20266" y="134201"/>
                </a:lnTo>
                <a:lnTo>
                  <a:pt x="42685" y="95371"/>
                </a:lnTo>
                <a:lnTo>
                  <a:pt x="72249" y="61661"/>
                </a:lnTo>
                <a:lnTo>
                  <a:pt x="107821" y="34366"/>
                </a:lnTo>
                <a:lnTo>
                  <a:pt x="148035" y="14535"/>
                </a:lnTo>
                <a:lnTo>
                  <a:pt x="191345" y="2931"/>
                </a:lnTo>
                <a:lnTo>
                  <a:pt x="221113" y="0"/>
                </a:lnTo>
                <a:lnTo>
                  <a:pt x="236086" y="0"/>
                </a:lnTo>
                <a:lnTo>
                  <a:pt x="280540" y="5852"/>
                </a:lnTo>
                <a:lnTo>
                  <a:pt x="322998" y="20265"/>
                </a:lnTo>
                <a:lnTo>
                  <a:pt x="361828" y="42685"/>
                </a:lnTo>
                <a:lnTo>
                  <a:pt x="395538" y="72249"/>
                </a:lnTo>
                <a:lnTo>
                  <a:pt x="422833" y="107821"/>
                </a:lnTo>
                <a:lnTo>
                  <a:pt x="442663" y="148035"/>
                </a:lnTo>
                <a:lnTo>
                  <a:pt x="454268" y="191345"/>
                </a:lnTo>
                <a:lnTo>
                  <a:pt x="457199" y="228599"/>
                </a:lnTo>
                <a:lnTo>
                  <a:pt x="457199" y="236086"/>
                </a:lnTo>
                <a:lnTo>
                  <a:pt x="451346" y="280540"/>
                </a:lnTo>
                <a:lnTo>
                  <a:pt x="436933" y="322997"/>
                </a:lnTo>
                <a:lnTo>
                  <a:pt x="414514" y="361828"/>
                </a:lnTo>
                <a:lnTo>
                  <a:pt x="384950" y="395538"/>
                </a:lnTo>
                <a:lnTo>
                  <a:pt x="349378" y="422832"/>
                </a:lnTo>
                <a:lnTo>
                  <a:pt x="309164" y="442663"/>
                </a:lnTo>
                <a:lnTo>
                  <a:pt x="265854" y="454267"/>
                </a:lnTo>
                <a:lnTo>
                  <a:pt x="236086" y="457199"/>
                </a:lnTo>
                <a:close/>
              </a:path>
            </a:pathLst>
          </a:custGeom>
          <a:solidFill>
            <a:srgbClr val="256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69094" y="2746811"/>
            <a:ext cx="13843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b="1" spc="-50" dirty="0">
                <a:latin typeface="Montserrat"/>
                <a:cs typeface="Montserrat"/>
              </a:rPr>
              <a:t>3</a:t>
            </a:r>
            <a:endParaRPr sz="1600">
              <a:latin typeface="Montserrat"/>
              <a:cs typeface="Montserra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06500" y="2739159"/>
            <a:ext cx="1269365" cy="26802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650" spc="-105" dirty="0">
                <a:latin typeface="Montserrat"/>
                <a:cs typeface="Montserrat"/>
              </a:rPr>
              <a:t>Components</a:t>
            </a:r>
            <a:endParaRPr sz="1650">
              <a:latin typeface="Montserrat"/>
              <a:cs typeface="Montserra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09599" y="335359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36086" y="457199"/>
                </a:moveTo>
                <a:lnTo>
                  <a:pt x="221113" y="457199"/>
                </a:lnTo>
                <a:lnTo>
                  <a:pt x="213644" y="456832"/>
                </a:lnTo>
                <a:lnTo>
                  <a:pt x="169405" y="449529"/>
                </a:lnTo>
                <a:lnTo>
                  <a:pt x="127441" y="433735"/>
                </a:lnTo>
                <a:lnTo>
                  <a:pt x="89365" y="410059"/>
                </a:lnTo>
                <a:lnTo>
                  <a:pt x="56639" y="379409"/>
                </a:lnTo>
                <a:lnTo>
                  <a:pt x="30522" y="342963"/>
                </a:lnTo>
                <a:lnTo>
                  <a:pt x="12016" y="302123"/>
                </a:lnTo>
                <a:lnTo>
                  <a:pt x="1834" y="258457"/>
                </a:lnTo>
                <a:lnTo>
                  <a:pt x="0" y="236086"/>
                </a:lnTo>
                <a:lnTo>
                  <a:pt x="0" y="221112"/>
                </a:lnTo>
                <a:lnTo>
                  <a:pt x="5853" y="176659"/>
                </a:lnTo>
                <a:lnTo>
                  <a:pt x="20266" y="134201"/>
                </a:lnTo>
                <a:lnTo>
                  <a:pt x="42685" y="95370"/>
                </a:lnTo>
                <a:lnTo>
                  <a:pt x="72249" y="61661"/>
                </a:lnTo>
                <a:lnTo>
                  <a:pt x="107821" y="34366"/>
                </a:lnTo>
                <a:lnTo>
                  <a:pt x="148035" y="14535"/>
                </a:lnTo>
                <a:lnTo>
                  <a:pt x="191345" y="2931"/>
                </a:lnTo>
                <a:lnTo>
                  <a:pt x="221113" y="0"/>
                </a:lnTo>
                <a:lnTo>
                  <a:pt x="236086" y="0"/>
                </a:lnTo>
                <a:lnTo>
                  <a:pt x="280540" y="5852"/>
                </a:lnTo>
                <a:lnTo>
                  <a:pt x="322998" y="20265"/>
                </a:lnTo>
                <a:lnTo>
                  <a:pt x="361828" y="42685"/>
                </a:lnTo>
                <a:lnTo>
                  <a:pt x="395538" y="72249"/>
                </a:lnTo>
                <a:lnTo>
                  <a:pt x="422833" y="107821"/>
                </a:lnTo>
                <a:lnTo>
                  <a:pt x="442663" y="148035"/>
                </a:lnTo>
                <a:lnTo>
                  <a:pt x="454268" y="191345"/>
                </a:lnTo>
                <a:lnTo>
                  <a:pt x="457199" y="228599"/>
                </a:lnTo>
                <a:lnTo>
                  <a:pt x="457199" y="236086"/>
                </a:lnTo>
                <a:lnTo>
                  <a:pt x="451346" y="280540"/>
                </a:lnTo>
                <a:lnTo>
                  <a:pt x="436933" y="322998"/>
                </a:lnTo>
                <a:lnTo>
                  <a:pt x="414514" y="361828"/>
                </a:lnTo>
                <a:lnTo>
                  <a:pt x="384950" y="395538"/>
                </a:lnTo>
                <a:lnTo>
                  <a:pt x="349378" y="422832"/>
                </a:lnTo>
                <a:lnTo>
                  <a:pt x="309164" y="442663"/>
                </a:lnTo>
                <a:lnTo>
                  <a:pt x="265854" y="454267"/>
                </a:lnTo>
                <a:lnTo>
                  <a:pt x="236086" y="457199"/>
                </a:lnTo>
                <a:close/>
              </a:path>
            </a:pathLst>
          </a:custGeom>
          <a:solidFill>
            <a:srgbClr val="256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59866" y="3424959"/>
            <a:ext cx="1022350" cy="26802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459105" algn="l"/>
              </a:tabLst>
            </a:pPr>
            <a:r>
              <a:rPr sz="1600" b="1" spc="-50" dirty="0">
                <a:latin typeface="Montserrat"/>
                <a:cs typeface="Montserrat"/>
              </a:rPr>
              <a:t>4</a:t>
            </a:r>
            <a:r>
              <a:rPr sz="1600" b="1" dirty="0">
                <a:latin typeface="Montserrat"/>
                <a:cs typeface="Montserrat"/>
              </a:rPr>
              <a:t>	</a:t>
            </a:r>
            <a:r>
              <a:rPr sz="1650" spc="-85" dirty="0">
                <a:latin typeface="Montserrat"/>
                <a:cs typeface="Montserrat"/>
              </a:rPr>
              <a:t>Types</a:t>
            </a:r>
            <a:endParaRPr sz="1650">
              <a:latin typeface="Montserrat"/>
              <a:cs typeface="Montserra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09599" y="403939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36086" y="457199"/>
                </a:moveTo>
                <a:lnTo>
                  <a:pt x="221113" y="457199"/>
                </a:lnTo>
                <a:lnTo>
                  <a:pt x="213644" y="456832"/>
                </a:lnTo>
                <a:lnTo>
                  <a:pt x="169405" y="449529"/>
                </a:lnTo>
                <a:lnTo>
                  <a:pt x="127441" y="433735"/>
                </a:lnTo>
                <a:lnTo>
                  <a:pt x="89365" y="410059"/>
                </a:lnTo>
                <a:lnTo>
                  <a:pt x="56639" y="379409"/>
                </a:lnTo>
                <a:lnTo>
                  <a:pt x="30522" y="342963"/>
                </a:lnTo>
                <a:lnTo>
                  <a:pt x="12016" y="302123"/>
                </a:lnTo>
                <a:lnTo>
                  <a:pt x="1834" y="258456"/>
                </a:lnTo>
                <a:lnTo>
                  <a:pt x="0" y="236086"/>
                </a:lnTo>
                <a:lnTo>
                  <a:pt x="0" y="221112"/>
                </a:lnTo>
                <a:lnTo>
                  <a:pt x="5853" y="176658"/>
                </a:lnTo>
                <a:lnTo>
                  <a:pt x="20266" y="134201"/>
                </a:lnTo>
                <a:lnTo>
                  <a:pt x="42685" y="95370"/>
                </a:lnTo>
                <a:lnTo>
                  <a:pt x="72249" y="61660"/>
                </a:lnTo>
                <a:lnTo>
                  <a:pt x="107821" y="34365"/>
                </a:lnTo>
                <a:lnTo>
                  <a:pt x="148035" y="14535"/>
                </a:lnTo>
                <a:lnTo>
                  <a:pt x="191345" y="2931"/>
                </a:lnTo>
                <a:lnTo>
                  <a:pt x="221113" y="0"/>
                </a:lnTo>
                <a:lnTo>
                  <a:pt x="236086" y="0"/>
                </a:lnTo>
                <a:lnTo>
                  <a:pt x="280540" y="5852"/>
                </a:lnTo>
                <a:lnTo>
                  <a:pt x="322998" y="20265"/>
                </a:lnTo>
                <a:lnTo>
                  <a:pt x="361828" y="42684"/>
                </a:lnTo>
                <a:lnTo>
                  <a:pt x="395538" y="72248"/>
                </a:lnTo>
                <a:lnTo>
                  <a:pt x="422833" y="107821"/>
                </a:lnTo>
                <a:lnTo>
                  <a:pt x="442663" y="148035"/>
                </a:lnTo>
                <a:lnTo>
                  <a:pt x="454268" y="191345"/>
                </a:lnTo>
                <a:lnTo>
                  <a:pt x="457199" y="228599"/>
                </a:lnTo>
                <a:lnTo>
                  <a:pt x="457199" y="236086"/>
                </a:lnTo>
                <a:lnTo>
                  <a:pt x="451346" y="280539"/>
                </a:lnTo>
                <a:lnTo>
                  <a:pt x="436933" y="322997"/>
                </a:lnTo>
                <a:lnTo>
                  <a:pt x="414514" y="361827"/>
                </a:lnTo>
                <a:lnTo>
                  <a:pt x="384950" y="395538"/>
                </a:lnTo>
                <a:lnTo>
                  <a:pt x="349378" y="422832"/>
                </a:lnTo>
                <a:lnTo>
                  <a:pt x="309164" y="442663"/>
                </a:lnTo>
                <a:lnTo>
                  <a:pt x="265854" y="454267"/>
                </a:lnTo>
                <a:lnTo>
                  <a:pt x="236086" y="457199"/>
                </a:lnTo>
                <a:close/>
              </a:path>
            </a:pathLst>
          </a:custGeom>
          <a:solidFill>
            <a:srgbClr val="256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68797" y="4118411"/>
            <a:ext cx="13906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b="1" spc="-50" dirty="0">
                <a:latin typeface="Montserrat"/>
                <a:cs typeface="Montserrat"/>
              </a:rPr>
              <a:t>5</a:t>
            </a:r>
            <a:endParaRPr sz="1600">
              <a:latin typeface="Montserrat"/>
              <a:cs typeface="Montserra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06499" y="4110759"/>
            <a:ext cx="977900" cy="26802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650" spc="-90" dirty="0">
                <a:latin typeface="Montserrat"/>
                <a:cs typeface="Montserrat"/>
              </a:rPr>
              <a:t>Functions</a:t>
            </a:r>
            <a:endParaRPr sz="1650">
              <a:latin typeface="Montserrat"/>
              <a:cs typeface="Montserra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09599" y="472519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36086" y="457199"/>
                </a:moveTo>
                <a:lnTo>
                  <a:pt x="221113" y="457199"/>
                </a:lnTo>
                <a:lnTo>
                  <a:pt x="213644" y="456832"/>
                </a:lnTo>
                <a:lnTo>
                  <a:pt x="169405" y="449529"/>
                </a:lnTo>
                <a:lnTo>
                  <a:pt x="127441" y="433735"/>
                </a:lnTo>
                <a:lnTo>
                  <a:pt x="89365" y="410058"/>
                </a:lnTo>
                <a:lnTo>
                  <a:pt x="56639" y="379409"/>
                </a:lnTo>
                <a:lnTo>
                  <a:pt x="30522" y="342963"/>
                </a:lnTo>
                <a:lnTo>
                  <a:pt x="12016" y="302122"/>
                </a:lnTo>
                <a:lnTo>
                  <a:pt x="1834" y="258457"/>
                </a:lnTo>
                <a:lnTo>
                  <a:pt x="0" y="236086"/>
                </a:lnTo>
                <a:lnTo>
                  <a:pt x="0" y="221112"/>
                </a:lnTo>
                <a:lnTo>
                  <a:pt x="5853" y="176658"/>
                </a:lnTo>
                <a:lnTo>
                  <a:pt x="20266" y="134200"/>
                </a:lnTo>
                <a:lnTo>
                  <a:pt x="42685" y="95370"/>
                </a:lnTo>
                <a:lnTo>
                  <a:pt x="72249" y="61661"/>
                </a:lnTo>
                <a:lnTo>
                  <a:pt x="107821" y="34366"/>
                </a:lnTo>
                <a:lnTo>
                  <a:pt x="148035" y="14535"/>
                </a:lnTo>
                <a:lnTo>
                  <a:pt x="191345" y="2931"/>
                </a:lnTo>
                <a:lnTo>
                  <a:pt x="221113" y="0"/>
                </a:lnTo>
                <a:lnTo>
                  <a:pt x="236086" y="0"/>
                </a:lnTo>
                <a:lnTo>
                  <a:pt x="280540" y="5852"/>
                </a:lnTo>
                <a:lnTo>
                  <a:pt x="322998" y="20265"/>
                </a:lnTo>
                <a:lnTo>
                  <a:pt x="361828" y="42685"/>
                </a:lnTo>
                <a:lnTo>
                  <a:pt x="395538" y="72249"/>
                </a:lnTo>
                <a:lnTo>
                  <a:pt x="422833" y="107821"/>
                </a:lnTo>
                <a:lnTo>
                  <a:pt x="442663" y="148035"/>
                </a:lnTo>
                <a:lnTo>
                  <a:pt x="454268" y="191345"/>
                </a:lnTo>
                <a:lnTo>
                  <a:pt x="457199" y="228599"/>
                </a:lnTo>
                <a:lnTo>
                  <a:pt x="457199" y="236086"/>
                </a:lnTo>
                <a:lnTo>
                  <a:pt x="451346" y="280540"/>
                </a:lnTo>
                <a:lnTo>
                  <a:pt x="436933" y="322997"/>
                </a:lnTo>
                <a:lnTo>
                  <a:pt x="414514" y="361827"/>
                </a:lnTo>
                <a:lnTo>
                  <a:pt x="384950" y="395538"/>
                </a:lnTo>
                <a:lnTo>
                  <a:pt x="349378" y="422833"/>
                </a:lnTo>
                <a:lnTo>
                  <a:pt x="309164" y="442663"/>
                </a:lnTo>
                <a:lnTo>
                  <a:pt x="265854" y="454267"/>
                </a:lnTo>
                <a:lnTo>
                  <a:pt x="236086" y="457199"/>
                </a:lnTo>
                <a:close/>
              </a:path>
            </a:pathLst>
          </a:custGeom>
          <a:solidFill>
            <a:srgbClr val="256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64778" y="4804211"/>
            <a:ext cx="14732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b="1" spc="-50" dirty="0">
                <a:latin typeface="Montserrat"/>
                <a:cs typeface="Montserrat"/>
              </a:rPr>
              <a:t>6</a:t>
            </a:r>
            <a:endParaRPr sz="1600">
              <a:latin typeface="Montserrat"/>
              <a:cs typeface="Montserra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28420" y="4796559"/>
            <a:ext cx="2176780" cy="26802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650" spc="-114" dirty="0">
                <a:latin typeface="Montserrat"/>
                <a:cs typeface="Montserrat"/>
              </a:rPr>
              <a:t>Memory</a:t>
            </a:r>
            <a:r>
              <a:rPr sz="1650" spc="-10" dirty="0">
                <a:latin typeface="Montserrat"/>
                <a:cs typeface="Montserrat"/>
              </a:rPr>
              <a:t> </a:t>
            </a:r>
            <a:r>
              <a:rPr sz="1650" spc="-105" dirty="0">
                <a:latin typeface="Montserrat"/>
                <a:cs typeface="Montserrat"/>
              </a:rPr>
              <a:t>Management</a:t>
            </a:r>
            <a:endParaRPr sz="1650" dirty="0">
              <a:latin typeface="Montserrat"/>
              <a:cs typeface="Montserra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324600" y="129619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36086" y="457199"/>
                </a:moveTo>
                <a:lnTo>
                  <a:pt x="221113" y="457199"/>
                </a:lnTo>
                <a:lnTo>
                  <a:pt x="213644" y="456832"/>
                </a:lnTo>
                <a:lnTo>
                  <a:pt x="169405" y="449529"/>
                </a:lnTo>
                <a:lnTo>
                  <a:pt x="127440" y="433736"/>
                </a:lnTo>
                <a:lnTo>
                  <a:pt x="89364" y="410059"/>
                </a:lnTo>
                <a:lnTo>
                  <a:pt x="56639" y="379409"/>
                </a:lnTo>
                <a:lnTo>
                  <a:pt x="30522" y="342964"/>
                </a:lnTo>
                <a:lnTo>
                  <a:pt x="12016" y="302123"/>
                </a:lnTo>
                <a:lnTo>
                  <a:pt x="1834" y="258457"/>
                </a:lnTo>
                <a:lnTo>
                  <a:pt x="0" y="236086"/>
                </a:lnTo>
                <a:lnTo>
                  <a:pt x="0" y="221112"/>
                </a:lnTo>
                <a:lnTo>
                  <a:pt x="5852" y="176658"/>
                </a:lnTo>
                <a:lnTo>
                  <a:pt x="20265" y="134201"/>
                </a:lnTo>
                <a:lnTo>
                  <a:pt x="42685" y="95371"/>
                </a:lnTo>
                <a:lnTo>
                  <a:pt x="72248" y="61661"/>
                </a:lnTo>
                <a:lnTo>
                  <a:pt x="107821" y="34366"/>
                </a:lnTo>
                <a:lnTo>
                  <a:pt x="148035" y="14535"/>
                </a:lnTo>
                <a:lnTo>
                  <a:pt x="191344" y="2931"/>
                </a:lnTo>
                <a:lnTo>
                  <a:pt x="221113" y="0"/>
                </a:lnTo>
                <a:lnTo>
                  <a:pt x="236086" y="0"/>
                </a:lnTo>
                <a:lnTo>
                  <a:pt x="280539" y="5852"/>
                </a:lnTo>
                <a:lnTo>
                  <a:pt x="322996" y="20266"/>
                </a:lnTo>
                <a:lnTo>
                  <a:pt x="361827" y="42685"/>
                </a:lnTo>
                <a:lnTo>
                  <a:pt x="395537" y="72249"/>
                </a:lnTo>
                <a:lnTo>
                  <a:pt x="422831" y="107821"/>
                </a:lnTo>
                <a:lnTo>
                  <a:pt x="442662" y="148035"/>
                </a:lnTo>
                <a:lnTo>
                  <a:pt x="454267" y="191345"/>
                </a:lnTo>
                <a:lnTo>
                  <a:pt x="457199" y="221112"/>
                </a:lnTo>
                <a:lnTo>
                  <a:pt x="457199" y="228599"/>
                </a:lnTo>
                <a:lnTo>
                  <a:pt x="457199" y="236086"/>
                </a:lnTo>
                <a:lnTo>
                  <a:pt x="451346" y="280540"/>
                </a:lnTo>
                <a:lnTo>
                  <a:pt x="436932" y="322998"/>
                </a:lnTo>
                <a:lnTo>
                  <a:pt x="414513" y="361828"/>
                </a:lnTo>
                <a:lnTo>
                  <a:pt x="384949" y="395538"/>
                </a:lnTo>
                <a:lnTo>
                  <a:pt x="349376" y="422833"/>
                </a:lnTo>
                <a:lnTo>
                  <a:pt x="309163" y="442663"/>
                </a:lnTo>
                <a:lnTo>
                  <a:pt x="265853" y="454267"/>
                </a:lnTo>
                <a:lnTo>
                  <a:pt x="243556" y="456832"/>
                </a:lnTo>
                <a:lnTo>
                  <a:pt x="236086" y="457199"/>
                </a:lnTo>
                <a:close/>
              </a:path>
            </a:pathLst>
          </a:custGeom>
          <a:solidFill>
            <a:srgbClr val="256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481414" y="1375211"/>
            <a:ext cx="14351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b="1" spc="-50" dirty="0">
                <a:latin typeface="Montserrat"/>
                <a:cs typeface="Montserrat"/>
              </a:rPr>
              <a:t>7</a:t>
            </a:r>
            <a:endParaRPr sz="1600">
              <a:latin typeface="Montserrat"/>
              <a:cs typeface="Montserra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921501" y="1367559"/>
            <a:ext cx="1209675" cy="26802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650" spc="-70" dirty="0">
                <a:latin typeface="Montserrat"/>
                <a:cs typeface="Montserrat"/>
              </a:rPr>
              <a:t>File</a:t>
            </a:r>
            <a:r>
              <a:rPr sz="1650" spc="-40" dirty="0">
                <a:latin typeface="Montserrat"/>
                <a:cs typeface="Montserrat"/>
              </a:rPr>
              <a:t> </a:t>
            </a:r>
            <a:r>
              <a:rPr sz="1650" spc="-100" dirty="0">
                <a:latin typeface="Montserrat"/>
                <a:cs typeface="Montserrat"/>
              </a:rPr>
              <a:t>Systems</a:t>
            </a:r>
            <a:endParaRPr sz="1650">
              <a:latin typeface="Montserrat"/>
              <a:cs typeface="Montserra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324600" y="198199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36086" y="457199"/>
                </a:moveTo>
                <a:lnTo>
                  <a:pt x="221113" y="457199"/>
                </a:lnTo>
                <a:lnTo>
                  <a:pt x="213644" y="456832"/>
                </a:lnTo>
                <a:lnTo>
                  <a:pt x="169405" y="449529"/>
                </a:lnTo>
                <a:lnTo>
                  <a:pt x="127440" y="433736"/>
                </a:lnTo>
                <a:lnTo>
                  <a:pt x="89364" y="410059"/>
                </a:lnTo>
                <a:lnTo>
                  <a:pt x="56639" y="379409"/>
                </a:lnTo>
                <a:lnTo>
                  <a:pt x="30522" y="342963"/>
                </a:lnTo>
                <a:lnTo>
                  <a:pt x="12016" y="302123"/>
                </a:lnTo>
                <a:lnTo>
                  <a:pt x="1834" y="258457"/>
                </a:lnTo>
                <a:lnTo>
                  <a:pt x="0" y="236087"/>
                </a:lnTo>
                <a:lnTo>
                  <a:pt x="0" y="221112"/>
                </a:lnTo>
                <a:lnTo>
                  <a:pt x="5852" y="176658"/>
                </a:lnTo>
                <a:lnTo>
                  <a:pt x="20265" y="134201"/>
                </a:lnTo>
                <a:lnTo>
                  <a:pt x="42685" y="95371"/>
                </a:lnTo>
                <a:lnTo>
                  <a:pt x="72248" y="61660"/>
                </a:lnTo>
                <a:lnTo>
                  <a:pt x="107821" y="34366"/>
                </a:lnTo>
                <a:lnTo>
                  <a:pt x="148035" y="14535"/>
                </a:lnTo>
                <a:lnTo>
                  <a:pt x="191344" y="2931"/>
                </a:lnTo>
                <a:lnTo>
                  <a:pt x="221113" y="0"/>
                </a:lnTo>
                <a:lnTo>
                  <a:pt x="236086" y="0"/>
                </a:lnTo>
                <a:lnTo>
                  <a:pt x="280539" y="5853"/>
                </a:lnTo>
                <a:lnTo>
                  <a:pt x="322996" y="20265"/>
                </a:lnTo>
                <a:lnTo>
                  <a:pt x="361827" y="42684"/>
                </a:lnTo>
                <a:lnTo>
                  <a:pt x="395537" y="72249"/>
                </a:lnTo>
                <a:lnTo>
                  <a:pt x="422831" y="107821"/>
                </a:lnTo>
                <a:lnTo>
                  <a:pt x="442662" y="148035"/>
                </a:lnTo>
                <a:lnTo>
                  <a:pt x="454267" y="191345"/>
                </a:lnTo>
                <a:lnTo>
                  <a:pt x="457199" y="221112"/>
                </a:lnTo>
                <a:lnTo>
                  <a:pt x="457199" y="228599"/>
                </a:lnTo>
                <a:lnTo>
                  <a:pt x="457199" y="236087"/>
                </a:lnTo>
                <a:lnTo>
                  <a:pt x="451346" y="280540"/>
                </a:lnTo>
                <a:lnTo>
                  <a:pt x="436932" y="322998"/>
                </a:lnTo>
                <a:lnTo>
                  <a:pt x="414513" y="361828"/>
                </a:lnTo>
                <a:lnTo>
                  <a:pt x="384949" y="395538"/>
                </a:lnTo>
                <a:lnTo>
                  <a:pt x="349376" y="422833"/>
                </a:lnTo>
                <a:lnTo>
                  <a:pt x="309163" y="442663"/>
                </a:lnTo>
                <a:lnTo>
                  <a:pt x="265853" y="454267"/>
                </a:lnTo>
                <a:lnTo>
                  <a:pt x="243556" y="456832"/>
                </a:lnTo>
                <a:lnTo>
                  <a:pt x="236086" y="457199"/>
                </a:lnTo>
                <a:close/>
              </a:path>
            </a:pathLst>
          </a:custGeom>
          <a:solidFill>
            <a:srgbClr val="256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477545" y="2061011"/>
            <a:ext cx="15113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b="1" spc="-50" dirty="0">
                <a:latin typeface="Montserrat"/>
                <a:cs typeface="Montserrat"/>
              </a:rPr>
              <a:t>8</a:t>
            </a:r>
            <a:endParaRPr sz="1600">
              <a:latin typeface="Montserrat"/>
              <a:cs typeface="Montserra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21501" y="2053359"/>
            <a:ext cx="2112645" cy="26802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650" spc="-105" dirty="0">
                <a:latin typeface="Montserrat"/>
                <a:cs typeface="Montserrat"/>
              </a:rPr>
              <a:t>Process</a:t>
            </a:r>
            <a:r>
              <a:rPr sz="1650" spc="20" dirty="0">
                <a:latin typeface="Montserrat"/>
                <a:cs typeface="Montserrat"/>
              </a:rPr>
              <a:t> </a:t>
            </a:r>
            <a:r>
              <a:rPr sz="1650" spc="-105" dirty="0">
                <a:latin typeface="Montserrat"/>
                <a:cs typeface="Montserrat"/>
              </a:rPr>
              <a:t>Management</a:t>
            </a:r>
            <a:endParaRPr sz="1650" dirty="0">
              <a:latin typeface="Montserrat"/>
              <a:cs typeface="Montserra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324600" y="266779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36086" y="457199"/>
                </a:moveTo>
                <a:lnTo>
                  <a:pt x="221113" y="457199"/>
                </a:lnTo>
                <a:lnTo>
                  <a:pt x="213644" y="456832"/>
                </a:lnTo>
                <a:lnTo>
                  <a:pt x="169405" y="449529"/>
                </a:lnTo>
                <a:lnTo>
                  <a:pt x="127440" y="433735"/>
                </a:lnTo>
                <a:lnTo>
                  <a:pt x="89364" y="410059"/>
                </a:lnTo>
                <a:lnTo>
                  <a:pt x="56639" y="379409"/>
                </a:lnTo>
                <a:lnTo>
                  <a:pt x="30522" y="342963"/>
                </a:lnTo>
                <a:lnTo>
                  <a:pt x="12016" y="302123"/>
                </a:lnTo>
                <a:lnTo>
                  <a:pt x="1834" y="258457"/>
                </a:lnTo>
                <a:lnTo>
                  <a:pt x="0" y="236086"/>
                </a:lnTo>
                <a:lnTo>
                  <a:pt x="0" y="221112"/>
                </a:lnTo>
                <a:lnTo>
                  <a:pt x="5852" y="176659"/>
                </a:lnTo>
                <a:lnTo>
                  <a:pt x="20265" y="134201"/>
                </a:lnTo>
                <a:lnTo>
                  <a:pt x="42685" y="95371"/>
                </a:lnTo>
                <a:lnTo>
                  <a:pt x="72248" y="61661"/>
                </a:lnTo>
                <a:lnTo>
                  <a:pt x="107821" y="34366"/>
                </a:lnTo>
                <a:lnTo>
                  <a:pt x="148035" y="14535"/>
                </a:lnTo>
                <a:lnTo>
                  <a:pt x="191344" y="2931"/>
                </a:lnTo>
                <a:lnTo>
                  <a:pt x="221113" y="0"/>
                </a:lnTo>
                <a:lnTo>
                  <a:pt x="236086" y="0"/>
                </a:lnTo>
                <a:lnTo>
                  <a:pt x="280539" y="5852"/>
                </a:lnTo>
                <a:lnTo>
                  <a:pt x="322996" y="20265"/>
                </a:lnTo>
                <a:lnTo>
                  <a:pt x="361827" y="42685"/>
                </a:lnTo>
                <a:lnTo>
                  <a:pt x="395537" y="72249"/>
                </a:lnTo>
                <a:lnTo>
                  <a:pt x="422831" y="107821"/>
                </a:lnTo>
                <a:lnTo>
                  <a:pt x="442662" y="148035"/>
                </a:lnTo>
                <a:lnTo>
                  <a:pt x="454267" y="191345"/>
                </a:lnTo>
                <a:lnTo>
                  <a:pt x="457199" y="221112"/>
                </a:lnTo>
                <a:lnTo>
                  <a:pt x="457199" y="228599"/>
                </a:lnTo>
                <a:lnTo>
                  <a:pt x="457199" y="236086"/>
                </a:lnTo>
                <a:lnTo>
                  <a:pt x="451346" y="280540"/>
                </a:lnTo>
                <a:lnTo>
                  <a:pt x="436932" y="322997"/>
                </a:lnTo>
                <a:lnTo>
                  <a:pt x="414513" y="361828"/>
                </a:lnTo>
                <a:lnTo>
                  <a:pt x="384949" y="395538"/>
                </a:lnTo>
                <a:lnTo>
                  <a:pt x="349376" y="422832"/>
                </a:lnTo>
                <a:lnTo>
                  <a:pt x="309163" y="442663"/>
                </a:lnTo>
                <a:lnTo>
                  <a:pt x="265853" y="454267"/>
                </a:lnTo>
                <a:lnTo>
                  <a:pt x="243556" y="456832"/>
                </a:lnTo>
                <a:lnTo>
                  <a:pt x="236086" y="457199"/>
                </a:lnTo>
                <a:close/>
              </a:path>
            </a:pathLst>
          </a:custGeom>
          <a:solidFill>
            <a:srgbClr val="256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479777" y="2746811"/>
            <a:ext cx="14732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b="1" spc="-50" dirty="0">
                <a:latin typeface="Montserrat"/>
                <a:cs typeface="Montserrat"/>
              </a:rPr>
              <a:t>9</a:t>
            </a:r>
            <a:endParaRPr sz="1600">
              <a:latin typeface="Montserrat"/>
              <a:cs typeface="Montserra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21500" y="2739159"/>
            <a:ext cx="791210" cy="26802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650" spc="-90" dirty="0">
                <a:latin typeface="Montserrat"/>
                <a:cs typeface="Montserrat"/>
              </a:rPr>
              <a:t>Security</a:t>
            </a:r>
            <a:endParaRPr sz="1650">
              <a:latin typeface="Montserrat"/>
              <a:cs typeface="Montserra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324600" y="335359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36086" y="457199"/>
                </a:moveTo>
                <a:lnTo>
                  <a:pt x="221113" y="457199"/>
                </a:lnTo>
                <a:lnTo>
                  <a:pt x="213644" y="456832"/>
                </a:lnTo>
                <a:lnTo>
                  <a:pt x="169405" y="449529"/>
                </a:lnTo>
                <a:lnTo>
                  <a:pt x="127440" y="433735"/>
                </a:lnTo>
                <a:lnTo>
                  <a:pt x="89364" y="410059"/>
                </a:lnTo>
                <a:lnTo>
                  <a:pt x="56639" y="379409"/>
                </a:lnTo>
                <a:lnTo>
                  <a:pt x="30522" y="342963"/>
                </a:lnTo>
                <a:lnTo>
                  <a:pt x="12016" y="302123"/>
                </a:lnTo>
                <a:lnTo>
                  <a:pt x="1834" y="258457"/>
                </a:lnTo>
                <a:lnTo>
                  <a:pt x="0" y="236086"/>
                </a:lnTo>
                <a:lnTo>
                  <a:pt x="0" y="221112"/>
                </a:lnTo>
                <a:lnTo>
                  <a:pt x="5852" y="176659"/>
                </a:lnTo>
                <a:lnTo>
                  <a:pt x="20265" y="134201"/>
                </a:lnTo>
                <a:lnTo>
                  <a:pt x="42685" y="95370"/>
                </a:lnTo>
                <a:lnTo>
                  <a:pt x="72248" y="61661"/>
                </a:lnTo>
                <a:lnTo>
                  <a:pt x="107821" y="34366"/>
                </a:lnTo>
                <a:lnTo>
                  <a:pt x="148035" y="14535"/>
                </a:lnTo>
                <a:lnTo>
                  <a:pt x="191344" y="2931"/>
                </a:lnTo>
                <a:lnTo>
                  <a:pt x="221113" y="0"/>
                </a:lnTo>
                <a:lnTo>
                  <a:pt x="236086" y="0"/>
                </a:lnTo>
                <a:lnTo>
                  <a:pt x="280539" y="5852"/>
                </a:lnTo>
                <a:lnTo>
                  <a:pt x="322996" y="20265"/>
                </a:lnTo>
                <a:lnTo>
                  <a:pt x="361827" y="42685"/>
                </a:lnTo>
                <a:lnTo>
                  <a:pt x="395537" y="72249"/>
                </a:lnTo>
                <a:lnTo>
                  <a:pt x="422831" y="107821"/>
                </a:lnTo>
                <a:lnTo>
                  <a:pt x="442662" y="148035"/>
                </a:lnTo>
                <a:lnTo>
                  <a:pt x="454267" y="191345"/>
                </a:lnTo>
                <a:lnTo>
                  <a:pt x="457199" y="221112"/>
                </a:lnTo>
                <a:lnTo>
                  <a:pt x="457199" y="228599"/>
                </a:lnTo>
                <a:lnTo>
                  <a:pt x="457199" y="236086"/>
                </a:lnTo>
                <a:lnTo>
                  <a:pt x="451346" y="280540"/>
                </a:lnTo>
                <a:lnTo>
                  <a:pt x="436932" y="322998"/>
                </a:lnTo>
                <a:lnTo>
                  <a:pt x="414513" y="361828"/>
                </a:lnTo>
                <a:lnTo>
                  <a:pt x="384949" y="395538"/>
                </a:lnTo>
                <a:lnTo>
                  <a:pt x="349376" y="422832"/>
                </a:lnTo>
                <a:lnTo>
                  <a:pt x="309163" y="442663"/>
                </a:lnTo>
                <a:lnTo>
                  <a:pt x="265853" y="454267"/>
                </a:lnTo>
                <a:lnTo>
                  <a:pt x="243556" y="456832"/>
                </a:lnTo>
                <a:lnTo>
                  <a:pt x="236086" y="457199"/>
                </a:lnTo>
                <a:close/>
              </a:path>
            </a:pathLst>
          </a:custGeom>
          <a:solidFill>
            <a:srgbClr val="256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438404" y="3424959"/>
            <a:ext cx="1586865" cy="26802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495300" algn="l"/>
              </a:tabLst>
            </a:pPr>
            <a:r>
              <a:rPr sz="1600" b="1" spc="-25" dirty="0">
                <a:latin typeface="Montserrat"/>
                <a:cs typeface="Montserrat"/>
              </a:rPr>
              <a:t>10</a:t>
            </a:r>
            <a:r>
              <a:rPr sz="1600" b="1" dirty="0">
                <a:latin typeface="Montserrat"/>
                <a:cs typeface="Montserrat"/>
              </a:rPr>
              <a:t>	</a:t>
            </a:r>
            <a:r>
              <a:rPr sz="1650" spc="-90" dirty="0">
                <a:latin typeface="Montserrat"/>
                <a:cs typeface="Montserrat"/>
              </a:rPr>
              <a:t>Popular</a:t>
            </a:r>
            <a:r>
              <a:rPr sz="1650" spc="-40" dirty="0">
                <a:latin typeface="Montserrat"/>
                <a:cs typeface="Montserrat"/>
              </a:rPr>
              <a:t> </a:t>
            </a:r>
            <a:r>
              <a:rPr sz="1650" spc="-90" dirty="0">
                <a:latin typeface="Montserrat"/>
                <a:cs typeface="Montserrat"/>
              </a:rPr>
              <a:t>OS</a:t>
            </a:r>
            <a:endParaRPr sz="1650">
              <a:latin typeface="Montserrat"/>
              <a:cs typeface="Montserra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324600" y="403939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36086" y="457199"/>
                </a:moveTo>
                <a:lnTo>
                  <a:pt x="221113" y="457199"/>
                </a:lnTo>
                <a:lnTo>
                  <a:pt x="213644" y="456832"/>
                </a:lnTo>
                <a:lnTo>
                  <a:pt x="169405" y="449529"/>
                </a:lnTo>
                <a:lnTo>
                  <a:pt x="127440" y="433735"/>
                </a:lnTo>
                <a:lnTo>
                  <a:pt x="89364" y="410059"/>
                </a:lnTo>
                <a:lnTo>
                  <a:pt x="56639" y="379409"/>
                </a:lnTo>
                <a:lnTo>
                  <a:pt x="30522" y="342963"/>
                </a:lnTo>
                <a:lnTo>
                  <a:pt x="12016" y="302123"/>
                </a:lnTo>
                <a:lnTo>
                  <a:pt x="1834" y="258456"/>
                </a:lnTo>
                <a:lnTo>
                  <a:pt x="0" y="236086"/>
                </a:lnTo>
                <a:lnTo>
                  <a:pt x="0" y="221112"/>
                </a:lnTo>
                <a:lnTo>
                  <a:pt x="5852" y="176658"/>
                </a:lnTo>
                <a:lnTo>
                  <a:pt x="20265" y="134201"/>
                </a:lnTo>
                <a:lnTo>
                  <a:pt x="42685" y="95370"/>
                </a:lnTo>
                <a:lnTo>
                  <a:pt x="72248" y="61660"/>
                </a:lnTo>
                <a:lnTo>
                  <a:pt x="107821" y="34365"/>
                </a:lnTo>
                <a:lnTo>
                  <a:pt x="148035" y="14535"/>
                </a:lnTo>
                <a:lnTo>
                  <a:pt x="191344" y="2931"/>
                </a:lnTo>
                <a:lnTo>
                  <a:pt x="221113" y="0"/>
                </a:lnTo>
                <a:lnTo>
                  <a:pt x="236086" y="0"/>
                </a:lnTo>
                <a:lnTo>
                  <a:pt x="280539" y="5852"/>
                </a:lnTo>
                <a:lnTo>
                  <a:pt x="322996" y="20265"/>
                </a:lnTo>
                <a:lnTo>
                  <a:pt x="361827" y="42684"/>
                </a:lnTo>
                <a:lnTo>
                  <a:pt x="395537" y="72248"/>
                </a:lnTo>
                <a:lnTo>
                  <a:pt x="422831" y="107821"/>
                </a:lnTo>
                <a:lnTo>
                  <a:pt x="442662" y="148035"/>
                </a:lnTo>
                <a:lnTo>
                  <a:pt x="454267" y="191345"/>
                </a:lnTo>
                <a:lnTo>
                  <a:pt x="457199" y="221112"/>
                </a:lnTo>
                <a:lnTo>
                  <a:pt x="457199" y="228599"/>
                </a:lnTo>
                <a:lnTo>
                  <a:pt x="457199" y="236086"/>
                </a:lnTo>
                <a:lnTo>
                  <a:pt x="451346" y="280539"/>
                </a:lnTo>
                <a:lnTo>
                  <a:pt x="436932" y="322997"/>
                </a:lnTo>
                <a:lnTo>
                  <a:pt x="414513" y="361827"/>
                </a:lnTo>
                <a:lnTo>
                  <a:pt x="384949" y="395538"/>
                </a:lnTo>
                <a:lnTo>
                  <a:pt x="349376" y="422832"/>
                </a:lnTo>
                <a:lnTo>
                  <a:pt x="309163" y="442663"/>
                </a:lnTo>
                <a:lnTo>
                  <a:pt x="265853" y="454267"/>
                </a:lnTo>
                <a:lnTo>
                  <a:pt x="243556" y="456832"/>
                </a:lnTo>
                <a:lnTo>
                  <a:pt x="236086" y="457199"/>
                </a:lnTo>
                <a:close/>
              </a:path>
            </a:pathLst>
          </a:custGeom>
          <a:solidFill>
            <a:srgbClr val="256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465787" y="4118411"/>
            <a:ext cx="17526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b="1" spc="-25" dirty="0">
                <a:latin typeface="Montserrat"/>
                <a:cs typeface="Montserrat"/>
              </a:rPr>
              <a:t>11</a:t>
            </a:r>
            <a:endParaRPr sz="1600">
              <a:latin typeface="Montserrat"/>
              <a:cs typeface="Montserra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921500" y="4110759"/>
            <a:ext cx="1082040" cy="26802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650" spc="-95" dirty="0">
                <a:latin typeface="Montserrat"/>
                <a:cs typeface="Montserrat"/>
              </a:rPr>
              <a:t>Conclusion</a:t>
            </a:r>
            <a:endParaRPr sz="1650">
              <a:latin typeface="Montserrat"/>
              <a:cs typeface="Montserra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67FDFB-7E72-D6E5-A505-F32C56C936D9}"/>
              </a:ext>
            </a:extLst>
          </p:cNvPr>
          <p:cNvSpPr txBox="1"/>
          <p:nvPr/>
        </p:nvSpPr>
        <p:spPr>
          <a:xfrm>
            <a:off x="5410200" y="5929174"/>
            <a:ext cx="4800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2/20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9925" y="537053"/>
            <a:ext cx="10850563" cy="492443"/>
          </a:xfrm>
          <a:prstGeom prst="rect">
            <a:avLst/>
          </a:prstGeom>
        </p:spPr>
        <p:txBody>
          <a:bodyPr vert="horz" wrap="square" lIns="0" tIns="15240" rIns="0" bIns="0" rtlCol="0" anchor="b">
            <a:spAutoFit/>
          </a:bodyPr>
          <a:lstStyle/>
          <a:p>
            <a:pPr marL="12700">
              <a:spcBef>
                <a:spcPts val="120"/>
              </a:spcBef>
            </a:pPr>
            <a:r>
              <a:rPr spc="-300" dirty="0">
                <a:solidFill>
                  <a:schemeClr val="tx1"/>
                </a:solidFill>
              </a:rPr>
              <a:t>What</a:t>
            </a:r>
            <a:r>
              <a:rPr spc="-100" dirty="0">
                <a:solidFill>
                  <a:schemeClr val="tx1"/>
                </a:solidFill>
              </a:rPr>
              <a:t> </a:t>
            </a:r>
            <a:r>
              <a:rPr spc="-185" dirty="0">
                <a:solidFill>
                  <a:schemeClr val="tx1"/>
                </a:solidFill>
              </a:rPr>
              <a:t>is</a:t>
            </a:r>
            <a:r>
              <a:rPr spc="-95" dirty="0">
                <a:solidFill>
                  <a:schemeClr val="tx1"/>
                </a:solidFill>
              </a:rPr>
              <a:t> </a:t>
            </a:r>
            <a:r>
              <a:rPr spc="-265" dirty="0">
                <a:solidFill>
                  <a:schemeClr val="tx1"/>
                </a:solidFill>
              </a:rPr>
              <a:t>an</a:t>
            </a:r>
            <a:r>
              <a:rPr spc="-95" dirty="0">
                <a:solidFill>
                  <a:schemeClr val="tx1"/>
                </a:solidFill>
              </a:rPr>
              <a:t> </a:t>
            </a:r>
            <a:r>
              <a:rPr spc="-254" dirty="0">
                <a:solidFill>
                  <a:schemeClr val="tx1"/>
                </a:solidFill>
              </a:rPr>
              <a:t>Operating</a:t>
            </a:r>
            <a:r>
              <a:rPr spc="-95" dirty="0">
                <a:solidFill>
                  <a:schemeClr val="tx1"/>
                </a:solidFill>
              </a:rPr>
              <a:t> </a:t>
            </a:r>
            <a:r>
              <a:rPr spc="-310" dirty="0">
                <a:solidFill>
                  <a:schemeClr val="tx1"/>
                </a:solidFill>
              </a:rPr>
              <a:t>System?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8153400" y="993936"/>
            <a:ext cx="3581400" cy="4266407"/>
            <a:chOff x="7658098" y="1295399"/>
            <a:chExt cx="2362200" cy="3352800"/>
          </a:xfrm>
        </p:grpSpPr>
        <p:sp>
          <p:nvSpPr>
            <p:cNvPr id="11" name="object 11"/>
            <p:cNvSpPr/>
            <p:nvPr/>
          </p:nvSpPr>
          <p:spPr>
            <a:xfrm>
              <a:off x="7658098" y="1295399"/>
              <a:ext cx="2362200" cy="3352800"/>
            </a:xfrm>
            <a:custGeom>
              <a:avLst/>
              <a:gdLst/>
              <a:ahLst/>
              <a:cxnLst/>
              <a:rect l="l" t="t" r="r" b="b"/>
              <a:pathLst>
                <a:path w="2362200" h="3352800">
                  <a:moveTo>
                    <a:pt x="2291003" y="3352799"/>
                  </a:moveTo>
                  <a:lnTo>
                    <a:pt x="71196" y="3352799"/>
                  </a:lnTo>
                  <a:lnTo>
                    <a:pt x="66241" y="3352311"/>
                  </a:lnTo>
                  <a:lnTo>
                    <a:pt x="29705" y="3337177"/>
                  </a:lnTo>
                  <a:lnTo>
                    <a:pt x="3885" y="3301137"/>
                  </a:lnTo>
                  <a:lnTo>
                    <a:pt x="0" y="3281602"/>
                  </a:lnTo>
                  <a:lnTo>
                    <a:pt x="0" y="3276599"/>
                  </a:lnTo>
                  <a:lnTo>
                    <a:pt x="0" y="71196"/>
                  </a:lnTo>
                  <a:lnTo>
                    <a:pt x="15622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291003" y="0"/>
                  </a:lnTo>
                  <a:lnTo>
                    <a:pt x="2332494" y="15621"/>
                  </a:lnTo>
                  <a:lnTo>
                    <a:pt x="2358314" y="51661"/>
                  </a:lnTo>
                  <a:lnTo>
                    <a:pt x="2362200" y="71196"/>
                  </a:lnTo>
                  <a:lnTo>
                    <a:pt x="2362200" y="3281602"/>
                  </a:lnTo>
                  <a:lnTo>
                    <a:pt x="2346578" y="3323094"/>
                  </a:lnTo>
                  <a:lnTo>
                    <a:pt x="2310537" y="3348913"/>
                  </a:lnTo>
                  <a:lnTo>
                    <a:pt x="2295957" y="3352311"/>
                  </a:lnTo>
                  <a:lnTo>
                    <a:pt x="2291003" y="335279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0499" y="1447800"/>
              <a:ext cx="2057399" cy="3047999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68726547-B331-7A9F-5A5C-5F2039AB36AD}"/>
              </a:ext>
            </a:extLst>
          </p:cNvPr>
          <p:cNvSpPr txBox="1"/>
          <p:nvPr/>
        </p:nvSpPr>
        <p:spPr>
          <a:xfrm>
            <a:off x="5257800" y="5751652"/>
            <a:ext cx="304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3/20</a:t>
            </a:r>
            <a:endParaRPr lang="en-IN" dirty="0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9A16B41D-DE81-F729-84C1-6D4D4F7E3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08754"/>
            <a:ext cx="8465779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✅ It is essential software that runs the computer.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⚙️ Controls and coordinates the use of hardware like CPU, memory, disk drives,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📦 Provides a platform for software programs to run (e.g., browsers, games, word processors).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👤 Lets users interact with the computer (e.g., using a desktop, icons, command line).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🔄 Sits between the user and hardware to simplify complex tasks.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🧠 Allocates system resources (CPU time, memory, input/output) to different programs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🧩 Offers common functions (like saving files or printing) that programs can 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9925" y="537053"/>
            <a:ext cx="10850563" cy="492443"/>
          </a:xfrm>
          <a:prstGeom prst="rect">
            <a:avLst/>
          </a:prstGeom>
        </p:spPr>
        <p:txBody>
          <a:bodyPr vert="horz" wrap="square" lIns="0" tIns="15240" rIns="0" bIns="0" rtlCol="0" anchor="b">
            <a:spAutoFit/>
          </a:bodyPr>
          <a:lstStyle/>
          <a:p>
            <a:pPr marL="12700">
              <a:spcBef>
                <a:spcPts val="120"/>
              </a:spcBef>
            </a:pPr>
            <a:r>
              <a:rPr spc="-250" dirty="0">
                <a:solidFill>
                  <a:schemeClr val="tx1"/>
                </a:solidFill>
              </a:rPr>
              <a:t>Goals</a:t>
            </a:r>
            <a:r>
              <a:rPr spc="-90" dirty="0">
                <a:solidFill>
                  <a:schemeClr val="tx1"/>
                </a:solidFill>
              </a:rPr>
              <a:t> </a:t>
            </a:r>
            <a:r>
              <a:rPr spc="-225" dirty="0">
                <a:solidFill>
                  <a:schemeClr val="tx1"/>
                </a:solidFill>
              </a:rPr>
              <a:t>of</a:t>
            </a:r>
            <a:r>
              <a:rPr spc="-85" dirty="0">
                <a:solidFill>
                  <a:schemeClr val="tx1"/>
                </a:solidFill>
              </a:rPr>
              <a:t> </a:t>
            </a:r>
            <a:r>
              <a:rPr spc="-254" dirty="0">
                <a:solidFill>
                  <a:schemeClr val="tx1"/>
                </a:solidFill>
              </a:rPr>
              <a:t>Operating</a:t>
            </a:r>
            <a:r>
              <a:rPr spc="-85" dirty="0">
                <a:solidFill>
                  <a:schemeClr val="tx1"/>
                </a:solidFill>
              </a:rPr>
              <a:t> </a:t>
            </a:r>
            <a:r>
              <a:rPr spc="-290" dirty="0">
                <a:solidFill>
                  <a:schemeClr val="tx1"/>
                </a:solidFill>
              </a:rPr>
              <a:t>Systems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99" y="1410494"/>
            <a:ext cx="76200" cy="76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99" y="1905794"/>
            <a:ext cx="76200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99" y="2401094"/>
            <a:ext cx="76200" cy="76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99" y="2896394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99" y="3391694"/>
            <a:ext cx="76200" cy="761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99" y="3886994"/>
            <a:ext cx="76200" cy="761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67010" y="1387903"/>
            <a:ext cx="4020820" cy="2755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650" spc="-110" dirty="0">
                <a:latin typeface="Montserrat"/>
                <a:cs typeface="Montserrat"/>
              </a:rPr>
              <a:t>Execute</a:t>
            </a:r>
            <a:r>
              <a:rPr sz="1650" spc="-15" dirty="0">
                <a:latin typeface="Montserrat"/>
                <a:cs typeface="Montserrat"/>
              </a:rPr>
              <a:t> </a:t>
            </a:r>
            <a:r>
              <a:rPr sz="1650" spc="-90" dirty="0">
                <a:latin typeface="Montserrat"/>
                <a:cs typeface="Montserrat"/>
              </a:rPr>
              <a:t>user</a:t>
            </a:r>
            <a:r>
              <a:rPr sz="1650" spc="-15" dirty="0">
                <a:latin typeface="Montserrat"/>
                <a:cs typeface="Montserrat"/>
              </a:rPr>
              <a:t> </a:t>
            </a:r>
            <a:r>
              <a:rPr sz="1650" spc="-105" dirty="0">
                <a:latin typeface="Montserrat"/>
                <a:cs typeface="Montserrat"/>
              </a:rPr>
              <a:t>programs</a:t>
            </a:r>
            <a:r>
              <a:rPr sz="1650" spc="-10" dirty="0">
                <a:latin typeface="Montserrat"/>
                <a:cs typeface="Montserrat"/>
              </a:rPr>
              <a:t> efficiently</a:t>
            </a:r>
            <a:endParaRPr sz="1650" dirty="0">
              <a:latin typeface="Montserrat"/>
              <a:cs typeface="Montserrat"/>
            </a:endParaRPr>
          </a:p>
          <a:p>
            <a:pPr marL="12700" marR="5080">
              <a:lnSpc>
                <a:spcPct val="197000"/>
              </a:lnSpc>
            </a:pPr>
            <a:r>
              <a:rPr sz="1650" spc="-85" dirty="0">
                <a:latin typeface="Montserrat"/>
                <a:cs typeface="Montserrat"/>
              </a:rPr>
              <a:t>Allocate</a:t>
            </a:r>
            <a:r>
              <a:rPr sz="1650" spc="-10" dirty="0">
                <a:latin typeface="Montserrat"/>
                <a:cs typeface="Montserrat"/>
              </a:rPr>
              <a:t> </a:t>
            </a:r>
            <a:r>
              <a:rPr sz="1650" spc="-100" dirty="0">
                <a:latin typeface="Montserrat"/>
                <a:cs typeface="Montserrat"/>
              </a:rPr>
              <a:t>resources</a:t>
            </a:r>
            <a:r>
              <a:rPr sz="1650" spc="-5" dirty="0">
                <a:latin typeface="Montserrat"/>
                <a:cs typeface="Montserrat"/>
              </a:rPr>
              <a:t> </a:t>
            </a:r>
            <a:r>
              <a:rPr sz="1650" spc="-110" dirty="0">
                <a:latin typeface="Montserrat"/>
                <a:cs typeface="Montserrat"/>
              </a:rPr>
              <a:t>among</a:t>
            </a:r>
            <a:r>
              <a:rPr sz="1650" spc="-10" dirty="0">
                <a:latin typeface="Montserrat"/>
                <a:cs typeface="Montserrat"/>
              </a:rPr>
              <a:t> applications </a:t>
            </a:r>
            <a:r>
              <a:rPr sz="1650" spc="-95" dirty="0">
                <a:latin typeface="Montserrat"/>
                <a:cs typeface="Montserrat"/>
              </a:rPr>
              <a:t>Maximize</a:t>
            </a:r>
            <a:r>
              <a:rPr sz="1650" spc="-30" dirty="0">
                <a:latin typeface="Montserrat"/>
                <a:cs typeface="Montserrat"/>
              </a:rPr>
              <a:t> </a:t>
            </a:r>
            <a:r>
              <a:rPr sz="1650" spc="-90" dirty="0">
                <a:latin typeface="Montserrat"/>
                <a:cs typeface="Montserrat"/>
              </a:rPr>
              <a:t>convenience,</a:t>
            </a:r>
            <a:r>
              <a:rPr sz="1650" spc="-25" dirty="0">
                <a:latin typeface="Montserrat"/>
                <a:cs typeface="Montserrat"/>
              </a:rPr>
              <a:t> </a:t>
            </a:r>
            <a:r>
              <a:rPr sz="1650" spc="-80" dirty="0">
                <a:latin typeface="Montserrat"/>
                <a:cs typeface="Montserrat"/>
              </a:rPr>
              <a:t>efficiency,</a:t>
            </a:r>
            <a:r>
              <a:rPr sz="1650" spc="-30" dirty="0">
                <a:latin typeface="Montserrat"/>
                <a:cs typeface="Montserrat"/>
              </a:rPr>
              <a:t> </a:t>
            </a:r>
            <a:r>
              <a:rPr sz="1650" spc="-95" dirty="0">
                <a:latin typeface="Montserrat"/>
                <a:cs typeface="Montserrat"/>
              </a:rPr>
              <a:t>security </a:t>
            </a:r>
            <a:r>
              <a:rPr sz="1650" spc="-100" dirty="0">
                <a:latin typeface="Montserrat"/>
                <a:cs typeface="Montserrat"/>
              </a:rPr>
              <a:t>Ensure</a:t>
            </a:r>
            <a:r>
              <a:rPr sz="1650" spc="-15" dirty="0">
                <a:latin typeface="Montserrat"/>
                <a:cs typeface="Montserrat"/>
              </a:rPr>
              <a:t> </a:t>
            </a:r>
            <a:r>
              <a:rPr sz="1650" spc="-75" dirty="0">
                <a:latin typeface="Montserrat"/>
                <a:cs typeface="Montserrat"/>
              </a:rPr>
              <a:t>reliability</a:t>
            </a:r>
            <a:r>
              <a:rPr sz="1650" spc="-10" dirty="0">
                <a:latin typeface="Montserrat"/>
                <a:cs typeface="Montserrat"/>
              </a:rPr>
              <a:t> </a:t>
            </a:r>
            <a:r>
              <a:rPr sz="1650" spc="-105" dirty="0">
                <a:latin typeface="Montserrat"/>
                <a:cs typeface="Montserrat"/>
              </a:rPr>
              <a:t>and</a:t>
            </a:r>
            <a:r>
              <a:rPr sz="1650" spc="-10" dirty="0">
                <a:latin typeface="Montserrat"/>
                <a:cs typeface="Montserrat"/>
              </a:rPr>
              <a:t> stability</a:t>
            </a:r>
            <a:endParaRPr sz="1650" dirty="0">
              <a:latin typeface="Montserrat"/>
              <a:cs typeface="Montserrat"/>
            </a:endParaRPr>
          </a:p>
          <a:p>
            <a:pPr marL="12700" marR="44450">
              <a:lnSpc>
                <a:spcPct val="197000"/>
              </a:lnSpc>
            </a:pPr>
            <a:r>
              <a:rPr sz="1650" spc="-100" dirty="0">
                <a:latin typeface="Montserrat"/>
                <a:cs typeface="Montserrat"/>
              </a:rPr>
              <a:t>Provide</a:t>
            </a:r>
            <a:r>
              <a:rPr sz="1650" spc="30" dirty="0">
                <a:latin typeface="Montserrat"/>
                <a:cs typeface="Montserrat"/>
              </a:rPr>
              <a:t> </a:t>
            </a:r>
            <a:r>
              <a:rPr sz="1650" spc="-90" dirty="0">
                <a:latin typeface="Montserrat"/>
                <a:cs typeface="Montserrat"/>
              </a:rPr>
              <a:t>user-</a:t>
            </a:r>
            <a:r>
              <a:rPr sz="1650" spc="-85" dirty="0">
                <a:latin typeface="Montserrat"/>
                <a:cs typeface="Montserrat"/>
              </a:rPr>
              <a:t>friendly</a:t>
            </a:r>
            <a:r>
              <a:rPr sz="1650" spc="30" dirty="0">
                <a:latin typeface="Montserrat"/>
                <a:cs typeface="Montserrat"/>
              </a:rPr>
              <a:t> </a:t>
            </a:r>
            <a:r>
              <a:rPr sz="1650" spc="-10" dirty="0">
                <a:latin typeface="Montserrat"/>
                <a:cs typeface="Montserrat"/>
              </a:rPr>
              <a:t>environment </a:t>
            </a:r>
            <a:r>
              <a:rPr sz="1650" spc="-100" dirty="0">
                <a:latin typeface="Montserrat"/>
                <a:cs typeface="Montserrat"/>
              </a:rPr>
              <a:t>Balance</a:t>
            </a:r>
            <a:r>
              <a:rPr sz="1650" spc="5" dirty="0">
                <a:latin typeface="Montserrat"/>
                <a:cs typeface="Montserrat"/>
              </a:rPr>
              <a:t> </a:t>
            </a:r>
            <a:r>
              <a:rPr sz="1650" spc="-105" dirty="0">
                <a:latin typeface="Montserrat"/>
                <a:cs typeface="Montserrat"/>
              </a:rPr>
              <a:t>competing</a:t>
            </a:r>
            <a:r>
              <a:rPr sz="1650" spc="10" dirty="0">
                <a:latin typeface="Montserrat"/>
                <a:cs typeface="Montserrat"/>
              </a:rPr>
              <a:t> </a:t>
            </a:r>
            <a:r>
              <a:rPr sz="1650" spc="-100" dirty="0">
                <a:latin typeface="Montserrat"/>
                <a:cs typeface="Montserrat"/>
              </a:rPr>
              <a:t>needs</a:t>
            </a:r>
            <a:r>
              <a:rPr sz="1650" spc="5" dirty="0">
                <a:latin typeface="Montserrat"/>
                <a:cs typeface="Montserrat"/>
              </a:rPr>
              <a:t> </a:t>
            </a:r>
            <a:r>
              <a:rPr sz="1650" spc="-80" dirty="0">
                <a:latin typeface="Montserrat"/>
                <a:cs typeface="Montserrat"/>
              </a:rPr>
              <a:t>of</a:t>
            </a:r>
            <a:r>
              <a:rPr sz="1650" spc="10" dirty="0">
                <a:latin typeface="Montserrat"/>
                <a:cs typeface="Montserrat"/>
              </a:rPr>
              <a:t> </a:t>
            </a:r>
            <a:r>
              <a:rPr sz="1650" spc="-85" dirty="0">
                <a:latin typeface="Montserrat"/>
                <a:cs typeface="Montserrat"/>
              </a:rPr>
              <a:t>applications</a:t>
            </a:r>
            <a:endParaRPr sz="1650" dirty="0">
              <a:latin typeface="Montserrat"/>
              <a:cs typeface="Montserra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389442" y="1176678"/>
            <a:ext cx="6612058" cy="4462122"/>
            <a:chOff x="6095998" y="1295399"/>
            <a:chExt cx="5486400" cy="3219450"/>
          </a:xfrm>
        </p:grpSpPr>
        <p:sp>
          <p:nvSpPr>
            <p:cNvPr id="11" name="object 11"/>
            <p:cNvSpPr/>
            <p:nvPr/>
          </p:nvSpPr>
          <p:spPr>
            <a:xfrm>
              <a:off x="6095998" y="1295399"/>
              <a:ext cx="5486400" cy="3219450"/>
            </a:xfrm>
            <a:custGeom>
              <a:avLst/>
              <a:gdLst/>
              <a:ahLst/>
              <a:cxnLst/>
              <a:rect l="l" t="t" r="r" b="b"/>
              <a:pathLst>
                <a:path w="5486400" h="3219450">
                  <a:moveTo>
                    <a:pt x="5415203" y="3219449"/>
                  </a:moveTo>
                  <a:lnTo>
                    <a:pt x="71196" y="3219449"/>
                  </a:lnTo>
                  <a:lnTo>
                    <a:pt x="66241" y="3218961"/>
                  </a:lnTo>
                  <a:lnTo>
                    <a:pt x="29705" y="3203827"/>
                  </a:lnTo>
                  <a:lnTo>
                    <a:pt x="3885" y="3167787"/>
                  </a:lnTo>
                  <a:lnTo>
                    <a:pt x="0" y="3148252"/>
                  </a:lnTo>
                  <a:lnTo>
                    <a:pt x="0" y="314324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415203" y="0"/>
                  </a:lnTo>
                  <a:lnTo>
                    <a:pt x="5456692" y="15621"/>
                  </a:lnTo>
                  <a:lnTo>
                    <a:pt x="5482512" y="51661"/>
                  </a:lnTo>
                  <a:lnTo>
                    <a:pt x="5486398" y="71196"/>
                  </a:lnTo>
                  <a:lnTo>
                    <a:pt x="5486398" y="3148252"/>
                  </a:lnTo>
                  <a:lnTo>
                    <a:pt x="5470776" y="3189743"/>
                  </a:lnTo>
                  <a:lnTo>
                    <a:pt x="5434737" y="3215563"/>
                  </a:lnTo>
                  <a:lnTo>
                    <a:pt x="5420157" y="3218961"/>
                  </a:lnTo>
                  <a:lnTo>
                    <a:pt x="5415203" y="321944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48399" y="1447799"/>
              <a:ext cx="5181599" cy="2914650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BF1C962-50C4-C586-B9B3-AFB9974E661F}"/>
              </a:ext>
            </a:extLst>
          </p:cNvPr>
          <p:cNvSpPr txBox="1"/>
          <p:nvPr/>
        </p:nvSpPr>
        <p:spPr>
          <a:xfrm>
            <a:off x="5389442" y="5601315"/>
            <a:ext cx="1544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4/20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0" y="521811"/>
            <a:ext cx="6421755" cy="465455"/>
          </a:xfrm>
          <a:prstGeom prst="rect">
            <a:avLst/>
          </a:prstGeom>
        </p:spPr>
        <p:txBody>
          <a:bodyPr vert="horz" wrap="square" lIns="0" tIns="17145" rIns="0" bIns="0" rtlCol="0" anchor="b">
            <a:spAutoFit/>
          </a:bodyPr>
          <a:lstStyle/>
          <a:p>
            <a:pPr marL="12700">
              <a:spcBef>
                <a:spcPts val="135"/>
              </a:spcBef>
            </a:pPr>
            <a:r>
              <a:rPr sz="2850" spc="-120" dirty="0">
                <a:solidFill>
                  <a:schemeClr val="tx1"/>
                </a:solidFill>
              </a:rPr>
              <a:t>Components</a:t>
            </a:r>
            <a:r>
              <a:rPr sz="2850" spc="-85" dirty="0">
                <a:solidFill>
                  <a:schemeClr val="tx1"/>
                </a:solidFill>
              </a:rPr>
              <a:t> </a:t>
            </a:r>
            <a:r>
              <a:rPr sz="2850" spc="-10" dirty="0">
                <a:solidFill>
                  <a:schemeClr val="tx1"/>
                </a:solidFill>
              </a:rPr>
              <a:t>of</a:t>
            </a:r>
            <a:r>
              <a:rPr sz="2850" spc="-130" dirty="0">
                <a:solidFill>
                  <a:schemeClr val="tx1"/>
                </a:solidFill>
              </a:rPr>
              <a:t> </a:t>
            </a:r>
            <a:r>
              <a:rPr sz="2850" dirty="0">
                <a:solidFill>
                  <a:schemeClr val="tx1"/>
                </a:solidFill>
              </a:rPr>
              <a:t>a</a:t>
            </a:r>
            <a:r>
              <a:rPr sz="2850" spc="-100" dirty="0">
                <a:solidFill>
                  <a:schemeClr val="tx1"/>
                </a:solidFill>
              </a:rPr>
              <a:t> </a:t>
            </a:r>
            <a:r>
              <a:rPr sz="2850" spc="-130" dirty="0">
                <a:solidFill>
                  <a:schemeClr val="tx1"/>
                </a:solidFill>
              </a:rPr>
              <a:t>Computer</a:t>
            </a:r>
            <a:r>
              <a:rPr sz="2850" spc="-70" dirty="0">
                <a:solidFill>
                  <a:schemeClr val="tx1"/>
                </a:solidFill>
              </a:rPr>
              <a:t> </a:t>
            </a:r>
            <a:r>
              <a:rPr sz="2850" spc="-65" dirty="0">
                <a:solidFill>
                  <a:schemeClr val="tx1"/>
                </a:solidFill>
              </a:rPr>
              <a:t>System</a:t>
            </a:r>
            <a:endParaRPr sz="2850" dirty="0">
              <a:solidFill>
                <a:schemeClr val="tx1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1410494"/>
            <a:ext cx="76200" cy="76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1905794"/>
            <a:ext cx="76200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2401094"/>
            <a:ext cx="76200" cy="76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2896394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99" y="3391694"/>
            <a:ext cx="66674" cy="761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4153694"/>
            <a:ext cx="76200" cy="761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71422" y="1410494"/>
            <a:ext cx="4538778" cy="3034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050">
              <a:spcBef>
                <a:spcPts val="105"/>
              </a:spcBef>
            </a:pPr>
            <a:r>
              <a:rPr sz="1650" spc="-105" dirty="0">
                <a:latin typeface="Montserrat"/>
                <a:cs typeface="Montserrat"/>
              </a:rPr>
              <a:t>Hardware</a:t>
            </a:r>
            <a:r>
              <a:rPr sz="1650" spc="-15" dirty="0">
                <a:latin typeface="Montserrat"/>
                <a:cs typeface="Montserrat"/>
              </a:rPr>
              <a:t> </a:t>
            </a:r>
            <a:r>
              <a:rPr sz="1650" spc="-100" dirty="0">
                <a:latin typeface="Montserrat"/>
                <a:cs typeface="Montserrat"/>
              </a:rPr>
              <a:t>(CPU,</a:t>
            </a:r>
            <a:r>
              <a:rPr sz="1650" spc="-15" dirty="0">
                <a:latin typeface="Montserrat"/>
                <a:cs typeface="Montserrat"/>
              </a:rPr>
              <a:t> </a:t>
            </a:r>
            <a:r>
              <a:rPr sz="1650" spc="-114" dirty="0">
                <a:latin typeface="Montserrat"/>
                <a:cs typeface="Montserrat"/>
              </a:rPr>
              <a:t>memory,</a:t>
            </a:r>
            <a:r>
              <a:rPr sz="1650" spc="-10" dirty="0">
                <a:latin typeface="Montserrat"/>
                <a:cs typeface="Montserrat"/>
              </a:rPr>
              <a:t> </a:t>
            </a:r>
            <a:r>
              <a:rPr sz="1650" spc="-90" dirty="0">
                <a:latin typeface="Montserrat"/>
                <a:cs typeface="Montserrat"/>
              </a:rPr>
              <a:t>I/O</a:t>
            </a:r>
            <a:r>
              <a:rPr sz="1650" spc="-15" dirty="0">
                <a:latin typeface="Montserrat"/>
                <a:cs typeface="Montserrat"/>
              </a:rPr>
              <a:t> </a:t>
            </a:r>
            <a:r>
              <a:rPr sz="1650" spc="-10" dirty="0">
                <a:latin typeface="Montserrat"/>
                <a:cs typeface="Montserrat"/>
              </a:rPr>
              <a:t>devices)</a:t>
            </a:r>
            <a:endParaRPr sz="1650" dirty="0">
              <a:latin typeface="Montserrat"/>
              <a:cs typeface="Montserrat"/>
            </a:endParaRPr>
          </a:p>
          <a:p>
            <a:pPr marL="19050" marR="278765">
              <a:lnSpc>
                <a:spcPct val="197000"/>
              </a:lnSpc>
            </a:pPr>
            <a:r>
              <a:rPr sz="1650" spc="-105" dirty="0">
                <a:latin typeface="Montserrat"/>
                <a:cs typeface="Montserrat"/>
              </a:rPr>
              <a:t>Operating</a:t>
            </a:r>
            <a:r>
              <a:rPr sz="1650" spc="5" dirty="0">
                <a:latin typeface="Montserrat"/>
                <a:cs typeface="Montserrat"/>
              </a:rPr>
              <a:t> </a:t>
            </a:r>
            <a:r>
              <a:rPr sz="1650" spc="-110" dirty="0">
                <a:latin typeface="Montserrat"/>
                <a:cs typeface="Montserrat"/>
              </a:rPr>
              <a:t>system</a:t>
            </a:r>
            <a:r>
              <a:rPr sz="1650" spc="10" dirty="0">
                <a:latin typeface="Montserrat"/>
                <a:cs typeface="Montserrat"/>
              </a:rPr>
              <a:t> </a:t>
            </a:r>
            <a:r>
              <a:rPr sz="1650" spc="-75" dirty="0">
                <a:latin typeface="Montserrat"/>
                <a:cs typeface="Montserrat"/>
              </a:rPr>
              <a:t>(kernel,</a:t>
            </a:r>
            <a:r>
              <a:rPr sz="1650" spc="10" dirty="0">
                <a:latin typeface="Montserrat"/>
                <a:cs typeface="Montserrat"/>
              </a:rPr>
              <a:t> </a:t>
            </a:r>
            <a:r>
              <a:rPr sz="1650" spc="-110" dirty="0">
                <a:latin typeface="Montserrat"/>
                <a:cs typeface="Montserrat"/>
              </a:rPr>
              <a:t>system</a:t>
            </a:r>
            <a:r>
              <a:rPr sz="1650" spc="5" dirty="0">
                <a:latin typeface="Montserrat"/>
                <a:cs typeface="Montserrat"/>
              </a:rPr>
              <a:t> </a:t>
            </a:r>
            <a:r>
              <a:rPr sz="1650" spc="-10" dirty="0">
                <a:latin typeface="Montserrat"/>
                <a:cs typeface="Montserrat"/>
              </a:rPr>
              <a:t>software) </a:t>
            </a:r>
            <a:r>
              <a:rPr sz="1650" spc="-90" dirty="0">
                <a:latin typeface="Montserrat"/>
                <a:cs typeface="Montserrat"/>
              </a:rPr>
              <a:t>Application</a:t>
            </a:r>
            <a:r>
              <a:rPr sz="1650" spc="20" dirty="0">
                <a:latin typeface="Montserrat"/>
                <a:cs typeface="Montserrat"/>
              </a:rPr>
              <a:t> </a:t>
            </a:r>
            <a:r>
              <a:rPr sz="1650" spc="-100" dirty="0">
                <a:latin typeface="Montserrat"/>
                <a:cs typeface="Montserrat"/>
              </a:rPr>
              <a:t>software</a:t>
            </a:r>
            <a:r>
              <a:rPr sz="1650" spc="20" dirty="0">
                <a:latin typeface="Montserrat"/>
                <a:cs typeface="Montserrat"/>
              </a:rPr>
              <a:t> </a:t>
            </a:r>
            <a:r>
              <a:rPr sz="1650" spc="-105" dirty="0">
                <a:latin typeface="Montserrat"/>
                <a:cs typeface="Montserrat"/>
              </a:rPr>
              <a:t>(programs</a:t>
            </a:r>
            <a:r>
              <a:rPr sz="1650" spc="20" dirty="0">
                <a:latin typeface="Montserrat"/>
                <a:cs typeface="Montserrat"/>
              </a:rPr>
              <a:t> </a:t>
            </a:r>
            <a:r>
              <a:rPr sz="1650" spc="-105" dirty="0">
                <a:latin typeface="Montserrat"/>
                <a:cs typeface="Montserrat"/>
              </a:rPr>
              <a:t>and</a:t>
            </a:r>
            <a:r>
              <a:rPr sz="1650" spc="20" dirty="0">
                <a:latin typeface="Montserrat"/>
                <a:cs typeface="Montserrat"/>
              </a:rPr>
              <a:t> </a:t>
            </a:r>
            <a:r>
              <a:rPr sz="1650" spc="-70" dirty="0">
                <a:latin typeface="Montserrat"/>
                <a:cs typeface="Montserrat"/>
              </a:rPr>
              <a:t>utilities) </a:t>
            </a:r>
            <a:r>
              <a:rPr sz="1650" spc="-95" dirty="0">
                <a:latin typeface="Montserrat"/>
                <a:cs typeface="Montserrat"/>
              </a:rPr>
              <a:t>Users</a:t>
            </a:r>
            <a:r>
              <a:rPr sz="1650" spc="-20" dirty="0">
                <a:latin typeface="Montserrat"/>
                <a:cs typeface="Montserrat"/>
              </a:rPr>
              <a:t> </a:t>
            </a:r>
            <a:r>
              <a:rPr sz="1650" spc="-85" dirty="0">
                <a:latin typeface="Montserrat"/>
                <a:cs typeface="Montserrat"/>
              </a:rPr>
              <a:t>(interacting</a:t>
            </a:r>
            <a:r>
              <a:rPr sz="1650" spc="-15" dirty="0">
                <a:latin typeface="Montserrat"/>
                <a:cs typeface="Montserrat"/>
              </a:rPr>
              <a:t> </a:t>
            </a:r>
            <a:r>
              <a:rPr sz="1650" spc="-95" dirty="0">
                <a:latin typeface="Montserrat"/>
                <a:cs typeface="Montserrat"/>
              </a:rPr>
              <a:t>with</a:t>
            </a:r>
            <a:r>
              <a:rPr sz="1650" spc="-15" dirty="0">
                <a:latin typeface="Montserrat"/>
                <a:cs typeface="Montserrat"/>
              </a:rPr>
              <a:t> </a:t>
            </a:r>
            <a:r>
              <a:rPr sz="1650" spc="-90" dirty="0">
                <a:latin typeface="Montserrat"/>
                <a:cs typeface="Montserrat"/>
              </a:rPr>
              <a:t>the</a:t>
            </a:r>
            <a:r>
              <a:rPr sz="1650" spc="-15" dirty="0">
                <a:latin typeface="Montserrat"/>
                <a:cs typeface="Montserrat"/>
              </a:rPr>
              <a:t> </a:t>
            </a:r>
            <a:r>
              <a:rPr sz="1650" spc="-10" dirty="0">
                <a:latin typeface="Montserrat"/>
                <a:cs typeface="Montserrat"/>
              </a:rPr>
              <a:t>system)</a:t>
            </a:r>
            <a:endParaRPr sz="1650" dirty="0">
              <a:latin typeface="Montserrat"/>
              <a:cs typeface="Montserrat"/>
            </a:endParaRPr>
          </a:p>
          <a:p>
            <a:pPr marL="12700" marR="366395">
              <a:lnSpc>
                <a:spcPct val="106100"/>
              </a:lnSpc>
              <a:spcBef>
                <a:spcPts val="1795"/>
              </a:spcBef>
            </a:pPr>
            <a:r>
              <a:rPr sz="1650" spc="-110" dirty="0">
                <a:latin typeface="Montserrat"/>
                <a:cs typeface="Montserrat"/>
              </a:rPr>
              <a:t>Network</a:t>
            </a:r>
            <a:r>
              <a:rPr sz="1650" spc="15" dirty="0">
                <a:latin typeface="Montserrat"/>
                <a:cs typeface="Montserrat"/>
              </a:rPr>
              <a:t> </a:t>
            </a:r>
            <a:r>
              <a:rPr sz="1650" spc="-100" dirty="0">
                <a:latin typeface="Montserrat"/>
                <a:cs typeface="Montserrat"/>
              </a:rPr>
              <a:t>components</a:t>
            </a:r>
            <a:r>
              <a:rPr sz="1650" spc="15" dirty="0">
                <a:latin typeface="Montserrat"/>
                <a:cs typeface="Montserrat"/>
              </a:rPr>
              <a:t> </a:t>
            </a:r>
            <a:r>
              <a:rPr sz="1650" spc="-85" dirty="0">
                <a:latin typeface="Montserrat"/>
                <a:cs typeface="Montserrat"/>
              </a:rPr>
              <a:t>(interfaces,</a:t>
            </a:r>
            <a:r>
              <a:rPr sz="1650" spc="15" dirty="0">
                <a:latin typeface="Montserrat"/>
                <a:cs typeface="Montserrat"/>
              </a:rPr>
              <a:t> </a:t>
            </a:r>
            <a:r>
              <a:rPr sz="1650" spc="-85" dirty="0">
                <a:latin typeface="Montserrat"/>
                <a:cs typeface="Montserrat"/>
              </a:rPr>
              <a:t>protocols, </a:t>
            </a:r>
            <a:r>
              <a:rPr sz="1650" spc="-10" dirty="0">
                <a:latin typeface="Montserrat"/>
                <a:cs typeface="Montserrat"/>
              </a:rPr>
              <a:t>connections)</a:t>
            </a:r>
            <a:endParaRPr sz="1650" dirty="0">
              <a:latin typeface="Montserrat"/>
              <a:cs typeface="Montserrat"/>
            </a:endParaRPr>
          </a:p>
          <a:p>
            <a:pPr marL="19050">
              <a:spcBef>
                <a:spcPts val="1920"/>
              </a:spcBef>
            </a:pPr>
            <a:r>
              <a:rPr sz="1650" spc="-90" dirty="0">
                <a:latin typeface="Montserrat"/>
                <a:cs typeface="Montserrat"/>
              </a:rPr>
              <a:t>Peripheral</a:t>
            </a:r>
            <a:r>
              <a:rPr sz="1650" spc="15" dirty="0">
                <a:latin typeface="Montserrat"/>
                <a:cs typeface="Montserrat"/>
              </a:rPr>
              <a:t> </a:t>
            </a:r>
            <a:r>
              <a:rPr sz="1650" spc="-95" dirty="0">
                <a:latin typeface="Montserrat"/>
                <a:cs typeface="Montserrat"/>
              </a:rPr>
              <a:t>devices</a:t>
            </a:r>
            <a:r>
              <a:rPr sz="1650" spc="15" dirty="0">
                <a:latin typeface="Montserrat"/>
                <a:cs typeface="Montserrat"/>
              </a:rPr>
              <a:t> </a:t>
            </a:r>
            <a:r>
              <a:rPr sz="1650" spc="-80" dirty="0">
                <a:latin typeface="Montserrat"/>
                <a:cs typeface="Montserrat"/>
              </a:rPr>
              <a:t>(printers,</a:t>
            </a:r>
            <a:r>
              <a:rPr sz="1650" spc="15" dirty="0">
                <a:latin typeface="Montserrat"/>
                <a:cs typeface="Montserrat"/>
              </a:rPr>
              <a:t> </a:t>
            </a:r>
            <a:r>
              <a:rPr sz="1650" spc="-90" dirty="0">
                <a:latin typeface="Montserrat"/>
                <a:cs typeface="Montserrat"/>
              </a:rPr>
              <a:t>scanners,</a:t>
            </a:r>
            <a:r>
              <a:rPr sz="1650" spc="20" dirty="0">
                <a:latin typeface="Montserrat"/>
                <a:cs typeface="Montserrat"/>
              </a:rPr>
              <a:t> </a:t>
            </a:r>
            <a:r>
              <a:rPr sz="1650" spc="-90" dirty="0">
                <a:latin typeface="Montserrat"/>
                <a:cs typeface="Montserrat"/>
              </a:rPr>
              <a:t>cameras)</a:t>
            </a:r>
            <a:endParaRPr sz="1650" dirty="0">
              <a:latin typeface="Montserrat"/>
              <a:cs typeface="Montserra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477000" y="838596"/>
            <a:ext cx="5000627" cy="5180808"/>
            <a:chOff x="6886574" y="1295399"/>
            <a:chExt cx="3905250" cy="3352800"/>
          </a:xfrm>
        </p:grpSpPr>
        <p:sp>
          <p:nvSpPr>
            <p:cNvPr id="11" name="object 11"/>
            <p:cNvSpPr/>
            <p:nvPr/>
          </p:nvSpPr>
          <p:spPr>
            <a:xfrm>
              <a:off x="6886574" y="1295399"/>
              <a:ext cx="3905250" cy="3352800"/>
            </a:xfrm>
            <a:custGeom>
              <a:avLst/>
              <a:gdLst/>
              <a:ahLst/>
              <a:cxnLst/>
              <a:rect l="l" t="t" r="r" b="b"/>
              <a:pathLst>
                <a:path w="3905250" h="3352800">
                  <a:moveTo>
                    <a:pt x="3834052" y="3352799"/>
                  </a:moveTo>
                  <a:lnTo>
                    <a:pt x="71196" y="3352799"/>
                  </a:lnTo>
                  <a:lnTo>
                    <a:pt x="66241" y="3352311"/>
                  </a:lnTo>
                  <a:lnTo>
                    <a:pt x="29705" y="3337177"/>
                  </a:lnTo>
                  <a:lnTo>
                    <a:pt x="3885" y="3301137"/>
                  </a:lnTo>
                  <a:lnTo>
                    <a:pt x="0" y="3281602"/>
                  </a:lnTo>
                  <a:lnTo>
                    <a:pt x="0" y="3276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834052" y="0"/>
                  </a:lnTo>
                  <a:lnTo>
                    <a:pt x="3875542" y="15621"/>
                  </a:lnTo>
                  <a:lnTo>
                    <a:pt x="3901364" y="51661"/>
                  </a:lnTo>
                  <a:lnTo>
                    <a:pt x="3905249" y="71196"/>
                  </a:lnTo>
                  <a:lnTo>
                    <a:pt x="3905249" y="3281602"/>
                  </a:lnTo>
                  <a:lnTo>
                    <a:pt x="3889626" y="3323094"/>
                  </a:lnTo>
                  <a:lnTo>
                    <a:pt x="3853587" y="3348913"/>
                  </a:lnTo>
                  <a:lnTo>
                    <a:pt x="3839006" y="3352311"/>
                  </a:lnTo>
                  <a:lnTo>
                    <a:pt x="3834052" y="335279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38975" y="1447799"/>
              <a:ext cx="3600449" cy="3047999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C094416-8244-A1F4-B13D-A1EFCBDB4021}"/>
              </a:ext>
            </a:extLst>
          </p:cNvPr>
          <p:cNvSpPr txBox="1"/>
          <p:nvPr/>
        </p:nvSpPr>
        <p:spPr>
          <a:xfrm>
            <a:off x="5715000" y="5870731"/>
            <a:ext cx="4267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5/20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9925" y="537053"/>
            <a:ext cx="10850563" cy="492443"/>
          </a:xfrm>
          <a:prstGeom prst="rect">
            <a:avLst/>
          </a:prstGeom>
        </p:spPr>
        <p:txBody>
          <a:bodyPr vert="horz" wrap="square" lIns="0" tIns="15240" rIns="0" bIns="0" rtlCol="0" anchor="b">
            <a:spAutoFit/>
          </a:bodyPr>
          <a:lstStyle/>
          <a:p>
            <a:pPr marL="12700">
              <a:spcBef>
                <a:spcPts val="120"/>
              </a:spcBef>
            </a:pPr>
            <a:r>
              <a:rPr spc="-254" dirty="0">
                <a:solidFill>
                  <a:schemeClr val="tx1"/>
                </a:solidFill>
              </a:rPr>
              <a:t>Types</a:t>
            </a:r>
            <a:r>
              <a:rPr spc="-90" dirty="0">
                <a:solidFill>
                  <a:schemeClr val="tx1"/>
                </a:solidFill>
              </a:rPr>
              <a:t> </a:t>
            </a:r>
            <a:r>
              <a:rPr spc="-225" dirty="0">
                <a:solidFill>
                  <a:schemeClr val="tx1"/>
                </a:solidFill>
              </a:rPr>
              <a:t>of</a:t>
            </a:r>
            <a:r>
              <a:rPr spc="-85" dirty="0">
                <a:solidFill>
                  <a:schemeClr val="tx1"/>
                </a:solidFill>
              </a:rPr>
              <a:t> </a:t>
            </a:r>
            <a:r>
              <a:rPr spc="-254" dirty="0">
                <a:solidFill>
                  <a:schemeClr val="tx1"/>
                </a:solidFill>
              </a:rPr>
              <a:t>Operating</a:t>
            </a:r>
            <a:r>
              <a:rPr spc="-85" dirty="0">
                <a:solidFill>
                  <a:schemeClr val="tx1"/>
                </a:solidFill>
              </a:rPr>
              <a:t> </a:t>
            </a:r>
            <a:r>
              <a:rPr spc="-290" dirty="0">
                <a:solidFill>
                  <a:schemeClr val="tx1"/>
                </a:solidFill>
              </a:rPr>
              <a:t>Systems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93957" y="1324027"/>
            <a:ext cx="4814570" cy="26738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875">
              <a:spcBef>
                <a:spcPts val="105"/>
              </a:spcBef>
            </a:pPr>
            <a:r>
              <a:rPr sz="1650" spc="-110" dirty="0">
                <a:latin typeface="Montserrat"/>
                <a:cs typeface="Montserrat"/>
              </a:rPr>
              <a:t>Batch</a:t>
            </a:r>
            <a:r>
              <a:rPr sz="1650" spc="-15" dirty="0">
                <a:latin typeface="Montserrat"/>
                <a:cs typeface="Montserrat"/>
              </a:rPr>
              <a:t> </a:t>
            </a:r>
            <a:r>
              <a:rPr sz="1650" spc="-90" dirty="0">
                <a:latin typeface="Montserrat"/>
                <a:cs typeface="Montserrat"/>
              </a:rPr>
              <a:t>processing</a:t>
            </a:r>
            <a:r>
              <a:rPr sz="1650" spc="-10" dirty="0">
                <a:latin typeface="Montserrat"/>
                <a:cs typeface="Montserrat"/>
              </a:rPr>
              <a:t> </a:t>
            </a:r>
            <a:r>
              <a:rPr sz="1650" spc="-105" dirty="0">
                <a:latin typeface="Montserrat"/>
                <a:cs typeface="Montserrat"/>
              </a:rPr>
              <a:t>systems</a:t>
            </a:r>
            <a:r>
              <a:rPr sz="1650" spc="-15" dirty="0">
                <a:latin typeface="Montserrat"/>
                <a:cs typeface="Montserrat"/>
              </a:rPr>
              <a:t> </a:t>
            </a:r>
            <a:r>
              <a:rPr sz="1650" spc="-40" dirty="0">
                <a:latin typeface="Montserrat"/>
                <a:cs typeface="Montserrat"/>
              </a:rPr>
              <a:t>(job</a:t>
            </a:r>
            <a:r>
              <a:rPr sz="1650" spc="-10" dirty="0">
                <a:latin typeface="Montserrat"/>
                <a:cs typeface="Montserrat"/>
              </a:rPr>
              <a:t> queuing)</a:t>
            </a:r>
            <a:endParaRPr sz="1650" dirty="0">
              <a:latin typeface="Montserrat"/>
              <a:cs typeface="Montserra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40111B-4106-330C-D622-382E2000BAEA}"/>
              </a:ext>
            </a:extLst>
          </p:cNvPr>
          <p:cNvSpPr txBox="1"/>
          <p:nvPr/>
        </p:nvSpPr>
        <p:spPr>
          <a:xfrm>
            <a:off x="6248400" y="13020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875">
              <a:spcBef>
                <a:spcPts val="1920"/>
              </a:spcBef>
            </a:pPr>
            <a:r>
              <a:rPr lang="en-US" sz="1800" spc="-95" dirty="0">
                <a:latin typeface="Montserrat"/>
                <a:cs typeface="Montserrat"/>
              </a:rPr>
              <a:t>Time-</a:t>
            </a:r>
            <a:r>
              <a:rPr lang="en-US" sz="1800" spc="-85" dirty="0">
                <a:latin typeface="Montserrat"/>
                <a:cs typeface="Montserrat"/>
              </a:rPr>
              <a:t>sharing</a:t>
            </a:r>
            <a:r>
              <a:rPr lang="en-US" sz="1800" spc="5" dirty="0">
                <a:latin typeface="Montserrat"/>
                <a:cs typeface="Montserrat"/>
              </a:rPr>
              <a:t> </a:t>
            </a:r>
            <a:r>
              <a:rPr lang="en-US" sz="1800" spc="-105" dirty="0">
                <a:latin typeface="Montserrat"/>
                <a:cs typeface="Montserrat"/>
              </a:rPr>
              <a:t>systems</a:t>
            </a:r>
            <a:r>
              <a:rPr lang="en-US" sz="1800" spc="10" dirty="0">
                <a:latin typeface="Montserrat"/>
                <a:cs typeface="Montserrat"/>
              </a:rPr>
              <a:t> </a:t>
            </a:r>
            <a:r>
              <a:rPr lang="en-US" sz="1800" spc="-80" dirty="0">
                <a:latin typeface="Montserrat"/>
                <a:cs typeface="Montserrat"/>
              </a:rPr>
              <a:t>(multiple</a:t>
            </a:r>
            <a:r>
              <a:rPr lang="en-US" sz="1800" spc="5" dirty="0">
                <a:latin typeface="Montserrat"/>
                <a:cs typeface="Montserrat"/>
              </a:rPr>
              <a:t> </a:t>
            </a:r>
            <a:r>
              <a:rPr lang="en-US" sz="1800" spc="-100" dirty="0">
                <a:latin typeface="Montserrat"/>
                <a:cs typeface="Montserrat"/>
              </a:rPr>
              <a:t>concurrent</a:t>
            </a:r>
            <a:r>
              <a:rPr lang="en-US" sz="1800" spc="10" dirty="0">
                <a:latin typeface="Montserrat"/>
                <a:cs typeface="Montserrat"/>
              </a:rPr>
              <a:t> </a:t>
            </a:r>
            <a:r>
              <a:rPr lang="en-US" sz="1800" spc="-10" dirty="0">
                <a:latin typeface="Montserrat"/>
                <a:cs typeface="Montserrat"/>
              </a:rPr>
              <a:t>users)</a:t>
            </a:r>
            <a:endParaRPr lang="en-US" sz="1800" dirty="0">
              <a:latin typeface="Montserrat"/>
              <a:cs typeface="Montserra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AEC58CE-1711-A350-74A5-7C070A649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95" y="2399071"/>
            <a:ext cx="5104558" cy="2819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5EF6744-8D04-FAD0-8BDE-827292AE2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859" y="2286000"/>
            <a:ext cx="5524500" cy="2895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9C2C10-EA85-933D-3D7D-33B5ED437447}"/>
              </a:ext>
            </a:extLst>
          </p:cNvPr>
          <p:cNvSpPr txBox="1"/>
          <p:nvPr/>
        </p:nvSpPr>
        <p:spPr>
          <a:xfrm>
            <a:off x="5715000" y="4724117"/>
            <a:ext cx="1752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6/20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9925" y="537053"/>
            <a:ext cx="10850563" cy="492443"/>
          </a:xfrm>
          <a:prstGeom prst="rect">
            <a:avLst/>
          </a:prstGeom>
        </p:spPr>
        <p:txBody>
          <a:bodyPr vert="horz" wrap="square" lIns="0" tIns="15240" rIns="0" bIns="0" rtlCol="0" anchor="b">
            <a:spAutoFit/>
          </a:bodyPr>
          <a:lstStyle/>
          <a:p>
            <a:pPr marL="12700">
              <a:spcBef>
                <a:spcPts val="120"/>
              </a:spcBef>
            </a:pPr>
            <a:r>
              <a:rPr spc="-254" dirty="0">
                <a:solidFill>
                  <a:schemeClr val="tx1"/>
                </a:solidFill>
              </a:rPr>
              <a:t>Types</a:t>
            </a:r>
            <a:r>
              <a:rPr spc="-90" dirty="0">
                <a:solidFill>
                  <a:schemeClr val="tx1"/>
                </a:solidFill>
              </a:rPr>
              <a:t> </a:t>
            </a:r>
            <a:r>
              <a:rPr spc="-225" dirty="0">
                <a:solidFill>
                  <a:schemeClr val="tx1"/>
                </a:solidFill>
              </a:rPr>
              <a:t>of</a:t>
            </a:r>
            <a:r>
              <a:rPr spc="-85" dirty="0">
                <a:solidFill>
                  <a:schemeClr val="tx1"/>
                </a:solidFill>
              </a:rPr>
              <a:t> </a:t>
            </a:r>
            <a:r>
              <a:rPr spc="-254" dirty="0">
                <a:solidFill>
                  <a:schemeClr val="tx1"/>
                </a:solidFill>
              </a:rPr>
              <a:t>Operating</a:t>
            </a:r>
            <a:r>
              <a:rPr spc="-85" dirty="0">
                <a:solidFill>
                  <a:schemeClr val="tx1"/>
                </a:solidFill>
              </a:rPr>
              <a:t> </a:t>
            </a:r>
            <a:r>
              <a:rPr spc="-290" dirty="0">
                <a:solidFill>
                  <a:schemeClr val="tx1"/>
                </a:solidFill>
              </a:rPr>
              <a:t>Systems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7635" y="1296194"/>
            <a:ext cx="4814570" cy="5368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763905">
              <a:lnSpc>
                <a:spcPct val="106100"/>
              </a:lnSpc>
              <a:spcBef>
                <a:spcPts val="1800"/>
              </a:spcBef>
            </a:pPr>
            <a:r>
              <a:rPr sz="1650" spc="-85" dirty="0">
                <a:latin typeface="Montserrat"/>
                <a:cs typeface="Montserrat"/>
              </a:rPr>
              <a:t>Distributed</a:t>
            </a:r>
            <a:r>
              <a:rPr sz="1650" spc="5" dirty="0">
                <a:latin typeface="Montserrat"/>
                <a:cs typeface="Montserrat"/>
              </a:rPr>
              <a:t> </a:t>
            </a:r>
            <a:r>
              <a:rPr sz="1650" spc="-100" dirty="0">
                <a:latin typeface="Montserrat"/>
                <a:cs typeface="Montserrat"/>
              </a:rPr>
              <a:t>operating</a:t>
            </a:r>
            <a:r>
              <a:rPr sz="1650" spc="10" dirty="0">
                <a:latin typeface="Montserrat"/>
                <a:cs typeface="Montserrat"/>
              </a:rPr>
              <a:t> </a:t>
            </a:r>
            <a:r>
              <a:rPr sz="1650" spc="-105" dirty="0">
                <a:latin typeface="Montserrat"/>
                <a:cs typeface="Montserrat"/>
              </a:rPr>
              <a:t>systems</a:t>
            </a:r>
            <a:r>
              <a:rPr sz="1650" spc="10" dirty="0">
                <a:latin typeface="Montserrat"/>
                <a:cs typeface="Montserrat"/>
              </a:rPr>
              <a:t> </a:t>
            </a:r>
            <a:r>
              <a:rPr sz="1650" spc="-100" dirty="0">
                <a:latin typeface="Montserrat"/>
                <a:cs typeface="Montserrat"/>
              </a:rPr>
              <a:t>(networked </a:t>
            </a:r>
            <a:r>
              <a:rPr sz="1650" spc="-10" dirty="0">
                <a:latin typeface="Montserrat"/>
                <a:cs typeface="Montserrat"/>
              </a:rPr>
              <a:t>computers)</a:t>
            </a:r>
            <a:endParaRPr sz="1650" dirty="0">
              <a:latin typeface="Montserrat"/>
              <a:cs typeface="Montserra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2F9C14-9C35-2751-84BD-75879FD9F5C7}"/>
              </a:ext>
            </a:extLst>
          </p:cNvPr>
          <p:cNvSpPr txBox="1"/>
          <p:nvPr/>
        </p:nvSpPr>
        <p:spPr>
          <a:xfrm>
            <a:off x="6324600" y="1143000"/>
            <a:ext cx="6096000" cy="55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875" marR="5080">
              <a:lnSpc>
                <a:spcPct val="197000"/>
              </a:lnSpc>
            </a:pPr>
            <a:r>
              <a:rPr lang="en-US" sz="1800" spc="-90" dirty="0">
                <a:latin typeface="Montserrat"/>
                <a:cs typeface="Montserrat"/>
              </a:rPr>
              <a:t>Real-</a:t>
            </a:r>
            <a:r>
              <a:rPr lang="en-US" sz="1800" spc="-95" dirty="0">
                <a:latin typeface="Montserrat"/>
                <a:cs typeface="Montserrat"/>
              </a:rPr>
              <a:t>time</a:t>
            </a:r>
            <a:r>
              <a:rPr lang="en-US" sz="1800" spc="20" dirty="0">
                <a:latin typeface="Montserrat"/>
                <a:cs typeface="Montserrat"/>
              </a:rPr>
              <a:t> </a:t>
            </a:r>
            <a:r>
              <a:rPr lang="en-US" sz="1800" spc="-100" dirty="0">
                <a:latin typeface="Montserrat"/>
                <a:cs typeface="Montserrat"/>
              </a:rPr>
              <a:t>operating</a:t>
            </a:r>
            <a:r>
              <a:rPr lang="en-US" sz="1800" spc="20" dirty="0">
                <a:latin typeface="Montserrat"/>
                <a:cs typeface="Montserrat"/>
              </a:rPr>
              <a:t> </a:t>
            </a:r>
            <a:r>
              <a:rPr lang="en-US" sz="1800" spc="-105" dirty="0">
                <a:latin typeface="Montserrat"/>
                <a:cs typeface="Montserrat"/>
              </a:rPr>
              <a:t>systems</a:t>
            </a:r>
            <a:r>
              <a:rPr lang="en-US" sz="1800" spc="20" dirty="0">
                <a:latin typeface="Montserrat"/>
                <a:cs typeface="Montserrat"/>
              </a:rPr>
              <a:t> </a:t>
            </a:r>
            <a:r>
              <a:rPr lang="en-US" sz="1800" spc="-85" dirty="0">
                <a:latin typeface="Montserrat"/>
                <a:cs typeface="Montserrat"/>
              </a:rPr>
              <a:t>(instant</a:t>
            </a:r>
            <a:r>
              <a:rPr lang="en-US" sz="1800" spc="20" dirty="0">
                <a:latin typeface="Montserrat"/>
                <a:cs typeface="Montserrat"/>
              </a:rPr>
              <a:t> </a:t>
            </a:r>
            <a:r>
              <a:rPr lang="en-US" sz="1800" spc="-10" dirty="0">
                <a:latin typeface="Montserrat"/>
                <a:cs typeface="Montserrat"/>
              </a:rPr>
              <a:t>responses)</a:t>
            </a:r>
            <a:endParaRPr lang="en-US" sz="1800" dirty="0">
              <a:latin typeface="Montserrat"/>
              <a:cs typeface="Montserra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1D36787-073A-8DC1-091E-B3D13D4C4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98" y="2230953"/>
            <a:ext cx="5946108" cy="27940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72A86AA-B8BE-32F6-6E96-E5E2E99D46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738550"/>
            <a:ext cx="3324225" cy="4495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F003E3-FEE9-31A6-6ACF-B1CF1163C7EA}"/>
              </a:ext>
            </a:extLst>
          </p:cNvPr>
          <p:cNvSpPr txBox="1"/>
          <p:nvPr/>
        </p:nvSpPr>
        <p:spPr>
          <a:xfrm>
            <a:off x="5472205" y="5524935"/>
            <a:ext cx="9285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7/20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4517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9925" y="537053"/>
            <a:ext cx="10850563" cy="492443"/>
          </a:xfrm>
          <a:prstGeom prst="rect">
            <a:avLst/>
          </a:prstGeom>
        </p:spPr>
        <p:txBody>
          <a:bodyPr vert="horz" wrap="square" lIns="0" tIns="15240" rIns="0" bIns="0" rtlCol="0" anchor="b">
            <a:spAutoFit/>
          </a:bodyPr>
          <a:lstStyle/>
          <a:p>
            <a:pPr marL="12700">
              <a:spcBef>
                <a:spcPts val="120"/>
              </a:spcBef>
            </a:pPr>
            <a:r>
              <a:rPr spc="-254" dirty="0">
                <a:solidFill>
                  <a:schemeClr val="tx1"/>
                </a:solidFill>
              </a:rPr>
              <a:t>Types</a:t>
            </a:r>
            <a:r>
              <a:rPr spc="-90" dirty="0">
                <a:solidFill>
                  <a:schemeClr val="tx1"/>
                </a:solidFill>
              </a:rPr>
              <a:t> </a:t>
            </a:r>
            <a:r>
              <a:rPr spc="-225" dirty="0">
                <a:solidFill>
                  <a:schemeClr val="tx1"/>
                </a:solidFill>
              </a:rPr>
              <a:t>of</a:t>
            </a:r>
            <a:r>
              <a:rPr spc="-85" dirty="0">
                <a:solidFill>
                  <a:schemeClr val="tx1"/>
                </a:solidFill>
              </a:rPr>
              <a:t> </a:t>
            </a:r>
            <a:r>
              <a:rPr spc="-254" dirty="0">
                <a:solidFill>
                  <a:schemeClr val="tx1"/>
                </a:solidFill>
              </a:rPr>
              <a:t>Operating</a:t>
            </a:r>
            <a:r>
              <a:rPr spc="-85" dirty="0">
                <a:solidFill>
                  <a:schemeClr val="tx1"/>
                </a:solidFill>
              </a:rPr>
              <a:t> </a:t>
            </a:r>
            <a:r>
              <a:rPr spc="-290" dirty="0">
                <a:solidFill>
                  <a:schemeClr val="tx1"/>
                </a:solidFill>
              </a:rPr>
              <a:t>Systems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9925" y="1448595"/>
            <a:ext cx="4814570" cy="26738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875">
              <a:spcBef>
                <a:spcPts val="1920"/>
              </a:spcBef>
            </a:pPr>
            <a:r>
              <a:rPr lang="en-US" sz="1650" spc="-95" dirty="0">
                <a:latin typeface="Montserrat"/>
                <a:cs typeface="Montserrat"/>
              </a:rPr>
              <a:t>Multiprogramming operating system</a:t>
            </a:r>
            <a:endParaRPr lang="en-US" sz="1650" spc="-85" dirty="0">
              <a:latin typeface="Montserrat"/>
              <a:cs typeface="Montserra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D4E630-E7CC-D2DA-7C89-54A154D0094F}"/>
              </a:ext>
            </a:extLst>
          </p:cNvPr>
          <p:cNvSpPr txBox="1"/>
          <p:nvPr/>
        </p:nvSpPr>
        <p:spPr>
          <a:xfrm>
            <a:off x="6400800" y="13976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875">
              <a:spcBef>
                <a:spcPts val="1920"/>
              </a:spcBef>
            </a:pPr>
            <a:r>
              <a:rPr lang="en-US" sz="1800" spc="-110" dirty="0">
                <a:latin typeface="Montserrat"/>
                <a:cs typeface="Montserrat"/>
              </a:rPr>
              <a:t>Network</a:t>
            </a:r>
            <a:r>
              <a:rPr lang="en-US" sz="1800" spc="15" dirty="0">
                <a:latin typeface="Montserrat"/>
                <a:cs typeface="Montserrat"/>
              </a:rPr>
              <a:t> </a:t>
            </a:r>
            <a:r>
              <a:rPr lang="en-US" sz="1800" spc="-100" dirty="0">
                <a:latin typeface="Montserrat"/>
                <a:cs typeface="Montserrat"/>
              </a:rPr>
              <a:t>operating</a:t>
            </a:r>
            <a:r>
              <a:rPr lang="en-US" sz="1800" spc="20" dirty="0">
                <a:latin typeface="Montserrat"/>
                <a:cs typeface="Montserrat"/>
              </a:rPr>
              <a:t> </a:t>
            </a:r>
            <a:r>
              <a:rPr lang="en-US" sz="1800" spc="-105" dirty="0">
                <a:latin typeface="Montserrat"/>
                <a:cs typeface="Montserrat"/>
              </a:rPr>
              <a:t>systems</a:t>
            </a:r>
            <a:r>
              <a:rPr lang="en-US" sz="1800" spc="20" dirty="0">
                <a:latin typeface="Montserrat"/>
                <a:cs typeface="Montserrat"/>
              </a:rPr>
              <a:t> </a:t>
            </a:r>
            <a:r>
              <a:rPr lang="en-US" sz="1800" spc="-100" dirty="0">
                <a:latin typeface="Montserrat"/>
                <a:cs typeface="Montserrat"/>
              </a:rPr>
              <a:t>(network</a:t>
            </a:r>
            <a:r>
              <a:rPr lang="en-US" sz="1800" spc="20" dirty="0">
                <a:latin typeface="Montserrat"/>
                <a:cs typeface="Montserrat"/>
              </a:rPr>
              <a:t> </a:t>
            </a:r>
            <a:r>
              <a:rPr lang="en-US" sz="1800" spc="-10" dirty="0">
                <a:latin typeface="Montserrat"/>
                <a:cs typeface="Montserrat"/>
              </a:rPr>
              <a:t>resources)</a:t>
            </a:r>
            <a:endParaRPr lang="en-US" sz="1800" dirty="0">
              <a:latin typeface="Montserrat"/>
              <a:cs typeface="Montserra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7E76618-43F1-D54A-E355-665AB6321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590800"/>
            <a:ext cx="5304472" cy="21333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AEF12F-C87D-0836-E2BE-4EE83F049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989" y="2167030"/>
            <a:ext cx="5081506" cy="28179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C6E9B1-4A25-7CBE-7A45-21DD746C0A43}"/>
              </a:ext>
            </a:extLst>
          </p:cNvPr>
          <p:cNvSpPr txBox="1"/>
          <p:nvPr/>
        </p:nvSpPr>
        <p:spPr>
          <a:xfrm>
            <a:off x="4038600" y="4724120"/>
            <a:ext cx="18288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</a:t>
            </a:r>
          </a:p>
          <a:p>
            <a:r>
              <a:rPr lang="en-US" dirty="0"/>
              <a:t>                      </a:t>
            </a:r>
          </a:p>
          <a:p>
            <a:r>
              <a:rPr lang="en-US" dirty="0"/>
              <a:t>                       8/20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579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9925" y="537053"/>
            <a:ext cx="10850563" cy="492443"/>
          </a:xfrm>
          <a:prstGeom prst="rect">
            <a:avLst/>
          </a:prstGeom>
        </p:spPr>
        <p:txBody>
          <a:bodyPr vert="horz" wrap="square" lIns="0" tIns="15240" rIns="0" bIns="0" rtlCol="0" anchor="b">
            <a:spAutoFit/>
          </a:bodyPr>
          <a:lstStyle/>
          <a:p>
            <a:pPr marL="12700">
              <a:spcBef>
                <a:spcPts val="120"/>
              </a:spcBef>
            </a:pPr>
            <a:r>
              <a:rPr spc="-245" dirty="0">
                <a:solidFill>
                  <a:schemeClr val="tx1"/>
                </a:solidFill>
              </a:rPr>
              <a:t>Functions</a:t>
            </a:r>
            <a:r>
              <a:rPr spc="-80" dirty="0">
                <a:solidFill>
                  <a:schemeClr val="tx1"/>
                </a:solidFill>
              </a:rPr>
              <a:t> </a:t>
            </a:r>
            <a:r>
              <a:rPr spc="-225" dirty="0">
                <a:solidFill>
                  <a:schemeClr val="tx1"/>
                </a:solidFill>
              </a:rPr>
              <a:t>of</a:t>
            </a:r>
            <a:r>
              <a:rPr spc="-75" dirty="0">
                <a:solidFill>
                  <a:schemeClr val="tx1"/>
                </a:solidFill>
              </a:rPr>
              <a:t> </a:t>
            </a:r>
            <a:r>
              <a:rPr spc="-254" dirty="0">
                <a:solidFill>
                  <a:schemeClr val="tx1"/>
                </a:solidFill>
              </a:rPr>
              <a:t>Operating</a:t>
            </a:r>
            <a:r>
              <a:rPr spc="-75" dirty="0">
                <a:solidFill>
                  <a:schemeClr val="tx1"/>
                </a:solidFill>
              </a:rPr>
              <a:t> </a:t>
            </a:r>
            <a:r>
              <a:rPr spc="-290" dirty="0">
                <a:solidFill>
                  <a:schemeClr val="tx1"/>
                </a:solidFill>
              </a:rPr>
              <a:t>Systems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1410494"/>
            <a:ext cx="76200" cy="76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1905794"/>
            <a:ext cx="76200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2401094"/>
            <a:ext cx="76200" cy="76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2896394"/>
            <a:ext cx="76200" cy="7619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xfrm>
            <a:off x="838200" y="1285886"/>
            <a:ext cx="10850563" cy="1849417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0" indent="0">
              <a:spcBef>
                <a:spcPts val="105"/>
              </a:spcBef>
              <a:buNone/>
            </a:pPr>
            <a:r>
              <a:rPr spc="-105" dirty="0">
                <a:solidFill>
                  <a:schemeClr val="tx1"/>
                </a:solidFill>
              </a:rPr>
              <a:t>Process</a:t>
            </a:r>
            <a:r>
              <a:rPr spc="25" dirty="0">
                <a:solidFill>
                  <a:schemeClr val="tx1"/>
                </a:solidFill>
              </a:rPr>
              <a:t> </a:t>
            </a:r>
            <a:r>
              <a:rPr spc="-114" dirty="0">
                <a:solidFill>
                  <a:schemeClr val="tx1"/>
                </a:solidFill>
              </a:rPr>
              <a:t>management</a:t>
            </a:r>
            <a:r>
              <a:rPr spc="25" dirty="0">
                <a:solidFill>
                  <a:schemeClr val="tx1"/>
                </a:solidFill>
              </a:rPr>
              <a:t> </a:t>
            </a:r>
            <a:r>
              <a:rPr spc="-90" dirty="0">
                <a:solidFill>
                  <a:schemeClr val="tx1"/>
                </a:solidFill>
              </a:rPr>
              <a:t>(running</a:t>
            </a:r>
            <a:r>
              <a:rPr spc="25" dirty="0">
                <a:solidFill>
                  <a:schemeClr val="tx1"/>
                </a:solidFill>
              </a:rPr>
              <a:t> </a:t>
            </a:r>
            <a:r>
              <a:rPr spc="-105" dirty="0">
                <a:solidFill>
                  <a:schemeClr val="tx1"/>
                </a:solidFill>
              </a:rPr>
              <a:t>tasks</a:t>
            </a:r>
            <a:r>
              <a:rPr spc="25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efficiently)</a:t>
            </a:r>
            <a:endParaRPr lang="en-US" spc="-10" dirty="0">
              <a:solidFill>
                <a:schemeClr val="tx1"/>
              </a:solidFill>
            </a:endParaRPr>
          </a:p>
          <a:p>
            <a:pPr marL="0" indent="0">
              <a:spcBef>
                <a:spcPts val="105"/>
              </a:spcBef>
              <a:buNone/>
            </a:pPr>
            <a:endParaRPr lang="en-IN" spc="-10" dirty="0">
              <a:solidFill>
                <a:schemeClr val="tx1"/>
              </a:solidFill>
            </a:endParaRPr>
          </a:p>
          <a:p>
            <a:pPr marL="0" indent="0">
              <a:spcBef>
                <a:spcPts val="105"/>
              </a:spcBef>
              <a:buNone/>
            </a:pPr>
            <a:r>
              <a:rPr spc="-114" dirty="0">
                <a:solidFill>
                  <a:schemeClr val="tx1"/>
                </a:solidFill>
              </a:rPr>
              <a:t>Memory</a:t>
            </a:r>
            <a:r>
              <a:rPr spc="-5" dirty="0">
                <a:solidFill>
                  <a:schemeClr val="tx1"/>
                </a:solidFill>
              </a:rPr>
              <a:t> </a:t>
            </a:r>
            <a:r>
              <a:rPr spc="-114" dirty="0">
                <a:solidFill>
                  <a:schemeClr val="tx1"/>
                </a:solidFill>
              </a:rPr>
              <a:t>management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(allocating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spc="-140" dirty="0">
                <a:solidFill>
                  <a:schemeClr val="tx1"/>
                </a:solidFill>
              </a:rPr>
              <a:t>RAM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spc="-90" dirty="0">
                <a:solidFill>
                  <a:schemeClr val="tx1"/>
                </a:solidFill>
              </a:rPr>
              <a:t>resources) </a:t>
            </a:r>
            <a:r>
              <a:rPr spc="-70" dirty="0">
                <a:solidFill>
                  <a:schemeClr val="tx1"/>
                </a:solidFill>
              </a:rPr>
              <a:t>File</a:t>
            </a:r>
            <a:r>
              <a:rPr spc="-5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system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spc="-114" dirty="0">
                <a:solidFill>
                  <a:schemeClr val="tx1"/>
                </a:solidFill>
              </a:rPr>
              <a:t>management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(storing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data)</a:t>
            </a:r>
          </a:p>
          <a:p>
            <a:pPr marL="0" marR="5080" indent="0">
              <a:lnSpc>
                <a:spcPct val="197000"/>
              </a:lnSpc>
              <a:buNone/>
            </a:pPr>
            <a:r>
              <a:rPr spc="-100" dirty="0">
                <a:solidFill>
                  <a:schemeClr val="tx1"/>
                </a:solidFill>
              </a:rPr>
              <a:t>Device</a:t>
            </a:r>
            <a:r>
              <a:rPr spc="15" dirty="0">
                <a:solidFill>
                  <a:schemeClr val="tx1"/>
                </a:solidFill>
              </a:rPr>
              <a:t> </a:t>
            </a:r>
            <a:r>
              <a:rPr spc="-114" dirty="0">
                <a:solidFill>
                  <a:schemeClr val="tx1"/>
                </a:solidFill>
              </a:rPr>
              <a:t>management</a:t>
            </a:r>
            <a:r>
              <a:rPr spc="15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(printers,</a:t>
            </a:r>
            <a:r>
              <a:rPr spc="15" dirty="0">
                <a:solidFill>
                  <a:schemeClr val="tx1"/>
                </a:solidFill>
              </a:rPr>
              <a:t> </a:t>
            </a:r>
            <a:r>
              <a:rPr spc="-90" dirty="0">
                <a:solidFill>
                  <a:schemeClr val="tx1"/>
                </a:solidFill>
              </a:rPr>
              <a:t>storage,</a:t>
            </a:r>
            <a:r>
              <a:rPr spc="15" dirty="0">
                <a:solidFill>
                  <a:schemeClr val="tx1"/>
                </a:solidFill>
              </a:rPr>
              <a:t> </a:t>
            </a:r>
            <a:r>
              <a:rPr spc="-90" dirty="0">
                <a:solidFill>
                  <a:schemeClr val="tx1"/>
                </a:solidFill>
              </a:rPr>
              <a:t>peripherals) </a:t>
            </a:r>
            <a:r>
              <a:rPr spc="-100" dirty="0">
                <a:solidFill>
                  <a:schemeClr val="tx1"/>
                </a:solidFill>
              </a:rPr>
              <a:t>Security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spc="-105" dirty="0">
                <a:solidFill>
                  <a:schemeClr val="tx1"/>
                </a:solidFill>
              </a:rPr>
              <a:t>and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spc="-100" dirty="0">
                <a:solidFill>
                  <a:schemeClr val="tx1"/>
                </a:solidFill>
              </a:rPr>
              <a:t>access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spc="-90" dirty="0">
                <a:solidFill>
                  <a:schemeClr val="tx1"/>
                </a:solidFill>
              </a:rPr>
              <a:t>control</a:t>
            </a:r>
            <a:r>
              <a:rPr spc="5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systems</a:t>
            </a:r>
          </a:p>
          <a:p>
            <a:pPr marL="0" indent="0">
              <a:spcBef>
                <a:spcPts val="1914"/>
              </a:spcBef>
              <a:buNone/>
            </a:pPr>
            <a:r>
              <a:rPr spc="-100" dirty="0">
                <a:solidFill>
                  <a:schemeClr val="tx1"/>
                </a:solidFill>
              </a:rPr>
              <a:t>User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spc="-85" dirty="0">
                <a:solidFill>
                  <a:schemeClr val="tx1"/>
                </a:solidFill>
              </a:rPr>
              <a:t>interface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for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spc="-120" dirty="0">
                <a:solidFill>
                  <a:schemeClr val="tx1"/>
                </a:solidFill>
              </a:rPr>
              <a:t>human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interaction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5486400" y="2997174"/>
            <a:ext cx="5486400" cy="3219450"/>
            <a:chOff x="6095998" y="1295399"/>
            <a:chExt cx="5486400" cy="3219450"/>
          </a:xfrm>
        </p:grpSpPr>
        <p:sp>
          <p:nvSpPr>
            <p:cNvPr id="11" name="object 11"/>
            <p:cNvSpPr/>
            <p:nvPr/>
          </p:nvSpPr>
          <p:spPr>
            <a:xfrm>
              <a:off x="6095998" y="1295399"/>
              <a:ext cx="5486400" cy="3219450"/>
            </a:xfrm>
            <a:custGeom>
              <a:avLst/>
              <a:gdLst/>
              <a:ahLst/>
              <a:cxnLst/>
              <a:rect l="l" t="t" r="r" b="b"/>
              <a:pathLst>
                <a:path w="5486400" h="3219450">
                  <a:moveTo>
                    <a:pt x="5415203" y="3219449"/>
                  </a:moveTo>
                  <a:lnTo>
                    <a:pt x="71196" y="3219449"/>
                  </a:lnTo>
                  <a:lnTo>
                    <a:pt x="66241" y="3218961"/>
                  </a:lnTo>
                  <a:lnTo>
                    <a:pt x="29705" y="3203827"/>
                  </a:lnTo>
                  <a:lnTo>
                    <a:pt x="3885" y="3167787"/>
                  </a:lnTo>
                  <a:lnTo>
                    <a:pt x="0" y="3148252"/>
                  </a:lnTo>
                  <a:lnTo>
                    <a:pt x="0" y="314324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415203" y="0"/>
                  </a:lnTo>
                  <a:lnTo>
                    <a:pt x="5456692" y="15621"/>
                  </a:lnTo>
                  <a:lnTo>
                    <a:pt x="5482512" y="51661"/>
                  </a:lnTo>
                  <a:lnTo>
                    <a:pt x="5486398" y="71196"/>
                  </a:lnTo>
                  <a:lnTo>
                    <a:pt x="5486398" y="3148252"/>
                  </a:lnTo>
                  <a:lnTo>
                    <a:pt x="5470776" y="3189743"/>
                  </a:lnTo>
                  <a:lnTo>
                    <a:pt x="5434737" y="3215563"/>
                  </a:lnTo>
                  <a:lnTo>
                    <a:pt x="5420157" y="3218961"/>
                  </a:lnTo>
                  <a:lnTo>
                    <a:pt x="5415203" y="321944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48399" y="1447799"/>
              <a:ext cx="5181599" cy="2914649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C326801-3A81-9ED3-697D-BF5CA100A639}"/>
              </a:ext>
            </a:extLst>
          </p:cNvPr>
          <p:cNvSpPr txBox="1"/>
          <p:nvPr/>
        </p:nvSpPr>
        <p:spPr>
          <a:xfrm>
            <a:off x="4038600" y="5322332"/>
            <a:ext cx="5257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        9/20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9925" y="578730"/>
            <a:ext cx="10850563" cy="450764"/>
          </a:xfrm>
          <a:prstGeom prst="rect">
            <a:avLst/>
          </a:prstGeom>
        </p:spPr>
        <p:txBody>
          <a:bodyPr vert="horz" wrap="square" lIns="0" tIns="12065" rIns="0" bIns="0" rtlCol="0" anchor="b">
            <a:spAutoFit/>
          </a:bodyPr>
          <a:lstStyle/>
          <a:p>
            <a:pPr marL="12700">
              <a:spcBef>
                <a:spcPts val="95"/>
              </a:spcBef>
            </a:pPr>
            <a:r>
              <a:rPr sz="2850" spc="-114" dirty="0">
                <a:solidFill>
                  <a:schemeClr val="tx1"/>
                </a:solidFill>
              </a:rPr>
              <a:t>Memory</a:t>
            </a:r>
            <a:r>
              <a:rPr sz="2850" spc="-65" dirty="0">
                <a:solidFill>
                  <a:schemeClr val="tx1"/>
                </a:solidFill>
              </a:rPr>
              <a:t> </a:t>
            </a:r>
            <a:r>
              <a:rPr sz="2850" spc="-100" dirty="0">
                <a:solidFill>
                  <a:schemeClr val="tx1"/>
                </a:solidFill>
              </a:rPr>
              <a:t>Management</a:t>
            </a:r>
            <a:endParaRPr sz="2850">
              <a:solidFill>
                <a:schemeClr val="tx1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1410494"/>
            <a:ext cx="76200" cy="761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25501" y="1273334"/>
            <a:ext cx="3579495" cy="26738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650" spc="-85" dirty="0">
                <a:latin typeface="Montserrat"/>
                <a:cs typeface="Montserrat"/>
              </a:rPr>
              <a:t>Allocates</a:t>
            </a:r>
            <a:r>
              <a:rPr sz="1650" spc="-20" dirty="0">
                <a:latin typeface="Montserrat"/>
                <a:cs typeface="Montserrat"/>
              </a:rPr>
              <a:t> </a:t>
            </a:r>
            <a:r>
              <a:rPr sz="1650" spc="-114" dirty="0">
                <a:latin typeface="Montserrat"/>
                <a:cs typeface="Montserrat"/>
              </a:rPr>
              <a:t>memory</a:t>
            </a:r>
            <a:r>
              <a:rPr sz="1650" spc="-15" dirty="0">
                <a:latin typeface="Montserrat"/>
                <a:cs typeface="Montserrat"/>
              </a:rPr>
              <a:t> </a:t>
            </a:r>
            <a:r>
              <a:rPr sz="1650" spc="-105" dirty="0">
                <a:latin typeface="Montserrat"/>
                <a:cs typeface="Montserrat"/>
              </a:rPr>
              <a:t>space</a:t>
            </a:r>
            <a:r>
              <a:rPr sz="1650" spc="-15" dirty="0">
                <a:latin typeface="Montserrat"/>
                <a:cs typeface="Montserrat"/>
              </a:rPr>
              <a:t> </a:t>
            </a:r>
            <a:r>
              <a:rPr sz="1650" spc="-100" dirty="0">
                <a:latin typeface="Montserrat"/>
                <a:cs typeface="Montserrat"/>
              </a:rPr>
              <a:t>to</a:t>
            </a:r>
            <a:r>
              <a:rPr sz="1650" spc="-15" dirty="0">
                <a:latin typeface="Montserrat"/>
                <a:cs typeface="Montserrat"/>
              </a:rPr>
              <a:t> </a:t>
            </a:r>
            <a:r>
              <a:rPr sz="1650" spc="-100" dirty="0">
                <a:latin typeface="Montserrat"/>
                <a:cs typeface="Montserrat"/>
              </a:rPr>
              <a:t>programs</a:t>
            </a:r>
            <a:endParaRPr sz="1650">
              <a:latin typeface="Montserrat"/>
              <a:cs typeface="Montserra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1905794"/>
            <a:ext cx="76200" cy="761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25501" y="1768634"/>
            <a:ext cx="2931795" cy="26738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650" spc="-114" dirty="0">
                <a:latin typeface="Montserrat"/>
                <a:cs typeface="Montserrat"/>
              </a:rPr>
              <a:t>Tracks</a:t>
            </a:r>
            <a:r>
              <a:rPr sz="1650" spc="-20" dirty="0">
                <a:latin typeface="Montserrat"/>
                <a:cs typeface="Montserrat"/>
              </a:rPr>
              <a:t> </a:t>
            </a:r>
            <a:r>
              <a:rPr sz="1650" spc="-105" dirty="0">
                <a:latin typeface="Montserrat"/>
                <a:cs typeface="Montserrat"/>
              </a:rPr>
              <a:t>which</a:t>
            </a:r>
            <a:r>
              <a:rPr sz="1650" spc="-15" dirty="0">
                <a:latin typeface="Montserrat"/>
                <a:cs typeface="Montserrat"/>
              </a:rPr>
              <a:t> </a:t>
            </a:r>
            <a:r>
              <a:rPr sz="1650" spc="-114" dirty="0">
                <a:latin typeface="Montserrat"/>
                <a:cs typeface="Montserrat"/>
              </a:rPr>
              <a:t>memory</a:t>
            </a:r>
            <a:r>
              <a:rPr sz="1650" spc="-15" dirty="0">
                <a:latin typeface="Montserrat"/>
                <a:cs typeface="Montserrat"/>
              </a:rPr>
              <a:t> </a:t>
            </a:r>
            <a:r>
              <a:rPr sz="1650" spc="-55" dirty="0">
                <a:latin typeface="Montserrat"/>
                <a:cs typeface="Montserrat"/>
              </a:rPr>
              <a:t>is</a:t>
            </a:r>
            <a:r>
              <a:rPr sz="1650" spc="-15" dirty="0">
                <a:latin typeface="Montserrat"/>
                <a:cs typeface="Montserrat"/>
              </a:rPr>
              <a:t> </a:t>
            </a:r>
            <a:r>
              <a:rPr sz="1650" spc="-80" dirty="0">
                <a:latin typeface="Montserrat"/>
                <a:cs typeface="Montserrat"/>
              </a:rPr>
              <a:t>in</a:t>
            </a:r>
            <a:r>
              <a:rPr sz="1650" spc="-15" dirty="0">
                <a:latin typeface="Montserrat"/>
                <a:cs typeface="Montserrat"/>
              </a:rPr>
              <a:t> </a:t>
            </a:r>
            <a:r>
              <a:rPr sz="1650" spc="-65" dirty="0">
                <a:latin typeface="Montserrat"/>
                <a:cs typeface="Montserrat"/>
              </a:rPr>
              <a:t>use</a:t>
            </a:r>
            <a:endParaRPr sz="1650">
              <a:latin typeface="Montserrat"/>
              <a:cs typeface="Montserra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2401094"/>
            <a:ext cx="76200" cy="761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25500" y="2263934"/>
            <a:ext cx="3373120" cy="26738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650" spc="-120" dirty="0">
                <a:latin typeface="Montserrat"/>
                <a:cs typeface="Montserrat"/>
              </a:rPr>
              <a:t>Swaps</a:t>
            </a:r>
            <a:r>
              <a:rPr sz="1650" spc="-5" dirty="0">
                <a:latin typeface="Montserrat"/>
                <a:cs typeface="Montserrat"/>
              </a:rPr>
              <a:t> </a:t>
            </a:r>
            <a:r>
              <a:rPr sz="1650" spc="-105" dirty="0">
                <a:latin typeface="Montserrat"/>
                <a:cs typeface="Montserrat"/>
              </a:rPr>
              <a:t>data</a:t>
            </a:r>
            <a:r>
              <a:rPr sz="1650" spc="-5" dirty="0">
                <a:latin typeface="Montserrat"/>
                <a:cs typeface="Montserrat"/>
              </a:rPr>
              <a:t> </a:t>
            </a:r>
            <a:r>
              <a:rPr sz="1650" spc="-110" dirty="0">
                <a:latin typeface="Montserrat"/>
                <a:cs typeface="Montserrat"/>
              </a:rPr>
              <a:t>between</a:t>
            </a:r>
            <a:r>
              <a:rPr sz="1650" spc="-5" dirty="0">
                <a:latin typeface="Montserrat"/>
                <a:cs typeface="Montserrat"/>
              </a:rPr>
              <a:t> </a:t>
            </a:r>
            <a:r>
              <a:rPr sz="1650" spc="-140" dirty="0">
                <a:latin typeface="Montserrat"/>
                <a:cs typeface="Montserrat"/>
              </a:rPr>
              <a:t>RAM</a:t>
            </a:r>
            <a:r>
              <a:rPr sz="1650" spc="-5" dirty="0">
                <a:latin typeface="Montserrat"/>
                <a:cs typeface="Montserrat"/>
              </a:rPr>
              <a:t> </a:t>
            </a:r>
            <a:r>
              <a:rPr sz="1650" spc="-105" dirty="0">
                <a:latin typeface="Montserrat"/>
                <a:cs typeface="Montserrat"/>
              </a:rPr>
              <a:t>and</a:t>
            </a:r>
            <a:r>
              <a:rPr sz="1650" spc="-5" dirty="0">
                <a:latin typeface="Montserrat"/>
                <a:cs typeface="Montserrat"/>
              </a:rPr>
              <a:t> </a:t>
            </a:r>
            <a:r>
              <a:rPr sz="1650" spc="-50" dirty="0">
                <a:latin typeface="Montserrat"/>
                <a:cs typeface="Montserrat"/>
              </a:rPr>
              <a:t>disk</a:t>
            </a:r>
            <a:endParaRPr sz="1650">
              <a:latin typeface="Montserrat"/>
              <a:cs typeface="Montserrat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2896394"/>
            <a:ext cx="76200" cy="761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3391694"/>
            <a:ext cx="76200" cy="761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25501" y="2759234"/>
            <a:ext cx="4906645" cy="10188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650" spc="-105" dirty="0">
                <a:latin typeface="Montserrat"/>
                <a:cs typeface="Montserrat"/>
              </a:rPr>
              <a:t>Prevents</a:t>
            </a:r>
            <a:r>
              <a:rPr sz="1650" spc="-5" dirty="0">
                <a:latin typeface="Montserrat"/>
                <a:cs typeface="Montserrat"/>
              </a:rPr>
              <a:t> </a:t>
            </a:r>
            <a:r>
              <a:rPr sz="1650" spc="-90" dirty="0">
                <a:latin typeface="Montserrat"/>
                <a:cs typeface="Montserrat"/>
              </a:rPr>
              <a:t>processes</a:t>
            </a:r>
            <a:r>
              <a:rPr sz="1650" spc="-5" dirty="0">
                <a:latin typeface="Montserrat"/>
                <a:cs typeface="Montserrat"/>
              </a:rPr>
              <a:t> </a:t>
            </a:r>
            <a:r>
              <a:rPr sz="1650" spc="-105" dirty="0">
                <a:latin typeface="Montserrat"/>
                <a:cs typeface="Montserrat"/>
              </a:rPr>
              <a:t>from</a:t>
            </a:r>
            <a:r>
              <a:rPr sz="1650" spc="-5" dirty="0">
                <a:latin typeface="Montserrat"/>
                <a:cs typeface="Montserrat"/>
              </a:rPr>
              <a:t> </a:t>
            </a:r>
            <a:r>
              <a:rPr sz="1650" spc="-90" dirty="0">
                <a:latin typeface="Montserrat"/>
                <a:cs typeface="Montserrat"/>
              </a:rPr>
              <a:t>accessing</a:t>
            </a:r>
            <a:r>
              <a:rPr sz="1650" spc="-5" dirty="0">
                <a:latin typeface="Montserrat"/>
                <a:cs typeface="Montserrat"/>
              </a:rPr>
              <a:t> </a:t>
            </a:r>
            <a:r>
              <a:rPr sz="1650" spc="-85" dirty="0">
                <a:latin typeface="Montserrat"/>
                <a:cs typeface="Montserrat"/>
              </a:rPr>
              <a:t>others'</a:t>
            </a:r>
            <a:r>
              <a:rPr sz="1650" spc="-5" dirty="0">
                <a:latin typeface="Montserrat"/>
                <a:cs typeface="Montserrat"/>
              </a:rPr>
              <a:t> </a:t>
            </a:r>
            <a:r>
              <a:rPr sz="1650" spc="-95" dirty="0">
                <a:latin typeface="Montserrat"/>
                <a:cs typeface="Montserrat"/>
              </a:rPr>
              <a:t>memory</a:t>
            </a:r>
            <a:endParaRPr sz="1650">
              <a:latin typeface="Montserrat"/>
              <a:cs typeface="Montserrat"/>
            </a:endParaRPr>
          </a:p>
          <a:p>
            <a:pPr marL="12700">
              <a:spcBef>
                <a:spcPts val="1920"/>
              </a:spcBef>
            </a:pPr>
            <a:r>
              <a:rPr sz="1650" spc="-95" dirty="0">
                <a:latin typeface="Montserrat"/>
                <a:cs typeface="Montserrat"/>
              </a:rPr>
              <a:t>Implements</a:t>
            </a:r>
            <a:r>
              <a:rPr sz="1650" spc="-10" dirty="0">
                <a:latin typeface="Montserrat"/>
                <a:cs typeface="Montserrat"/>
              </a:rPr>
              <a:t> </a:t>
            </a:r>
            <a:r>
              <a:rPr sz="1650" spc="-75" dirty="0">
                <a:latin typeface="Montserrat"/>
                <a:cs typeface="Montserrat"/>
              </a:rPr>
              <a:t>virtual</a:t>
            </a:r>
            <a:r>
              <a:rPr sz="1650" spc="-10" dirty="0">
                <a:latin typeface="Montserrat"/>
                <a:cs typeface="Montserrat"/>
              </a:rPr>
              <a:t> </a:t>
            </a:r>
            <a:r>
              <a:rPr sz="1650" spc="-114" dirty="0">
                <a:latin typeface="Montserrat"/>
                <a:cs typeface="Montserrat"/>
              </a:rPr>
              <a:t>memory</a:t>
            </a:r>
            <a:r>
              <a:rPr sz="1650" spc="-5" dirty="0">
                <a:latin typeface="Montserrat"/>
                <a:cs typeface="Montserrat"/>
              </a:rPr>
              <a:t> </a:t>
            </a:r>
            <a:r>
              <a:rPr sz="1650" spc="-95" dirty="0">
                <a:latin typeface="Montserrat"/>
                <a:cs typeface="Montserrat"/>
              </a:rPr>
              <a:t>address</a:t>
            </a:r>
            <a:r>
              <a:rPr sz="1650" spc="-10" dirty="0">
                <a:latin typeface="Montserrat"/>
                <a:cs typeface="Montserrat"/>
              </a:rPr>
              <a:t> translation</a:t>
            </a:r>
            <a:endParaRPr sz="1650">
              <a:latin typeface="Montserrat"/>
              <a:cs typeface="Montserra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3886994"/>
            <a:ext cx="76200" cy="761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825500" y="3749834"/>
            <a:ext cx="4377690" cy="26738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650" spc="-90" dirty="0">
                <a:latin typeface="Montserrat"/>
                <a:cs typeface="Montserrat"/>
              </a:rPr>
              <a:t>Optimizes</a:t>
            </a:r>
            <a:r>
              <a:rPr sz="1650" dirty="0">
                <a:latin typeface="Montserrat"/>
                <a:cs typeface="Montserrat"/>
              </a:rPr>
              <a:t> </a:t>
            </a:r>
            <a:r>
              <a:rPr sz="1650" spc="-90" dirty="0">
                <a:latin typeface="Montserrat"/>
                <a:cs typeface="Montserrat"/>
              </a:rPr>
              <a:t>limited</a:t>
            </a:r>
            <a:r>
              <a:rPr sz="1650" dirty="0">
                <a:latin typeface="Montserrat"/>
                <a:cs typeface="Montserrat"/>
              </a:rPr>
              <a:t> </a:t>
            </a:r>
            <a:r>
              <a:rPr sz="1650" spc="-95" dirty="0">
                <a:latin typeface="Montserrat"/>
                <a:cs typeface="Montserrat"/>
              </a:rPr>
              <a:t>physical</a:t>
            </a:r>
            <a:r>
              <a:rPr sz="1650" dirty="0">
                <a:latin typeface="Montserrat"/>
                <a:cs typeface="Montserrat"/>
              </a:rPr>
              <a:t> </a:t>
            </a:r>
            <a:r>
              <a:rPr sz="1650" spc="-114" dirty="0">
                <a:latin typeface="Montserrat"/>
                <a:cs typeface="Montserrat"/>
              </a:rPr>
              <a:t>memory</a:t>
            </a:r>
            <a:r>
              <a:rPr sz="1650" dirty="0">
                <a:latin typeface="Montserrat"/>
                <a:cs typeface="Montserrat"/>
              </a:rPr>
              <a:t> </a:t>
            </a:r>
            <a:r>
              <a:rPr sz="1650" spc="-85" dirty="0">
                <a:latin typeface="Montserrat"/>
                <a:cs typeface="Montserrat"/>
              </a:rPr>
              <a:t>resources</a:t>
            </a:r>
            <a:endParaRPr sz="1650">
              <a:latin typeface="Montserrat"/>
              <a:cs typeface="Montserra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979795" y="1296192"/>
            <a:ext cx="5180331" cy="4418807"/>
            <a:chOff x="7724773" y="1295399"/>
            <a:chExt cx="2228850" cy="3352800"/>
          </a:xfrm>
        </p:grpSpPr>
        <p:sp>
          <p:nvSpPr>
            <p:cNvPr id="15" name="object 15"/>
            <p:cNvSpPr/>
            <p:nvPr/>
          </p:nvSpPr>
          <p:spPr>
            <a:xfrm>
              <a:off x="7724773" y="1295399"/>
              <a:ext cx="2228850" cy="3352800"/>
            </a:xfrm>
            <a:custGeom>
              <a:avLst/>
              <a:gdLst/>
              <a:ahLst/>
              <a:cxnLst/>
              <a:rect l="l" t="t" r="r" b="b"/>
              <a:pathLst>
                <a:path w="2228850" h="3352800">
                  <a:moveTo>
                    <a:pt x="2157653" y="3352799"/>
                  </a:moveTo>
                  <a:lnTo>
                    <a:pt x="71196" y="3352799"/>
                  </a:lnTo>
                  <a:lnTo>
                    <a:pt x="66241" y="3352311"/>
                  </a:lnTo>
                  <a:lnTo>
                    <a:pt x="29705" y="3337177"/>
                  </a:lnTo>
                  <a:lnTo>
                    <a:pt x="3885" y="3301137"/>
                  </a:lnTo>
                  <a:lnTo>
                    <a:pt x="0" y="3281602"/>
                  </a:lnTo>
                  <a:lnTo>
                    <a:pt x="0" y="3276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157653" y="0"/>
                  </a:lnTo>
                  <a:lnTo>
                    <a:pt x="2199144" y="15621"/>
                  </a:lnTo>
                  <a:lnTo>
                    <a:pt x="2224963" y="51661"/>
                  </a:lnTo>
                  <a:lnTo>
                    <a:pt x="2228849" y="71196"/>
                  </a:lnTo>
                  <a:lnTo>
                    <a:pt x="2228849" y="3281602"/>
                  </a:lnTo>
                  <a:lnTo>
                    <a:pt x="2213226" y="3323094"/>
                  </a:lnTo>
                  <a:lnTo>
                    <a:pt x="2177187" y="3348913"/>
                  </a:lnTo>
                  <a:lnTo>
                    <a:pt x="2162607" y="3352311"/>
                  </a:lnTo>
                  <a:lnTo>
                    <a:pt x="2157653" y="335279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100326" y="1889950"/>
              <a:ext cx="527685" cy="2520315"/>
            </a:xfrm>
            <a:custGeom>
              <a:avLst/>
              <a:gdLst/>
              <a:ahLst/>
              <a:cxnLst/>
              <a:rect l="l" t="t" r="r" b="b"/>
              <a:pathLst>
                <a:path w="527684" h="2520315">
                  <a:moveTo>
                    <a:pt x="527621" y="1270"/>
                  </a:moveTo>
                  <a:lnTo>
                    <a:pt x="527596" y="0"/>
                  </a:lnTo>
                  <a:lnTo>
                    <a:pt x="38" y="0"/>
                  </a:lnTo>
                  <a:lnTo>
                    <a:pt x="38" y="1270"/>
                  </a:lnTo>
                  <a:lnTo>
                    <a:pt x="0" y="2519984"/>
                  </a:lnTo>
                  <a:lnTo>
                    <a:pt x="527621" y="2519984"/>
                  </a:lnTo>
                  <a:lnTo>
                    <a:pt x="527621" y="1270"/>
                  </a:lnTo>
                  <a:close/>
                </a:path>
              </a:pathLst>
            </a:custGeom>
            <a:solidFill>
              <a:srgbClr val="FFFF00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100337" y="1894355"/>
              <a:ext cx="527685" cy="2527300"/>
            </a:xfrm>
            <a:custGeom>
              <a:avLst/>
              <a:gdLst/>
              <a:ahLst/>
              <a:cxnLst/>
              <a:rect l="l" t="t" r="r" b="b"/>
              <a:pathLst>
                <a:path w="527684" h="2527300">
                  <a:moveTo>
                    <a:pt x="1213" y="0"/>
                  </a:moveTo>
                  <a:lnTo>
                    <a:pt x="526406" y="0"/>
                  </a:lnTo>
                  <a:lnTo>
                    <a:pt x="527215" y="0"/>
                  </a:lnTo>
                  <a:lnTo>
                    <a:pt x="527620" y="735"/>
                  </a:lnTo>
                  <a:lnTo>
                    <a:pt x="527620" y="2207"/>
                  </a:lnTo>
                  <a:lnTo>
                    <a:pt x="527620" y="2524604"/>
                  </a:lnTo>
                  <a:lnTo>
                    <a:pt x="527620" y="2526076"/>
                  </a:lnTo>
                  <a:lnTo>
                    <a:pt x="527215" y="2526812"/>
                  </a:lnTo>
                  <a:lnTo>
                    <a:pt x="526406" y="2526812"/>
                  </a:lnTo>
                  <a:lnTo>
                    <a:pt x="1213" y="2526812"/>
                  </a:lnTo>
                  <a:lnTo>
                    <a:pt x="404" y="2526812"/>
                  </a:lnTo>
                  <a:lnTo>
                    <a:pt x="0" y="2526076"/>
                  </a:lnTo>
                  <a:lnTo>
                    <a:pt x="0" y="2524604"/>
                  </a:lnTo>
                  <a:lnTo>
                    <a:pt x="0" y="2207"/>
                  </a:lnTo>
                  <a:lnTo>
                    <a:pt x="0" y="735"/>
                  </a:lnTo>
                  <a:lnTo>
                    <a:pt x="404" y="0"/>
                  </a:lnTo>
                  <a:lnTo>
                    <a:pt x="1213" y="0"/>
                  </a:lnTo>
                  <a:close/>
                </a:path>
              </a:pathLst>
            </a:custGeom>
            <a:ln w="155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097820" y="2258305"/>
              <a:ext cx="525780" cy="0"/>
            </a:xfrm>
            <a:custGeom>
              <a:avLst/>
              <a:gdLst/>
              <a:ahLst/>
              <a:cxnLst/>
              <a:rect l="l" t="t" r="r" b="b"/>
              <a:pathLst>
                <a:path w="525779">
                  <a:moveTo>
                    <a:pt x="0" y="0"/>
                  </a:moveTo>
                  <a:lnTo>
                    <a:pt x="525527" y="0"/>
                  </a:lnTo>
                </a:path>
              </a:pathLst>
            </a:custGeom>
            <a:ln w="12447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097820" y="2445147"/>
              <a:ext cx="525780" cy="0"/>
            </a:xfrm>
            <a:custGeom>
              <a:avLst/>
              <a:gdLst/>
              <a:ahLst/>
              <a:cxnLst/>
              <a:rect l="l" t="t" r="r" b="b"/>
              <a:pathLst>
                <a:path w="525779">
                  <a:moveTo>
                    <a:pt x="0" y="0"/>
                  </a:moveTo>
                  <a:lnTo>
                    <a:pt x="525527" y="0"/>
                  </a:lnTo>
                </a:path>
              </a:pathLst>
            </a:custGeom>
            <a:ln w="12447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097820" y="3192514"/>
              <a:ext cx="525780" cy="0"/>
            </a:xfrm>
            <a:custGeom>
              <a:avLst/>
              <a:gdLst/>
              <a:ahLst/>
              <a:cxnLst/>
              <a:rect l="l" t="t" r="r" b="b"/>
              <a:pathLst>
                <a:path w="525779">
                  <a:moveTo>
                    <a:pt x="0" y="0"/>
                  </a:moveTo>
                  <a:lnTo>
                    <a:pt x="525527" y="0"/>
                  </a:lnTo>
                </a:path>
              </a:pathLst>
            </a:custGeom>
            <a:ln w="12447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097820" y="3628478"/>
              <a:ext cx="525780" cy="0"/>
            </a:xfrm>
            <a:custGeom>
              <a:avLst/>
              <a:gdLst/>
              <a:ahLst/>
              <a:cxnLst/>
              <a:rect l="l" t="t" r="r" b="b"/>
              <a:pathLst>
                <a:path w="525779">
                  <a:moveTo>
                    <a:pt x="0" y="0"/>
                  </a:moveTo>
                  <a:lnTo>
                    <a:pt x="525527" y="0"/>
                  </a:lnTo>
                </a:path>
              </a:pathLst>
            </a:custGeom>
            <a:ln w="12447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626994" y="1946205"/>
              <a:ext cx="531495" cy="417195"/>
            </a:xfrm>
            <a:custGeom>
              <a:avLst/>
              <a:gdLst/>
              <a:ahLst/>
              <a:cxnLst/>
              <a:rect l="l" t="t" r="r" b="b"/>
              <a:pathLst>
                <a:path w="531495" h="417194">
                  <a:moveTo>
                    <a:pt x="9496" y="416732"/>
                  </a:moveTo>
                  <a:lnTo>
                    <a:pt x="0" y="404434"/>
                  </a:lnTo>
                  <a:lnTo>
                    <a:pt x="24540" y="385398"/>
                  </a:lnTo>
                  <a:lnTo>
                    <a:pt x="34036" y="397696"/>
                  </a:lnTo>
                  <a:lnTo>
                    <a:pt x="9496" y="416732"/>
                  </a:lnTo>
                  <a:close/>
                </a:path>
                <a:path w="531495" h="417194">
                  <a:moveTo>
                    <a:pt x="46307" y="388178"/>
                  </a:moveTo>
                  <a:lnTo>
                    <a:pt x="36810" y="375880"/>
                  </a:lnTo>
                  <a:lnTo>
                    <a:pt x="61351" y="356844"/>
                  </a:lnTo>
                  <a:lnTo>
                    <a:pt x="70847" y="369142"/>
                  </a:lnTo>
                  <a:lnTo>
                    <a:pt x="46307" y="388178"/>
                  </a:lnTo>
                  <a:close/>
                </a:path>
                <a:path w="531495" h="417194">
                  <a:moveTo>
                    <a:pt x="83117" y="359624"/>
                  </a:moveTo>
                  <a:lnTo>
                    <a:pt x="73621" y="347326"/>
                  </a:lnTo>
                  <a:lnTo>
                    <a:pt x="98161" y="328290"/>
                  </a:lnTo>
                  <a:lnTo>
                    <a:pt x="107658" y="340588"/>
                  </a:lnTo>
                  <a:lnTo>
                    <a:pt x="83117" y="359624"/>
                  </a:lnTo>
                  <a:close/>
                </a:path>
                <a:path w="531495" h="417194">
                  <a:moveTo>
                    <a:pt x="119928" y="331070"/>
                  </a:moveTo>
                  <a:lnTo>
                    <a:pt x="110432" y="318772"/>
                  </a:lnTo>
                  <a:lnTo>
                    <a:pt x="134972" y="299736"/>
                  </a:lnTo>
                  <a:lnTo>
                    <a:pt x="144469" y="312034"/>
                  </a:lnTo>
                  <a:lnTo>
                    <a:pt x="119928" y="331070"/>
                  </a:lnTo>
                  <a:close/>
                </a:path>
                <a:path w="531495" h="417194">
                  <a:moveTo>
                    <a:pt x="156739" y="302516"/>
                  </a:moveTo>
                  <a:lnTo>
                    <a:pt x="147242" y="290218"/>
                  </a:lnTo>
                  <a:lnTo>
                    <a:pt x="171783" y="271182"/>
                  </a:lnTo>
                  <a:lnTo>
                    <a:pt x="181279" y="283480"/>
                  </a:lnTo>
                  <a:lnTo>
                    <a:pt x="156739" y="302516"/>
                  </a:lnTo>
                  <a:close/>
                </a:path>
                <a:path w="531495" h="417194">
                  <a:moveTo>
                    <a:pt x="193550" y="273962"/>
                  </a:moveTo>
                  <a:lnTo>
                    <a:pt x="184053" y="261664"/>
                  </a:lnTo>
                  <a:lnTo>
                    <a:pt x="208594" y="242628"/>
                  </a:lnTo>
                  <a:lnTo>
                    <a:pt x="218090" y="254926"/>
                  </a:lnTo>
                  <a:lnTo>
                    <a:pt x="193550" y="273962"/>
                  </a:lnTo>
                  <a:close/>
                </a:path>
                <a:path w="531495" h="417194">
                  <a:moveTo>
                    <a:pt x="230360" y="245408"/>
                  </a:moveTo>
                  <a:lnTo>
                    <a:pt x="220864" y="233110"/>
                  </a:lnTo>
                  <a:lnTo>
                    <a:pt x="245404" y="214073"/>
                  </a:lnTo>
                  <a:lnTo>
                    <a:pt x="254901" y="226371"/>
                  </a:lnTo>
                  <a:lnTo>
                    <a:pt x="230360" y="245408"/>
                  </a:lnTo>
                  <a:close/>
                </a:path>
                <a:path w="531495" h="417194">
                  <a:moveTo>
                    <a:pt x="267171" y="216853"/>
                  </a:moveTo>
                  <a:lnTo>
                    <a:pt x="257674" y="204555"/>
                  </a:lnTo>
                  <a:lnTo>
                    <a:pt x="282215" y="185519"/>
                  </a:lnTo>
                  <a:lnTo>
                    <a:pt x="291711" y="197817"/>
                  </a:lnTo>
                  <a:lnTo>
                    <a:pt x="267171" y="216853"/>
                  </a:lnTo>
                  <a:close/>
                </a:path>
                <a:path w="531495" h="417194">
                  <a:moveTo>
                    <a:pt x="303982" y="188299"/>
                  </a:moveTo>
                  <a:lnTo>
                    <a:pt x="294485" y="176001"/>
                  </a:lnTo>
                  <a:lnTo>
                    <a:pt x="319026" y="156965"/>
                  </a:lnTo>
                  <a:lnTo>
                    <a:pt x="328522" y="169263"/>
                  </a:lnTo>
                  <a:lnTo>
                    <a:pt x="303982" y="188299"/>
                  </a:lnTo>
                  <a:close/>
                </a:path>
                <a:path w="531495" h="417194">
                  <a:moveTo>
                    <a:pt x="340792" y="159745"/>
                  </a:moveTo>
                  <a:lnTo>
                    <a:pt x="331296" y="147447"/>
                  </a:lnTo>
                  <a:lnTo>
                    <a:pt x="355836" y="128411"/>
                  </a:lnTo>
                  <a:lnTo>
                    <a:pt x="365333" y="140709"/>
                  </a:lnTo>
                  <a:lnTo>
                    <a:pt x="340792" y="159745"/>
                  </a:lnTo>
                  <a:close/>
                </a:path>
                <a:path w="531495" h="417194">
                  <a:moveTo>
                    <a:pt x="377603" y="131191"/>
                  </a:moveTo>
                  <a:lnTo>
                    <a:pt x="368107" y="118893"/>
                  </a:lnTo>
                  <a:lnTo>
                    <a:pt x="392647" y="99857"/>
                  </a:lnTo>
                  <a:lnTo>
                    <a:pt x="402144" y="112155"/>
                  </a:lnTo>
                  <a:lnTo>
                    <a:pt x="377603" y="131191"/>
                  </a:lnTo>
                  <a:close/>
                </a:path>
                <a:path w="531495" h="417194">
                  <a:moveTo>
                    <a:pt x="414414" y="102637"/>
                  </a:moveTo>
                  <a:lnTo>
                    <a:pt x="404917" y="90339"/>
                  </a:lnTo>
                  <a:lnTo>
                    <a:pt x="429458" y="71303"/>
                  </a:lnTo>
                  <a:lnTo>
                    <a:pt x="438954" y="83601"/>
                  </a:lnTo>
                  <a:lnTo>
                    <a:pt x="414414" y="102637"/>
                  </a:lnTo>
                  <a:close/>
                </a:path>
                <a:path w="531495" h="417194">
                  <a:moveTo>
                    <a:pt x="451224" y="74083"/>
                  </a:moveTo>
                  <a:lnTo>
                    <a:pt x="441728" y="61785"/>
                  </a:lnTo>
                  <a:lnTo>
                    <a:pt x="466269" y="42749"/>
                  </a:lnTo>
                  <a:lnTo>
                    <a:pt x="475765" y="55047"/>
                  </a:lnTo>
                  <a:lnTo>
                    <a:pt x="451224" y="74083"/>
                  </a:lnTo>
                  <a:close/>
                </a:path>
                <a:path w="531495" h="417194">
                  <a:moveTo>
                    <a:pt x="488035" y="45529"/>
                  </a:moveTo>
                  <a:lnTo>
                    <a:pt x="478539" y="33231"/>
                  </a:lnTo>
                  <a:lnTo>
                    <a:pt x="503079" y="14195"/>
                  </a:lnTo>
                  <a:lnTo>
                    <a:pt x="512576" y="26493"/>
                  </a:lnTo>
                  <a:lnTo>
                    <a:pt x="488035" y="45529"/>
                  </a:lnTo>
                  <a:close/>
                </a:path>
                <a:path w="531495" h="417194">
                  <a:moveTo>
                    <a:pt x="524846" y="16974"/>
                  </a:moveTo>
                  <a:lnTo>
                    <a:pt x="515349" y="4677"/>
                  </a:lnTo>
                  <a:lnTo>
                    <a:pt x="521379" y="0"/>
                  </a:lnTo>
                  <a:lnTo>
                    <a:pt x="530875" y="12297"/>
                  </a:lnTo>
                  <a:lnTo>
                    <a:pt x="524846" y="169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65951" y="1939631"/>
              <a:ext cx="103330" cy="9204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625186" y="2057068"/>
              <a:ext cx="530225" cy="100330"/>
            </a:xfrm>
            <a:custGeom>
              <a:avLst/>
              <a:gdLst/>
              <a:ahLst/>
              <a:cxnLst/>
              <a:rect l="l" t="t" r="r" b="b"/>
              <a:pathLst>
                <a:path w="530225" h="100330">
                  <a:moveTo>
                    <a:pt x="527540" y="99776"/>
                  </a:moveTo>
                  <a:lnTo>
                    <a:pt x="496896" y="94872"/>
                  </a:lnTo>
                  <a:lnTo>
                    <a:pt x="499343" y="79516"/>
                  </a:lnTo>
                  <a:lnTo>
                    <a:pt x="529986" y="84419"/>
                  </a:lnTo>
                  <a:lnTo>
                    <a:pt x="527540" y="99776"/>
                  </a:lnTo>
                  <a:close/>
                </a:path>
                <a:path w="530225" h="100330">
                  <a:moveTo>
                    <a:pt x="481575" y="92420"/>
                  </a:moveTo>
                  <a:lnTo>
                    <a:pt x="450931" y="87517"/>
                  </a:lnTo>
                  <a:lnTo>
                    <a:pt x="453377" y="72160"/>
                  </a:lnTo>
                  <a:lnTo>
                    <a:pt x="484021" y="77064"/>
                  </a:lnTo>
                  <a:lnTo>
                    <a:pt x="481575" y="92420"/>
                  </a:lnTo>
                  <a:close/>
                </a:path>
                <a:path w="530225" h="100330">
                  <a:moveTo>
                    <a:pt x="435609" y="85065"/>
                  </a:moveTo>
                  <a:lnTo>
                    <a:pt x="404965" y="80161"/>
                  </a:lnTo>
                  <a:lnTo>
                    <a:pt x="407412" y="64804"/>
                  </a:lnTo>
                  <a:lnTo>
                    <a:pt x="438055" y="69708"/>
                  </a:lnTo>
                  <a:lnTo>
                    <a:pt x="435609" y="85065"/>
                  </a:lnTo>
                  <a:close/>
                </a:path>
                <a:path w="530225" h="100330">
                  <a:moveTo>
                    <a:pt x="389644" y="77709"/>
                  </a:moveTo>
                  <a:lnTo>
                    <a:pt x="359000" y="72805"/>
                  </a:lnTo>
                  <a:lnTo>
                    <a:pt x="361446" y="57449"/>
                  </a:lnTo>
                  <a:lnTo>
                    <a:pt x="392090" y="62352"/>
                  </a:lnTo>
                  <a:lnTo>
                    <a:pt x="389644" y="77709"/>
                  </a:lnTo>
                  <a:close/>
                </a:path>
                <a:path w="530225" h="100330">
                  <a:moveTo>
                    <a:pt x="343678" y="70353"/>
                  </a:moveTo>
                  <a:lnTo>
                    <a:pt x="313034" y="65450"/>
                  </a:lnTo>
                  <a:lnTo>
                    <a:pt x="315481" y="50093"/>
                  </a:lnTo>
                  <a:lnTo>
                    <a:pt x="346124" y="54997"/>
                  </a:lnTo>
                  <a:lnTo>
                    <a:pt x="343678" y="70353"/>
                  </a:lnTo>
                  <a:close/>
                </a:path>
                <a:path w="530225" h="100330">
                  <a:moveTo>
                    <a:pt x="297713" y="62998"/>
                  </a:moveTo>
                  <a:lnTo>
                    <a:pt x="267069" y="58094"/>
                  </a:lnTo>
                  <a:lnTo>
                    <a:pt x="269515" y="42737"/>
                  </a:lnTo>
                  <a:lnTo>
                    <a:pt x="300159" y="47641"/>
                  </a:lnTo>
                  <a:lnTo>
                    <a:pt x="297713" y="62998"/>
                  </a:lnTo>
                  <a:close/>
                </a:path>
                <a:path w="530225" h="100330">
                  <a:moveTo>
                    <a:pt x="251747" y="55642"/>
                  </a:moveTo>
                  <a:lnTo>
                    <a:pt x="221103" y="50738"/>
                  </a:lnTo>
                  <a:lnTo>
                    <a:pt x="223550" y="35382"/>
                  </a:lnTo>
                  <a:lnTo>
                    <a:pt x="254193" y="40286"/>
                  </a:lnTo>
                  <a:lnTo>
                    <a:pt x="251747" y="55642"/>
                  </a:lnTo>
                  <a:close/>
                </a:path>
                <a:path w="530225" h="100330">
                  <a:moveTo>
                    <a:pt x="205782" y="48286"/>
                  </a:moveTo>
                  <a:lnTo>
                    <a:pt x="175138" y="43383"/>
                  </a:lnTo>
                  <a:lnTo>
                    <a:pt x="177584" y="28026"/>
                  </a:lnTo>
                  <a:lnTo>
                    <a:pt x="208228" y="32930"/>
                  </a:lnTo>
                  <a:lnTo>
                    <a:pt x="205782" y="48286"/>
                  </a:lnTo>
                  <a:close/>
                </a:path>
                <a:path w="530225" h="100330">
                  <a:moveTo>
                    <a:pt x="159816" y="40931"/>
                  </a:moveTo>
                  <a:lnTo>
                    <a:pt x="129172" y="36027"/>
                  </a:lnTo>
                  <a:lnTo>
                    <a:pt x="131619" y="20670"/>
                  </a:lnTo>
                  <a:lnTo>
                    <a:pt x="162262" y="25574"/>
                  </a:lnTo>
                  <a:lnTo>
                    <a:pt x="159816" y="40931"/>
                  </a:lnTo>
                  <a:close/>
                </a:path>
                <a:path w="530225" h="100330">
                  <a:moveTo>
                    <a:pt x="113851" y="33575"/>
                  </a:moveTo>
                  <a:lnTo>
                    <a:pt x="83207" y="28671"/>
                  </a:lnTo>
                  <a:lnTo>
                    <a:pt x="85653" y="13315"/>
                  </a:lnTo>
                  <a:lnTo>
                    <a:pt x="116297" y="18219"/>
                  </a:lnTo>
                  <a:lnTo>
                    <a:pt x="113851" y="33575"/>
                  </a:lnTo>
                  <a:close/>
                </a:path>
                <a:path w="530225" h="100330">
                  <a:moveTo>
                    <a:pt x="67885" y="26219"/>
                  </a:moveTo>
                  <a:lnTo>
                    <a:pt x="37241" y="21316"/>
                  </a:lnTo>
                  <a:lnTo>
                    <a:pt x="39688" y="5959"/>
                  </a:lnTo>
                  <a:lnTo>
                    <a:pt x="70331" y="10863"/>
                  </a:lnTo>
                  <a:lnTo>
                    <a:pt x="67885" y="26219"/>
                  </a:lnTo>
                  <a:close/>
                </a:path>
                <a:path w="530225" h="100330">
                  <a:moveTo>
                    <a:pt x="21920" y="18864"/>
                  </a:moveTo>
                  <a:lnTo>
                    <a:pt x="0" y="15356"/>
                  </a:lnTo>
                  <a:lnTo>
                    <a:pt x="2446" y="0"/>
                  </a:lnTo>
                  <a:lnTo>
                    <a:pt x="24366" y="3507"/>
                  </a:lnTo>
                  <a:lnTo>
                    <a:pt x="21920" y="188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67925" y="2099173"/>
              <a:ext cx="106339" cy="7403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630105" y="3958673"/>
              <a:ext cx="574040" cy="70485"/>
            </a:xfrm>
            <a:custGeom>
              <a:avLst/>
              <a:gdLst/>
              <a:ahLst/>
              <a:cxnLst/>
              <a:rect l="l" t="t" r="r" b="b"/>
              <a:pathLst>
                <a:path w="574040" h="70485">
                  <a:moveTo>
                    <a:pt x="30891" y="18436"/>
                  </a:moveTo>
                  <a:lnTo>
                    <a:pt x="0" y="15480"/>
                  </a:lnTo>
                  <a:lnTo>
                    <a:pt x="1474" y="0"/>
                  </a:lnTo>
                  <a:lnTo>
                    <a:pt x="32366" y="2956"/>
                  </a:lnTo>
                  <a:lnTo>
                    <a:pt x="30891" y="18436"/>
                  </a:lnTo>
                  <a:close/>
                </a:path>
                <a:path w="574040" h="70485">
                  <a:moveTo>
                    <a:pt x="77228" y="22870"/>
                  </a:moveTo>
                  <a:lnTo>
                    <a:pt x="46336" y="19914"/>
                  </a:lnTo>
                  <a:lnTo>
                    <a:pt x="47811" y="4433"/>
                  </a:lnTo>
                  <a:lnTo>
                    <a:pt x="78703" y="7389"/>
                  </a:lnTo>
                  <a:lnTo>
                    <a:pt x="77228" y="22870"/>
                  </a:lnTo>
                  <a:close/>
                </a:path>
                <a:path w="574040" h="70485">
                  <a:moveTo>
                    <a:pt x="123565" y="27304"/>
                  </a:moveTo>
                  <a:lnTo>
                    <a:pt x="92673" y="24348"/>
                  </a:lnTo>
                  <a:lnTo>
                    <a:pt x="94148" y="8867"/>
                  </a:lnTo>
                  <a:lnTo>
                    <a:pt x="125040" y="11823"/>
                  </a:lnTo>
                  <a:lnTo>
                    <a:pt x="123565" y="27304"/>
                  </a:lnTo>
                  <a:close/>
                </a:path>
                <a:path w="574040" h="70485">
                  <a:moveTo>
                    <a:pt x="169902" y="31738"/>
                  </a:moveTo>
                  <a:lnTo>
                    <a:pt x="139010" y="28782"/>
                  </a:lnTo>
                  <a:lnTo>
                    <a:pt x="140485" y="13301"/>
                  </a:lnTo>
                  <a:lnTo>
                    <a:pt x="171376" y="16257"/>
                  </a:lnTo>
                  <a:lnTo>
                    <a:pt x="169902" y="31738"/>
                  </a:lnTo>
                  <a:close/>
                </a:path>
                <a:path w="574040" h="70485">
                  <a:moveTo>
                    <a:pt x="216239" y="36172"/>
                  </a:moveTo>
                  <a:lnTo>
                    <a:pt x="185347" y="33216"/>
                  </a:lnTo>
                  <a:lnTo>
                    <a:pt x="186822" y="17735"/>
                  </a:lnTo>
                  <a:lnTo>
                    <a:pt x="217713" y="20691"/>
                  </a:lnTo>
                  <a:lnTo>
                    <a:pt x="216239" y="36172"/>
                  </a:lnTo>
                  <a:close/>
                </a:path>
                <a:path w="574040" h="70485">
                  <a:moveTo>
                    <a:pt x="262576" y="40606"/>
                  </a:moveTo>
                  <a:lnTo>
                    <a:pt x="231684" y="37650"/>
                  </a:lnTo>
                  <a:lnTo>
                    <a:pt x="233159" y="22169"/>
                  </a:lnTo>
                  <a:lnTo>
                    <a:pt x="264050" y="25125"/>
                  </a:lnTo>
                  <a:lnTo>
                    <a:pt x="262576" y="40606"/>
                  </a:lnTo>
                  <a:close/>
                </a:path>
                <a:path w="574040" h="70485">
                  <a:moveTo>
                    <a:pt x="308913" y="45040"/>
                  </a:moveTo>
                  <a:lnTo>
                    <a:pt x="278021" y="42084"/>
                  </a:lnTo>
                  <a:lnTo>
                    <a:pt x="279496" y="26603"/>
                  </a:lnTo>
                  <a:lnTo>
                    <a:pt x="310387" y="29559"/>
                  </a:lnTo>
                  <a:lnTo>
                    <a:pt x="308913" y="45040"/>
                  </a:lnTo>
                  <a:close/>
                </a:path>
                <a:path w="574040" h="70485">
                  <a:moveTo>
                    <a:pt x="355250" y="49474"/>
                  </a:moveTo>
                  <a:lnTo>
                    <a:pt x="324358" y="46518"/>
                  </a:lnTo>
                  <a:lnTo>
                    <a:pt x="325833" y="31037"/>
                  </a:lnTo>
                  <a:lnTo>
                    <a:pt x="356724" y="33993"/>
                  </a:lnTo>
                  <a:lnTo>
                    <a:pt x="355250" y="49474"/>
                  </a:lnTo>
                  <a:close/>
                </a:path>
                <a:path w="574040" h="70485">
                  <a:moveTo>
                    <a:pt x="401587" y="53908"/>
                  </a:moveTo>
                  <a:lnTo>
                    <a:pt x="370695" y="50952"/>
                  </a:lnTo>
                  <a:lnTo>
                    <a:pt x="372170" y="35471"/>
                  </a:lnTo>
                  <a:lnTo>
                    <a:pt x="403061" y="38427"/>
                  </a:lnTo>
                  <a:lnTo>
                    <a:pt x="401587" y="53908"/>
                  </a:lnTo>
                  <a:close/>
                </a:path>
                <a:path w="574040" h="70485">
                  <a:moveTo>
                    <a:pt x="447924" y="58342"/>
                  </a:moveTo>
                  <a:lnTo>
                    <a:pt x="417032" y="55386"/>
                  </a:lnTo>
                  <a:lnTo>
                    <a:pt x="418507" y="39905"/>
                  </a:lnTo>
                  <a:lnTo>
                    <a:pt x="449398" y="42861"/>
                  </a:lnTo>
                  <a:lnTo>
                    <a:pt x="447924" y="58342"/>
                  </a:lnTo>
                  <a:close/>
                </a:path>
                <a:path w="574040" h="70485">
                  <a:moveTo>
                    <a:pt x="494261" y="62776"/>
                  </a:moveTo>
                  <a:lnTo>
                    <a:pt x="463369" y="59820"/>
                  </a:lnTo>
                  <a:lnTo>
                    <a:pt x="464844" y="44339"/>
                  </a:lnTo>
                  <a:lnTo>
                    <a:pt x="495735" y="47295"/>
                  </a:lnTo>
                  <a:lnTo>
                    <a:pt x="494261" y="62776"/>
                  </a:lnTo>
                  <a:close/>
                </a:path>
                <a:path w="574040" h="70485">
                  <a:moveTo>
                    <a:pt x="540598" y="67210"/>
                  </a:moveTo>
                  <a:lnTo>
                    <a:pt x="509706" y="64254"/>
                  </a:lnTo>
                  <a:lnTo>
                    <a:pt x="511181" y="48773"/>
                  </a:lnTo>
                  <a:lnTo>
                    <a:pt x="542072" y="51729"/>
                  </a:lnTo>
                  <a:lnTo>
                    <a:pt x="540598" y="67210"/>
                  </a:lnTo>
                  <a:close/>
                </a:path>
                <a:path w="574040" h="70485">
                  <a:moveTo>
                    <a:pt x="571957" y="70210"/>
                  </a:moveTo>
                  <a:lnTo>
                    <a:pt x="556043" y="68688"/>
                  </a:lnTo>
                  <a:lnTo>
                    <a:pt x="557518" y="53207"/>
                  </a:lnTo>
                  <a:lnTo>
                    <a:pt x="573432" y="54730"/>
                  </a:lnTo>
                  <a:lnTo>
                    <a:pt x="571957" y="702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18461" y="3975946"/>
              <a:ext cx="104809" cy="7463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624187" y="2818751"/>
              <a:ext cx="616585" cy="1016635"/>
            </a:xfrm>
            <a:custGeom>
              <a:avLst/>
              <a:gdLst/>
              <a:ahLst/>
              <a:cxnLst/>
              <a:rect l="l" t="t" r="r" b="b"/>
              <a:pathLst>
                <a:path w="616584" h="1016635">
                  <a:moveTo>
                    <a:pt x="602903" y="1016586"/>
                  </a:moveTo>
                  <a:lnTo>
                    <a:pt x="586954" y="989906"/>
                  </a:lnTo>
                  <a:lnTo>
                    <a:pt x="600264" y="981914"/>
                  </a:lnTo>
                  <a:lnTo>
                    <a:pt x="616213" y="1008594"/>
                  </a:lnTo>
                  <a:lnTo>
                    <a:pt x="602903" y="1016586"/>
                  </a:lnTo>
                  <a:close/>
                </a:path>
                <a:path w="616584" h="1016635">
                  <a:moveTo>
                    <a:pt x="578980" y="976566"/>
                  </a:moveTo>
                  <a:lnTo>
                    <a:pt x="563032" y="949886"/>
                  </a:lnTo>
                  <a:lnTo>
                    <a:pt x="576342" y="941894"/>
                  </a:lnTo>
                  <a:lnTo>
                    <a:pt x="592290" y="968574"/>
                  </a:lnTo>
                  <a:lnTo>
                    <a:pt x="578980" y="976566"/>
                  </a:lnTo>
                  <a:close/>
                </a:path>
                <a:path w="616584" h="1016635">
                  <a:moveTo>
                    <a:pt x="555058" y="936546"/>
                  </a:moveTo>
                  <a:lnTo>
                    <a:pt x="539109" y="909866"/>
                  </a:lnTo>
                  <a:lnTo>
                    <a:pt x="552419" y="901874"/>
                  </a:lnTo>
                  <a:lnTo>
                    <a:pt x="568367" y="928554"/>
                  </a:lnTo>
                  <a:lnTo>
                    <a:pt x="555058" y="936546"/>
                  </a:lnTo>
                  <a:close/>
                </a:path>
                <a:path w="616584" h="1016635">
                  <a:moveTo>
                    <a:pt x="531135" y="896526"/>
                  </a:moveTo>
                  <a:lnTo>
                    <a:pt x="515186" y="869846"/>
                  </a:lnTo>
                  <a:lnTo>
                    <a:pt x="528496" y="861853"/>
                  </a:lnTo>
                  <a:lnTo>
                    <a:pt x="544445" y="888534"/>
                  </a:lnTo>
                  <a:lnTo>
                    <a:pt x="531135" y="896526"/>
                  </a:lnTo>
                  <a:close/>
                </a:path>
                <a:path w="616584" h="1016635">
                  <a:moveTo>
                    <a:pt x="507212" y="856506"/>
                  </a:moveTo>
                  <a:lnTo>
                    <a:pt x="491264" y="829825"/>
                  </a:lnTo>
                  <a:lnTo>
                    <a:pt x="504573" y="821833"/>
                  </a:lnTo>
                  <a:lnTo>
                    <a:pt x="520522" y="848513"/>
                  </a:lnTo>
                  <a:lnTo>
                    <a:pt x="507212" y="856506"/>
                  </a:lnTo>
                  <a:close/>
                </a:path>
                <a:path w="616584" h="1016635">
                  <a:moveTo>
                    <a:pt x="483289" y="816485"/>
                  </a:moveTo>
                  <a:lnTo>
                    <a:pt x="467341" y="789805"/>
                  </a:lnTo>
                  <a:lnTo>
                    <a:pt x="480651" y="781813"/>
                  </a:lnTo>
                  <a:lnTo>
                    <a:pt x="496599" y="808493"/>
                  </a:lnTo>
                  <a:lnTo>
                    <a:pt x="483289" y="816485"/>
                  </a:lnTo>
                  <a:close/>
                </a:path>
                <a:path w="616584" h="1016635">
                  <a:moveTo>
                    <a:pt x="459367" y="776465"/>
                  </a:moveTo>
                  <a:lnTo>
                    <a:pt x="443418" y="749785"/>
                  </a:lnTo>
                  <a:lnTo>
                    <a:pt x="456728" y="741793"/>
                  </a:lnTo>
                  <a:lnTo>
                    <a:pt x="472676" y="768473"/>
                  </a:lnTo>
                  <a:lnTo>
                    <a:pt x="459367" y="776465"/>
                  </a:lnTo>
                  <a:close/>
                </a:path>
                <a:path w="616584" h="1016635">
                  <a:moveTo>
                    <a:pt x="435444" y="736445"/>
                  </a:moveTo>
                  <a:lnTo>
                    <a:pt x="419495" y="709765"/>
                  </a:lnTo>
                  <a:lnTo>
                    <a:pt x="432805" y="701772"/>
                  </a:lnTo>
                  <a:lnTo>
                    <a:pt x="448754" y="728453"/>
                  </a:lnTo>
                  <a:lnTo>
                    <a:pt x="435444" y="736445"/>
                  </a:lnTo>
                  <a:close/>
                </a:path>
                <a:path w="616584" h="1016635">
                  <a:moveTo>
                    <a:pt x="411521" y="696425"/>
                  </a:moveTo>
                  <a:lnTo>
                    <a:pt x="395573" y="669745"/>
                  </a:lnTo>
                  <a:lnTo>
                    <a:pt x="408883" y="661752"/>
                  </a:lnTo>
                  <a:lnTo>
                    <a:pt x="424831" y="688432"/>
                  </a:lnTo>
                  <a:lnTo>
                    <a:pt x="411521" y="696425"/>
                  </a:lnTo>
                  <a:close/>
                </a:path>
                <a:path w="616584" h="1016635">
                  <a:moveTo>
                    <a:pt x="387598" y="656405"/>
                  </a:moveTo>
                  <a:lnTo>
                    <a:pt x="371650" y="629724"/>
                  </a:lnTo>
                  <a:lnTo>
                    <a:pt x="384960" y="621732"/>
                  </a:lnTo>
                  <a:lnTo>
                    <a:pt x="400908" y="648412"/>
                  </a:lnTo>
                  <a:lnTo>
                    <a:pt x="387598" y="656405"/>
                  </a:lnTo>
                  <a:close/>
                </a:path>
                <a:path w="616584" h="1016635">
                  <a:moveTo>
                    <a:pt x="363676" y="616384"/>
                  </a:moveTo>
                  <a:lnTo>
                    <a:pt x="347727" y="589704"/>
                  </a:lnTo>
                  <a:lnTo>
                    <a:pt x="361037" y="581712"/>
                  </a:lnTo>
                  <a:lnTo>
                    <a:pt x="376986" y="608392"/>
                  </a:lnTo>
                  <a:lnTo>
                    <a:pt x="363676" y="616384"/>
                  </a:lnTo>
                  <a:close/>
                </a:path>
                <a:path w="616584" h="1016635">
                  <a:moveTo>
                    <a:pt x="339753" y="576364"/>
                  </a:moveTo>
                  <a:lnTo>
                    <a:pt x="323805" y="549684"/>
                  </a:lnTo>
                  <a:lnTo>
                    <a:pt x="337114" y="541692"/>
                  </a:lnTo>
                  <a:lnTo>
                    <a:pt x="353063" y="568372"/>
                  </a:lnTo>
                  <a:lnTo>
                    <a:pt x="339753" y="576364"/>
                  </a:lnTo>
                  <a:close/>
                </a:path>
                <a:path w="616584" h="1016635">
                  <a:moveTo>
                    <a:pt x="315830" y="536344"/>
                  </a:moveTo>
                  <a:lnTo>
                    <a:pt x="299882" y="509664"/>
                  </a:lnTo>
                  <a:lnTo>
                    <a:pt x="313192" y="501672"/>
                  </a:lnTo>
                  <a:lnTo>
                    <a:pt x="329140" y="528352"/>
                  </a:lnTo>
                  <a:lnTo>
                    <a:pt x="315830" y="536344"/>
                  </a:lnTo>
                  <a:close/>
                </a:path>
                <a:path w="616584" h="1016635">
                  <a:moveTo>
                    <a:pt x="291908" y="496324"/>
                  </a:moveTo>
                  <a:lnTo>
                    <a:pt x="275959" y="469643"/>
                  </a:lnTo>
                  <a:lnTo>
                    <a:pt x="289269" y="461651"/>
                  </a:lnTo>
                  <a:lnTo>
                    <a:pt x="305217" y="488331"/>
                  </a:lnTo>
                  <a:lnTo>
                    <a:pt x="291908" y="496324"/>
                  </a:lnTo>
                  <a:close/>
                </a:path>
                <a:path w="616584" h="1016635">
                  <a:moveTo>
                    <a:pt x="267985" y="456303"/>
                  </a:moveTo>
                  <a:lnTo>
                    <a:pt x="252036" y="429623"/>
                  </a:lnTo>
                  <a:lnTo>
                    <a:pt x="265346" y="421631"/>
                  </a:lnTo>
                  <a:lnTo>
                    <a:pt x="281295" y="448311"/>
                  </a:lnTo>
                  <a:lnTo>
                    <a:pt x="267985" y="456303"/>
                  </a:lnTo>
                  <a:close/>
                </a:path>
                <a:path w="616584" h="1016635">
                  <a:moveTo>
                    <a:pt x="244062" y="416283"/>
                  </a:moveTo>
                  <a:lnTo>
                    <a:pt x="228114" y="389603"/>
                  </a:lnTo>
                  <a:lnTo>
                    <a:pt x="241424" y="381611"/>
                  </a:lnTo>
                  <a:lnTo>
                    <a:pt x="257372" y="408291"/>
                  </a:lnTo>
                  <a:lnTo>
                    <a:pt x="244062" y="416283"/>
                  </a:lnTo>
                  <a:close/>
                </a:path>
                <a:path w="616584" h="1016635">
                  <a:moveTo>
                    <a:pt x="220139" y="376263"/>
                  </a:moveTo>
                  <a:lnTo>
                    <a:pt x="204191" y="349583"/>
                  </a:lnTo>
                  <a:lnTo>
                    <a:pt x="217501" y="341591"/>
                  </a:lnTo>
                  <a:lnTo>
                    <a:pt x="233449" y="368271"/>
                  </a:lnTo>
                  <a:lnTo>
                    <a:pt x="220139" y="376263"/>
                  </a:lnTo>
                  <a:close/>
                </a:path>
                <a:path w="616584" h="1016635">
                  <a:moveTo>
                    <a:pt x="196217" y="336243"/>
                  </a:moveTo>
                  <a:lnTo>
                    <a:pt x="180268" y="309563"/>
                  </a:lnTo>
                  <a:lnTo>
                    <a:pt x="193578" y="301570"/>
                  </a:lnTo>
                  <a:lnTo>
                    <a:pt x="209527" y="328251"/>
                  </a:lnTo>
                  <a:lnTo>
                    <a:pt x="196217" y="336243"/>
                  </a:lnTo>
                  <a:close/>
                </a:path>
                <a:path w="616584" h="1016635">
                  <a:moveTo>
                    <a:pt x="172294" y="296223"/>
                  </a:moveTo>
                  <a:lnTo>
                    <a:pt x="156346" y="269542"/>
                  </a:lnTo>
                  <a:lnTo>
                    <a:pt x="169655" y="261550"/>
                  </a:lnTo>
                  <a:lnTo>
                    <a:pt x="185604" y="288230"/>
                  </a:lnTo>
                  <a:lnTo>
                    <a:pt x="172294" y="296223"/>
                  </a:lnTo>
                  <a:close/>
                </a:path>
                <a:path w="616584" h="1016635">
                  <a:moveTo>
                    <a:pt x="148371" y="256202"/>
                  </a:moveTo>
                  <a:lnTo>
                    <a:pt x="132423" y="229522"/>
                  </a:lnTo>
                  <a:lnTo>
                    <a:pt x="145733" y="221530"/>
                  </a:lnTo>
                  <a:lnTo>
                    <a:pt x="161681" y="248210"/>
                  </a:lnTo>
                  <a:lnTo>
                    <a:pt x="148371" y="256202"/>
                  </a:lnTo>
                  <a:close/>
                </a:path>
                <a:path w="616584" h="1016635">
                  <a:moveTo>
                    <a:pt x="124449" y="216182"/>
                  </a:moveTo>
                  <a:lnTo>
                    <a:pt x="108500" y="189502"/>
                  </a:lnTo>
                  <a:lnTo>
                    <a:pt x="121810" y="181510"/>
                  </a:lnTo>
                  <a:lnTo>
                    <a:pt x="137758" y="208190"/>
                  </a:lnTo>
                  <a:lnTo>
                    <a:pt x="124449" y="216182"/>
                  </a:lnTo>
                  <a:close/>
                </a:path>
                <a:path w="616584" h="1016635">
                  <a:moveTo>
                    <a:pt x="100526" y="176162"/>
                  </a:moveTo>
                  <a:lnTo>
                    <a:pt x="84577" y="149482"/>
                  </a:lnTo>
                  <a:lnTo>
                    <a:pt x="97887" y="141489"/>
                  </a:lnTo>
                  <a:lnTo>
                    <a:pt x="113836" y="168170"/>
                  </a:lnTo>
                  <a:lnTo>
                    <a:pt x="100526" y="176162"/>
                  </a:lnTo>
                  <a:close/>
                </a:path>
                <a:path w="616584" h="1016635">
                  <a:moveTo>
                    <a:pt x="76603" y="136142"/>
                  </a:moveTo>
                  <a:lnTo>
                    <a:pt x="60655" y="109462"/>
                  </a:lnTo>
                  <a:lnTo>
                    <a:pt x="73964" y="101469"/>
                  </a:lnTo>
                  <a:lnTo>
                    <a:pt x="89913" y="128149"/>
                  </a:lnTo>
                  <a:lnTo>
                    <a:pt x="76603" y="136142"/>
                  </a:lnTo>
                  <a:close/>
                </a:path>
                <a:path w="616584" h="1016635">
                  <a:moveTo>
                    <a:pt x="52680" y="96121"/>
                  </a:moveTo>
                  <a:lnTo>
                    <a:pt x="36732" y="69441"/>
                  </a:lnTo>
                  <a:lnTo>
                    <a:pt x="50042" y="61449"/>
                  </a:lnTo>
                  <a:lnTo>
                    <a:pt x="65990" y="88129"/>
                  </a:lnTo>
                  <a:lnTo>
                    <a:pt x="52680" y="96121"/>
                  </a:lnTo>
                  <a:close/>
                </a:path>
                <a:path w="616584" h="1016635">
                  <a:moveTo>
                    <a:pt x="28758" y="56101"/>
                  </a:moveTo>
                  <a:lnTo>
                    <a:pt x="12809" y="29421"/>
                  </a:lnTo>
                  <a:lnTo>
                    <a:pt x="26119" y="21429"/>
                  </a:lnTo>
                  <a:lnTo>
                    <a:pt x="42068" y="48109"/>
                  </a:lnTo>
                  <a:lnTo>
                    <a:pt x="28758" y="56101"/>
                  </a:lnTo>
                  <a:close/>
                </a:path>
                <a:path w="616584" h="1016635">
                  <a:moveTo>
                    <a:pt x="4835" y="16081"/>
                  </a:moveTo>
                  <a:lnTo>
                    <a:pt x="0" y="7992"/>
                  </a:lnTo>
                  <a:lnTo>
                    <a:pt x="13309" y="0"/>
                  </a:lnTo>
                  <a:lnTo>
                    <a:pt x="18087" y="7992"/>
                  </a:lnTo>
                  <a:lnTo>
                    <a:pt x="18307" y="7992"/>
                  </a:lnTo>
                  <a:lnTo>
                    <a:pt x="4835" y="160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60074" y="3742215"/>
              <a:ext cx="84360" cy="10671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8635418" y="3102408"/>
              <a:ext cx="523240" cy="355600"/>
            </a:xfrm>
            <a:custGeom>
              <a:avLst/>
              <a:gdLst/>
              <a:ahLst/>
              <a:cxnLst/>
              <a:rect l="l" t="t" r="r" b="b"/>
              <a:pathLst>
                <a:path w="523240" h="355600">
                  <a:moveTo>
                    <a:pt x="496967" y="30157"/>
                  </a:moveTo>
                  <a:lnTo>
                    <a:pt x="488386" y="17200"/>
                  </a:lnTo>
                  <a:lnTo>
                    <a:pt x="514241" y="0"/>
                  </a:lnTo>
                  <a:lnTo>
                    <a:pt x="522822" y="12956"/>
                  </a:lnTo>
                  <a:lnTo>
                    <a:pt x="496967" y="30157"/>
                  </a:lnTo>
                  <a:close/>
                </a:path>
                <a:path w="523240" h="355600">
                  <a:moveTo>
                    <a:pt x="458186" y="55958"/>
                  </a:moveTo>
                  <a:lnTo>
                    <a:pt x="449605" y="43001"/>
                  </a:lnTo>
                  <a:lnTo>
                    <a:pt x="475459" y="25800"/>
                  </a:lnTo>
                  <a:lnTo>
                    <a:pt x="484040" y="38757"/>
                  </a:lnTo>
                  <a:lnTo>
                    <a:pt x="458186" y="55958"/>
                  </a:lnTo>
                  <a:close/>
                </a:path>
                <a:path w="523240" h="355600">
                  <a:moveTo>
                    <a:pt x="419405" y="81759"/>
                  </a:moveTo>
                  <a:lnTo>
                    <a:pt x="410824" y="68802"/>
                  </a:lnTo>
                  <a:lnTo>
                    <a:pt x="436678" y="51602"/>
                  </a:lnTo>
                  <a:lnTo>
                    <a:pt x="445259" y="64558"/>
                  </a:lnTo>
                  <a:lnTo>
                    <a:pt x="419405" y="81759"/>
                  </a:lnTo>
                  <a:close/>
                </a:path>
                <a:path w="523240" h="355600">
                  <a:moveTo>
                    <a:pt x="380623" y="107560"/>
                  </a:moveTo>
                  <a:lnTo>
                    <a:pt x="372042" y="94604"/>
                  </a:lnTo>
                  <a:lnTo>
                    <a:pt x="397897" y="77403"/>
                  </a:lnTo>
                  <a:lnTo>
                    <a:pt x="406477" y="90359"/>
                  </a:lnTo>
                  <a:lnTo>
                    <a:pt x="380623" y="107560"/>
                  </a:lnTo>
                  <a:close/>
                </a:path>
                <a:path w="523240" h="355600">
                  <a:moveTo>
                    <a:pt x="341842" y="133361"/>
                  </a:moveTo>
                  <a:lnTo>
                    <a:pt x="333261" y="120404"/>
                  </a:lnTo>
                  <a:lnTo>
                    <a:pt x="359115" y="103204"/>
                  </a:lnTo>
                  <a:lnTo>
                    <a:pt x="367696" y="116160"/>
                  </a:lnTo>
                  <a:lnTo>
                    <a:pt x="341842" y="133361"/>
                  </a:lnTo>
                  <a:close/>
                </a:path>
                <a:path w="523240" h="355600">
                  <a:moveTo>
                    <a:pt x="303060" y="159162"/>
                  </a:moveTo>
                  <a:lnTo>
                    <a:pt x="294480" y="146206"/>
                  </a:lnTo>
                  <a:lnTo>
                    <a:pt x="320334" y="129005"/>
                  </a:lnTo>
                  <a:lnTo>
                    <a:pt x="328915" y="141961"/>
                  </a:lnTo>
                  <a:lnTo>
                    <a:pt x="303060" y="159162"/>
                  </a:lnTo>
                  <a:close/>
                </a:path>
                <a:path w="523240" h="355600">
                  <a:moveTo>
                    <a:pt x="264279" y="184963"/>
                  </a:moveTo>
                  <a:lnTo>
                    <a:pt x="255698" y="172007"/>
                  </a:lnTo>
                  <a:lnTo>
                    <a:pt x="281552" y="154806"/>
                  </a:lnTo>
                  <a:lnTo>
                    <a:pt x="290133" y="167762"/>
                  </a:lnTo>
                  <a:lnTo>
                    <a:pt x="264279" y="184963"/>
                  </a:lnTo>
                  <a:close/>
                </a:path>
                <a:path w="523240" h="355600">
                  <a:moveTo>
                    <a:pt x="225498" y="210764"/>
                  </a:moveTo>
                  <a:lnTo>
                    <a:pt x="216917" y="197808"/>
                  </a:lnTo>
                  <a:lnTo>
                    <a:pt x="242771" y="180607"/>
                  </a:lnTo>
                  <a:lnTo>
                    <a:pt x="251352" y="193564"/>
                  </a:lnTo>
                  <a:lnTo>
                    <a:pt x="225498" y="210764"/>
                  </a:lnTo>
                  <a:close/>
                </a:path>
                <a:path w="523240" h="355600">
                  <a:moveTo>
                    <a:pt x="186716" y="236565"/>
                  </a:moveTo>
                  <a:lnTo>
                    <a:pt x="178135" y="223609"/>
                  </a:lnTo>
                  <a:lnTo>
                    <a:pt x="203990" y="206408"/>
                  </a:lnTo>
                  <a:lnTo>
                    <a:pt x="212571" y="219365"/>
                  </a:lnTo>
                  <a:lnTo>
                    <a:pt x="186716" y="236565"/>
                  </a:lnTo>
                  <a:close/>
                </a:path>
                <a:path w="523240" h="355600">
                  <a:moveTo>
                    <a:pt x="147935" y="262366"/>
                  </a:moveTo>
                  <a:lnTo>
                    <a:pt x="139354" y="249410"/>
                  </a:lnTo>
                  <a:lnTo>
                    <a:pt x="165208" y="232209"/>
                  </a:lnTo>
                  <a:lnTo>
                    <a:pt x="173789" y="245166"/>
                  </a:lnTo>
                  <a:lnTo>
                    <a:pt x="147935" y="262366"/>
                  </a:lnTo>
                  <a:close/>
                </a:path>
                <a:path w="523240" h="355600">
                  <a:moveTo>
                    <a:pt x="109154" y="288167"/>
                  </a:moveTo>
                  <a:lnTo>
                    <a:pt x="100573" y="275211"/>
                  </a:lnTo>
                  <a:lnTo>
                    <a:pt x="126427" y="258010"/>
                  </a:lnTo>
                  <a:lnTo>
                    <a:pt x="135008" y="270967"/>
                  </a:lnTo>
                  <a:lnTo>
                    <a:pt x="109154" y="288167"/>
                  </a:lnTo>
                  <a:close/>
                </a:path>
                <a:path w="523240" h="355600">
                  <a:moveTo>
                    <a:pt x="70372" y="313969"/>
                  </a:moveTo>
                  <a:lnTo>
                    <a:pt x="61791" y="301012"/>
                  </a:lnTo>
                  <a:lnTo>
                    <a:pt x="87646" y="283811"/>
                  </a:lnTo>
                  <a:lnTo>
                    <a:pt x="96226" y="296768"/>
                  </a:lnTo>
                  <a:lnTo>
                    <a:pt x="70372" y="313969"/>
                  </a:lnTo>
                  <a:close/>
                </a:path>
                <a:path w="523240" h="355600">
                  <a:moveTo>
                    <a:pt x="31591" y="339770"/>
                  </a:moveTo>
                  <a:lnTo>
                    <a:pt x="23010" y="326813"/>
                  </a:lnTo>
                  <a:lnTo>
                    <a:pt x="48864" y="309612"/>
                  </a:lnTo>
                  <a:lnTo>
                    <a:pt x="57445" y="322569"/>
                  </a:lnTo>
                  <a:lnTo>
                    <a:pt x="31591" y="339770"/>
                  </a:lnTo>
                  <a:close/>
                </a:path>
                <a:path w="523240" h="355600">
                  <a:moveTo>
                    <a:pt x="8580" y="355078"/>
                  </a:moveTo>
                  <a:lnTo>
                    <a:pt x="0" y="342122"/>
                  </a:lnTo>
                  <a:lnTo>
                    <a:pt x="10083" y="335413"/>
                  </a:lnTo>
                  <a:lnTo>
                    <a:pt x="18664" y="348370"/>
                  </a:lnTo>
                  <a:lnTo>
                    <a:pt x="8580" y="3550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65558" y="3097372"/>
              <a:ext cx="105429" cy="8761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174479" y="3813047"/>
              <a:ext cx="472439" cy="46634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02526" y="4180875"/>
              <a:ext cx="418591" cy="5691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02526" y="3829800"/>
              <a:ext cx="418622" cy="36518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59644" y="4004402"/>
              <a:ext cx="104562" cy="7038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258262" y="3860722"/>
              <a:ext cx="168219" cy="92908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576778" y="4156972"/>
              <a:ext cx="30075" cy="2260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216821" y="4156972"/>
              <a:ext cx="30075" cy="2260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562615" y="3965179"/>
              <a:ext cx="27409" cy="1887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233650" y="3965179"/>
              <a:ext cx="27409" cy="1887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552926" y="3833887"/>
              <a:ext cx="25586" cy="1652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245155" y="3833887"/>
              <a:ext cx="25594" cy="16521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9283841" y="3835930"/>
              <a:ext cx="150495" cy="20320"/>
            </a:xfrm>
            <a:custGeom>
              <a:avLst/>
              <a:gdLst/>
              <a:ahLst/>
              <a:cxnLst/>
              <a:rect l="l" t="t" r="r" b="b"/>
              <a:pathLst>
                <a:path w="150495" h="20320">
                  <a:moveTo>
                    <a:pt x="147770" y="20065"/>
                  </a:moveTo>
                  <a:lnTo>
                    <a:pt x="2713" y="20065"/>
                  </a:lnTo>
                  <a:lnTo>
                    <a:pt x="1745" y="19723"/>
                  </a:lnTo>
                  <a:lnTo>
                    <a:pt x="359" y="18517"/>
                  </a:lnTo>
                  <a:lnTo>
                    <a:pt x="0" y="17709"/>
                  </a:lnTo>
                  <a:lnTo>
                    <a:pt x="1301" y="1223"/>
                  </a:lnTo>
                  <a:lnTo>
                    <a:pt x="2904" y="0"/>
                  </a:lnTo>
                  <a:lnTo>
                    <a:pt x="4837" y="0"/>
                  </a:lnTo>
                  <a:lnTo>
                    <a:pt x="148639" y="0"/>
                  </a:lnTo>
                  <a:lnTo>
                    <a:pt x="150271" y="1323"/>
                  </a:lnTo>
                  <a:lnTo>
                    <a:pt x="150469" y="17845"/>
                  </a:lnTo>
                  <a:lnTo>
                    <a:pt x="150088" y="18613"/>
                  </a:lnTo>
                  <a:lnTo>
                    <a:pt x="148705" y="19745"/>
                  </a:lnTo>
                  <a:lnTo>
                    <a:pt x="147770" y="20065"/>
                  </a:lnTo>
                  <a:close/>
                </a:path>
              </a:pathLst>
            </a:custGeom>
            <a:solidFill>
              <a:srgbClr val="BABA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287571" y="3836375"/>
              <a:ext cx="143065" cy="17326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9311246" y="3846410"/>
              <a:ext cx="98425" cy="3175"/>
            </a:xfrm>
            <a:custGeom>
              <a:avLst/>
              <a:gdLst/>
              <a:ahLst/>
              <a:cxnLst/>
              <a:rect l="l" t="t" r="r" b="b"/>
              <a:pathLst>
                <a:path w="98425" h="3175">
                  <a:moveTo>
                    <a:pt x="11277" y="50"/>
                  </a:moveTo>
                  <a:lnTo>
                    <a:pt x="9918" y="50"/>
                  </a:lnTo>
                  <a:lnTo>
                    <a:pt x="9448" y="1778"/>
                  </a:lnTo>
                  <a:lnTo>
                    <a:pt x="9334" y="2273"/>
                  </a:lnTo>
                  <a:lnTo>
                    <a:pt x="9283" y="2654"/>
                  </a:lnTo>
                  <a:lnTo>
                    <a:pt x="8966" y="2298"/>
                  </a:lnTo>
                  <a:lnTo>
                    <a:pt x="8547" y="1917"/>
                  </a:lnTo>
                  <a:lnTo>
                    <a:pt x="6311" y="63"/>
                  </a:lnTo>
                  <a:lnTo>
                    <a:pt x="5232" y="63"/>
                  </a:lnTo>
                  <a:lnTo>
                    <a:pt x="2628" y="1930"/>
                  </a:lnTo>
                  <a:lnTo>
                    <a:pt x="1752" y="2654"/>
                  </a:lnTo>
                  <a:lnTo>
                    <a:pt x="1739" y="2273"/>
                  </a:lnTo>
                  <a:lnTo>
                    <a:pt x="1600" y="1358"/>
                  </a:lnTo>
                  <a:lnTo>
                    <a:pt x="1409" y="50"/>
                  </a:lnTo>
                  <a:lnTo>
                    <a:pt x="0" y="50"/>
                  </a:lnTo>
                  <a:lnTo>
                    <a:pt x="533" y="3035"/>
                  </a:lnTo>
                  <a:lnTo>
                    <a:pt x="2362" y="3035"/>
                  </a:lnTo>
                  <a:lnTo>
                    <a:pt x="4394" y="1587"/>
                  </a:lnTo>
                  <a:lnTo>
                    <a:pt x="5321" y="876"/>
                  </a:lnTo>
                  <a:lnTo>
                    <a:pt x="5626" y="584"/>
                  </a:lnTo>
                  <a:lnTo>
                    <a:pt x="5943" y="889"/>
                  </a:lnTo>
                  <a:lnTo>
                    <a:pt x="6286" y="1219"/>
                  </a:lnTo>
                  <a:lnTo>
                    <a:pt x="8547" y="3035"/>
                  </a:lnTo>
                  <a:lnTo>
                    <a:pt x="10375" y="3035"/>
                  </a:lnTo>
                  <a:lnTo>
                    <a:pt x="11277" y="50"/>
                  </a:lnTo>
                  <a:close/>
                </a:path>
                <a:path w="98425" h="3175">
                  <a:moveTo>
                    <a:pt x="19710" y="50"/>
                  </a:moveTo>
                  <a:lnTo>
                    <a:pt x="18288" y="50"/>
                  </a:lnTo>
                  <a:lnTo>
                    <a:pt x="18237" y="1244"/>
                  </a:lnTo>
                  <a:lnTo>
                    <a:pt x="18224" y="1524"/>
                  </a:lnTo>
                  <a:lnTo>
                    <a:pt x="18211" y="1701"/>
                  </a:lnTo>
                  <a:lnTo>
                    <a:pt x="14490" y="1701"/>
                  </a:lnTo>
                  <a:lnTo>
                    <a:pt x="15303" y="1524"/>
                  </a:lnTo>
                  <a:lnTo>
                    <a:pt x="18224" y="1524"/>
                  </a:lnTo>
                  <a:lnTo>
                    <a:pt x="18224" y="1244"/>
                  </a:lnTo>
                  <a:lnTo>
                    <a:pt x="14744" y="1244"/>
                  </a:lnTo>
                  <a:lnTo>
                    <a:pt x="13106" y="1701"/>
                  </a:lnTo>
                  <a:lnTo>
                    <a:pt x="14262" y="1701"/>
                  </a:lnTo>
                  <a:lnTo>
                    <a:pt x="14249" y="1917"/>
                  </a:lnTo>
                  <a:lnTo>
                    <a:pt x="18199" y="1917"/>
                  </a:lnTo>
                  <a:lnTo>
                    <a:pt x="18173" y="2451"/>
                  </a:lnTo>
                  <a:lnTo>
                    <a:pt x="14224" y="2451"/>
                  </a:lnTo>
                  <a:lnTo>
                    <a:pt x="14249" y="1917"/>
                  </a:lnTo>
                  <a:lnTo>
                    <a:pt x="12801" y="1917"/>
                  </a:lnTo>
                  <a:lnTo>
                    <a:pt x="12776" y="2451"/>
                  </a:lnTo>
                  <a:lnTo>
                    <a:pt x="12242" y="2451"/>
                  </a:lnTo>
                  <a:lnTo>
                    <a:pt x="14401" y="2971"/>
                  </a:lnTo>
                  <a:lnTo>
                    <a:pt x="18161" y="2971"/>
                  </a:lnTo>
                  <a:lnTo>
                    <a:pt x="19583" y="2971"/>
                  </a:lnTo>
                  <a:lnTo>
                    <a:pt x="19646" y="1524"/>
                  </a:lnTo>
                  <a:lnTo>
                    <a:pt x="19710" y="50"/>
                  </a:lnTo>
                  <a:close/>
                </a:path>
                <a:path w="98425" h="3175">
                  <a:moveTo>
                    <a:pt x="23812" y="1168"/>
                  </a:moveTo>
                  <a:lnTo>
                    <a:pt x="23215" y="393"/>
                  </a:lnTo>
                  <a:lnTo>
                    <a:pt x="22898" y="50"/>
                  </a:lnTo>
                  <a:lnTo>
                    <a:pt x="21437" y="50"/>
                  </a:lnTo>
                  <a:lnTo>
                    <a:pt x="22402" y="1168"/>
                  </a:lnTo>
                  <a:lnTo>
                    <a:pt x="23812" y="1168"/>
                  </a:lnTo>
                  <a:close/>
                </a:path>
                <a:path w="98425" h="3175">
                  <a:moveTo>
                    <a:pt x="28460" y="1854"/>
                  </a:moveTo>
                  <a:lnTo>
                    <a:pt x="27038" y="1854"/>
                  </a:lnTo>
                  <a:lnTo>
                    <a:pt x="27012" y="2476"/>
                  </a:lnTo>
                  <a:lnTo>
                    <a:pt x="23063" y="2476"/>
                  </a:lnTo>
                  <a:lnTo>
                    <a:pt x="23088" y="1854"/>
                  </a:lnTo>
                  <a:lnTo>
                    <a:pt x="21628" y="1854"/>
                  </a:lnTo>
                  <a:lnTo>
                    <a:pt x="21602" y="2476"/>
                  </a:lnTo>
                  <a:lnTo>
                    <a:pt x="21082" y="2476"/>
                  </a:lnTo>
                  <a:lnTo>
                    <a:pt x="23152" y="2984"/>
                  </a:lnTo>
                  <a:lnTo>
                    <a:pt x="28422" y="2984"/>
                  </a:lnTo>
                  <a:lnTo>
                    <a:pt x="28460" y="1854"/>
                  </a:lnTo>
                  <a:close/>
                </a:path>
                <a:path w="98425" h="3175">
                  <a:moveTo>
                    <a:pt x="28524" y="50"/>
                  </a:moveTo>
                  <a:lnTo>
                    <a:pt x="27101" y="50"/>
                  </a:lnTo>
                  <a:lnTo>
                    <a:pt x="27051" y="1320"/>
                  </a:lnTo>
                  <a:lnTo>
                    <a:pt x="28473" y="1320"/>
                  </a:lnTo>
                  <a:lnTo>
                    <a:pt x="28460" y="1854"/>
                  </a:lnTo>
                  <a:lnTo>
                    <a:pt x="28486" y="1320"/>
                  </a:lnTo>
                  <a:lnTo>
                    <a:pt x="28486" y="1168"/>
                  </a:lnTo>
                  <a:lnTo>
                    <a:pt x="28524" y="50"/>
                  </a:lnTo>
                  <a:close/>
                </a:path>
                <a:path w="98425" h="3175">
                  <a:moveTo>
                    <a:pt x="37553" y="520"/>
                  </a:moveTo>
                  <a:lnTo>
                    <a:pt x="36944" y="292"/>
                  </a:lnTo>
                  <a:lnTo>
                    <a:pt x="36169" y="12"/>
                  </a:lnTo>
                  <a:lnTo>
                    <a:pt x="36169" y="749"/>
                  </a:lnTo>
                  <a:lnTo>
                    <a:pt x="36080" y="2209"/>
                  </a:lnTo>
                  <a:lnTo>
                    <a:pt x="35217" y="2679"/>
                  </a:lnTo>
                  <a:lnTo>
                    <a:pt x="32385" y="2679"/>
                  </a:lnTo>
                  <a:lnTo>
                    <a:pt x="31750" y="2209"/>
                  </a:lnTo>
                  <a:lnTo>
                    <a:pt x="31826" y="749"/>
                  </a:lnTo>
                  <a:lnTo>
                    <a:pt x="32524" y="292"/>
                  </a:lnTo>
                  <a:lnTo>
                    <a:pt x="35331" y="292"/>
                  </a:lnTo>
                  <a:lnTo>
                    <a:pt x="36169" y="749"/>
                  </a:lnTo>
                  <a:lnTo>
                    <a:pt x="36169" y="12"/>
                  </a:lnTo>
                  <a:lnTo>
                    <a:pt x="31711" y="0"/>
                  </a:lnTo>
                  <a:lnTo>
                    <a:pt x="30378" y="520"/>
                  </a:lnTo>
                  <a:lnTo>
                    <a:pt x="30264" y="2438"/>
                  </a:lnTo>
                  <a:lnTo>
                    <a:pt x="31546" y="2971"/>
                  </a:lnTo>
                  <a:lnTo>
                    <a:pt x="35941" y="2971"/>
                  </a:lnTo>
                  <a:lnTo>
                    <a:pt x="36842" y="2679"/>
                  </a:lnTo>
                  <a:lnTo>
                    <a:pt x="37515" y="2438"/>
                  </a:lnTo>
                  <a:lnTo>
                    <a:pt x="37553" y="520"/>
                  </a:lnTo>
                  <a:close/>
                </a:path>
                <a:path w="98425" h="3175">
                  <a:moveTo>
                    <a:pt x="45961" y="520"/>
                  </a:moveTo>
                  <a:lnTo>
                    <a:pt x="45351" y="292"/>
                  </a:lnTo>
                  <a:lnTo>
                    <a:pt x="44577" y="12"/>
                  </a:lnTo>
                  <a:lnTo>
                    <a:pt x="44577" y="749"/>
                  </a:lnTo>
                  <a:lnTo>
                    <a:pt x="44513" y="2209"/>
                  </a:lnTo>
                  <a:lnTo>
                    <a:pt x="43637" y="2679"/>
                  </a:lnTo>
                  <a:lnTo>
                    <a:pt x="40817" y="2679"/>
                  </a:lnTo>
                  <a:lnTo>
                    <a:pt x="40170" y="2209"/>
                  </a:lnTo>
                  <a:lnTo>
                    <a:pt x="40233" y="749"/>
                  </a:lnTo>
                  <a:lnTo>
                    <a:pt x="40932" y="292"/>
                  </a:lnTo>
                  <a:lnTo>
                    <a:pt x="43738" y="292"/>
                  </a:lnTo>
                  <a:lnTo>
                    <a:pt x="44577" y="749"/>
                  </a:lnTo>
                  <a:lnTo>
                    <a:pt x="44577" y="12"/>
                  </a:lnTo>
                  <a:lnTo>
                    <a:pt x="40132" y="0"/>
                  </a:lnTo>
                  <a:lnTo>
                    <a:pt x="38785" y="520"/>
                  </a:lnTo>
                  <a:lnTo>
                    <a:pt x="38684" y="2438"/>
                  </a:lnTo>
                  <a:lnTo>
                    <a:pt x="39966" y="2971"/>
                  </a:lnTo>
                  <a:lnTo>
                    <a:pt x="44361" y="2971"/>
                  </a:lnTo>
                  <a:lnTo>
                    <a:pt x="45262" y="2679"/>
                  </a:lnTo>
                  <a:lnTo>
                    <a:pt x="45948" y="2438"/>
                  </a:lnTo>
                  <a:lnTo>
                    <a:pt x="45961" y="520"/>
                  </a:lnTo>
                  <a:close/>
                </a:path>
                <a:path w="98425" h="3175">
                  <a:moveTo>
                    <a:pt x="54279" y="50"/>
                  </a:moveTo>
                  <a:lnTo>
                    <a:pt x="47472" y="38"/>
                  </a:lnTo>
                  <a:lnTo>
                    <a:pt x="47459" y="368"/>
                  </a:lnTo>
                  <a:lnTo>
                    <a:pt x="52235" y="368"/>
                  </a:lnTo>
                  <a:lnTo>
                    <a:pt x="49123" y="1168"/>
                  </a:lnTo>
                  <a:lnTo>
                    <a:pt x="47688" y="1600"/>
                  </a:lnTo>
                  <a:lnTo>
                    <a:pt x="47663" y="2552"/>
                  </a:lnTo>
                  <a:lnTo>
                    <a:pt x="48615" y="2971"/>
                  </a:lnTo>
                  <a:lnTo>
                    <a:pt x="52133" y="2971"/>
                  </a:lnTo>
                  <a:lnTo>
                    <a:pt x="53213" y="2844"/>
                  </a:lnTo>
                  <a:lnTo>
                    <a:pt x="53936" y="2679"/>
                  </a:lnTo>
                  <a:lnTo>
                    <a:pt x="53479" y="2413"/>
                  </a:lnTo>
                  <a:lnTo>
                    <a:pt x="52984" y="2514"/>
                  </a:lnTo>
                  <a:lnTo>
                    <a:pt x="52171" y="2654"/>
                  </a:lnTo>
                  <a:lnTo>
                    <a:pt x="49618" y="2654"/>
                  </a:lnTo>
                  <a:lnTo>
                    <a:pt x="49110" y="2387"/>
                  </a:lnTo>
                  <a:lnTo>
                    <a:pt x="49136" y="1651"/>
                  </a:lnTo>
                  <a:lnTo>
                    <a:pt x="50393" y="1282"/>
                  </a:lnTo>
                  <a:lnTo>
                    <a:pt x="54267" y="279"/>
                  </a:lnTo>
                  <a:lnTo>
                    <a:pt x="54279" y="50"/>
                  </a:lnTo>
                  <a:close/>
                </a:path>
                <a:path w="98425" h="3175">
                  <a:moveTo>
                    <a:pt x="62433" y="2590"/>
                  </a:moveTo>
                  <a:lnTo>
                    <a:pt x="57226" y="2590"/>
                  </a:lnTo>
                  <a:lnTo>
                    <a:pt x="61887" y="38"/>
                  </a:lnTo>
                  <a:lnTo>
                    <a:pt x="60401" y="38"/>
                  </a:lnTo>
                  <a:lnTo>
                    <a:pt x="55841" y="2590"/>
                  </a:lnTo>
                  <a:lnTo>
                    <a:pt x="55702" y="2590"/>
                  </a:lnTo>
                  <a:lnTo>
                    <a:pt x="55702" y="2921"/>
                  </a:lnTo>
                  <a:lnTo>
                    <a:pt x="62433" y="2921"/>
                  </a:lnTo>
                  <a:lnTo>
                    <a:pt x="62433" y="2590"/>
                  </a:lnTo>
                  <a:close/>
                </a:path>
                <a:path w="98425" h="3175">
                  <a:moveTo>
                    <a:pt x="76581" y="50"/>
                  </a:moveTo>
                  <a:lnTo>
                    <a:pt x="75145" y="50"/>
                  </a:lnTo>
                  <a:lnTo>
                    <a:pt x="75145" y="317"/>
                  </a:lnTo>
                  <a:lnTo>
                    <a:pt x="75107" y="2705"/>
                  </a:lnTo>
                  <a:lnTo>
                    <a:pt x="70281" y="2705"/>
                  </a:lnTo>
                  <a:lnTo>
                    <a:pt x="68948" y="2311"/>
                  </a:lnTo>
                  <a:lnTo>
                    <a:pt x="68986" y="723"/>
                  </a:lnTo>
                  <a:lnTo>
                    <a:pt x="69202" y="723"/>
                  </a:lnTo>
                  <a:lnTo>
                    <a:pt x="70650" y="317"/>
                  </a:lnTo>
                  <a:lnTo>
                    <a:pt x="75145" y="317"/>
                  </a:lnTo>
                  <a:lnTo>
                    <a:pt x="75145" y="50"/>
                  </a:lnTo>
                  <a:lnTo>
                    <a:pt x="70548" y="50"/>
                  </a:lnTo>
                  <a:lnTo>
                    <a:pt x="68046" y="723"/>
                  </a:lnTo>
                  <a:lnTo>
                    <a:pt x="67462" y="1130"/>
                  </a:lnTo>
                  <a:lnTo>
                    <a:pt x="67449" y="2095"/>
                  </a:lnTo>
                  <a:lnTo>
                    <a:pt x="68021" y="2451"/>
                  </a:lnTo>
                  <a:lnTo>
                    <a:pt x="69977" y="2933"/>
                  </a:lnTo>
                  <a:lnTo>
                    <a:pt x="76555" y="2933"/>
                  </a:lnTo>
                  <a:lnTo>
                    <a:pt x="76555" y="2705"/>
                  </a:lnTo>
                  <a:lnTo>
                    <a:pt x="76581" y="317"/>
                  </a:lnTo>
                  <a:lnTo>
                    <a:pt x="76581" y="50"/>
                  </a:lnTo>
                  <a:close/>
                </a:path>
                <a:path w="98425" h="3175">
                  <a:moveTo>
                    <a:pt x="87503" y="50"/>
                  </a:moveTo>
                  <a:lnTo>
                    <a:pt x="86067" y="50"/>
                  </a:lnTo>
                  <a:lnTo>
                    <a:pt x="86067" y="317"/>
                  </a:lnTo>
                  <a:lnTo>
                    <a:pt x="86042" y="2705"/>
                  </a:lnTo>
                  <a:lnTo>
                    <a:pt x="81216" y="2705"/>
                  </a:lnTo>
                  <a:lnTo>
                    <a:pt x="79870" y="2311"/>
                  </a:lnTo>
                  <a:lnTo>
                    <a:pt x="79908" y="723"/>
                  </a:lnTo>
                  <a:lnTo>
                    <a:pt x="80137" y="723"/>
                  </a:lnTo>
                  <a:lnTo>
                    <a:pt x="81572" y="317"/>
                  </a:lnTo>
                  <a:lnTo>
                    <a:pt x="86067" y="317"/>
                  </a:lnTo>
                  <a:lnTo>
                    <a:pt x="86067" y="50"/>
                  </a:lnTo>
                  <a:lnTo>
                    <a:pt x="81470" y="50"/>
                  </a:lnTo>
                  <a:lnTo>
                    <a:pt x="78968" y="723"/>
                  </a:lnTo>
                  <a:lnTo>
                    <a:pt x="78397" y="1130"/>
                  </a:lnTo>
                  <a:lnTo>
                    <a:pt x="78384" y="2095"/>
                  </a:lnTo>
                  <a:lnTo>
                    <a:pt x="78955" y="2451"/>
                  </a:lnTo>
                  <a:lnTo>
                    <a:pt x="80911" y="2933"/>
                  </a:lnTo>
                  <a:lnTo>
                    <a:pt x="87490" y="2933"/>
                  </a:lnTo>
                  <a:lnTo>
                    <a:pt x="87490" y="2705"/>
                  </a:lnTo>
                  <a:lnTo>
                    <a:pt x="87503" y="317"/>
                  </a:lnTo>
                  <a:lnTo>
                    <a:pt x="87503" y="50"/>
                  </a:lnTo>
                  <a:close/>
                </a:path>
                <a:path w="98425" h="3175">
                  <a:moveTo>
                    <a:pt x="98196" y="50"/>
                  </a:moveTo>
                  <a:lnTo>
                    <a:pt x="96748" y="50"/>
                  </a:lnTo>
                  <a:lnTo>
                    <a:pt x="96748" y="1447"/>
                  </a:lnTo>
                  <a:lnTo>
                    <a:pt x="91401" y="1447"/>
                  </a:lnTo>
                  <a:lnTo>
                    <a:pt x="91401" y="50"/>
                  </a:lnTo>
                  <a:lnTo>
                    <a:pt x="89966" y="50"/>
                  </a:lnTo>
                  <a:lnTo>
                    <a:pt x="89954" y="3035"/>
                  </a:lnTo>
                  <a:lnTo>
                    <a:pt x="91389" y="3035"/>
                  </a:lnTo>
                  <a:lnTo>
                    <a:pt x="91401" y="1790"/>
                  </a:lnTo>
                  <a:lnTo>
                    <a:pt x="96748" y="1790"/>
                  </a:lnTo>
                  <a:lnTo>
                    <a:pt x="96748" y="3035"/>
                  </a:lnTo>
                  <a:lnTo>
                    <a:pt x="98183" y="3035"/>
                  </a:lnTo>
                  <a:lnTo>
                    <a:pt x="98196" y="50"/>
                  </a:lnTo>
                  <a:close/>
                </a:path>
              </a:pathLst>
            </a:custGeom>
            <a:solidFill>
              <a:srgbClr val="8787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558673" y="4209916"/>
              <a:ext cx="19260" cy="22053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9213887" y="4234949"/>
            <a:ext cx="35369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z="1400" spc="-20" dirty="0">
                <a:latin typeface="Times New Roman"/>
                <a:cs typeface="Times New Roman"/>
              </a:rPr>
              <a:t>Disk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213886" y="3496541"/>
            <a:ext cx="42164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z="1400" spc="-25" dirty="0">
                <a:latin typeface="Times New Roman"/>
                <a:cs typeface="Times New Roman"/>
              </a:rPr>
              <a:t>RAM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9156388" y="1887314"/>
            <a:ext cx="530225" cy="1656714"/>
            <a:chOff x="9156387" y="1886520"/>
            <a:chExt cx="530225" cy="1656714"/>
          </a:xfrm>
        </p:grpSpPr>
        <p:sp>
          <p:nvSpPr>
            <p:cNvPr id="50" name="object 50"/>
            <p:cNvSpPr/>
            <p:nvPr/>
          </p:nvSpPr>
          <p:spPr>
            <a:xfrm>
              <a:off x="9165155" y="1898044"/>
              <a:ext cx="509270" cy="1629410"/>
            </a:xfrm>
            <a:custGeom>
              <a:avLst/>
              <a:gdLst/>
              <a:ahLst/>
              <a:cxnLst/>
              <a:rect l="l" t="t" r="r" b="b"/>
              <a:pathLst>
                <a:path w="509270" h="1629410">
                  <a:moveTo>
                    <a:pt x="0" y="1277334"/>
                  </a:moveTo>
                  <a:lnTo>
                    <a:pt x="0" y="6434"/>
                  </a:lnTo>
                  <a:lnTo>
                    <a:pt x="7491" y="0"/>
                  </a:lnTo>
                  <a:lnTo>
                    <a:pt x="409357" y="0"/>
                  </a:lnTo>
                  <a:lnTo>
                    <a:pt x="411803" y="10309"/>
                  </a:lnTo>
                  <a:lnTo>
                    <a:pt x="417955" y="18711"/>
                  </a:lnTo>
                  <a:lnTo>
                    <a:pt x="426935" y="24366"/>
                  </a:lnTo>
                  <a:lnTo>
                    <a:pt x="437737" y="26413"/>
                  </a:lnTo>
                  <a:lnTo>
                    <a:pt x="437866" y="26437"/>
                  </a:lnTo>
                  <a:lnTo>
                    <a:pt x="448831" y="24344"/>
                  </a:lnTo>
                  <a:lnTo>
                    <a:pt x="457777" y="18711"/>
                  </a:lnTo>
                  <a:lnTo>
                    <a:pt x="463929" y="10309"/>
                  </a:lnTo>
                  <a:lnTo>
                    <a:pt x="466375" y="0"/>
                  </a:lnTo>
                  <a:lnTo>
                    <a:pt x="502012" y="0"/>
                  </a:lnTo>
                  <a:lnTo>
                    <a:pt x="508772" y="6434"/>
                  </a:lnTo>
                  <a:lnTo>
                    <a:pt x="508772" y="1622932"/>
                  </a:lnTo>
                  <a:lnTo>
                    <a:pt x="502012" y="1629366"/>
                  </a:lnTo>
                  <a:lnTo>
                    <a:pt x="477340" y="1629366"/>
                  </a:lnTo>
                  <a:lnTo>
                    <a:pt x="475098" y="1618808"/>
                  </a:lnTo>
                  <a:lnTo>
                    <a:pt x="468986" y="1610183"/>
                  </a:lnTo>
                  <a:lnTo>
                    <a:pt x="459924" y="1604367"/>
                  </a:lnTo>
                  <a:lnTo>
                    <a:pt x="448831" y="1602233"/>
                  </a:lnTo>
                  <a:lnTo>
                    <a:pt x="437866" y="1604342"/>
                  </a:lnTo>
                  <a:lnTo>
                    <a:pt x="437737" y="1604367"/>
                  </a:lnTo>
                  <a:lnTo>
                    <a:pt x="428675" y="1610183"/>
                  </a:lnTo>
                  <a:lnTo>
                    <a:pt x="422563" y="1618808"/>
                  </a:lnTo>
                  <a:lnTo>
                    <a:pt x="420322" y="1629366"/>
                  </a:lnTo>
                  <a:lnTo>
                    <a:pt x="88450" y="1629366"/>
                  </a:lnTo>
                  <a:lnTo>
                    <a:pt x="88450" y="1282927"/>
                  </a:lnTo>
                  <a:lnTo>
                    <a:pt x="81640" y="1277334"/>
                  </a:lnTo>
                  <a:lnTo>
                    <a:pt x="72368" y="1277334"/>
                  </a:lnTo>
                  <a:lnTo>
                    <a:pt x="72368" y="51482"/>
                  </a:lnTo>
                  <a:lnTo>
                    <a:pt x="70454" y="42598"/>
                  </a:lnTo>
                  <a:lnTo>
                    <a:pt x="65254" y="35294"/>
                  </a:lnTo>
                  <a:lnTo>
                    <a:pt x="57581" y="30345"/>
                  </a:lnTo>
                  <a:lnTo>
                    <a:pt x="48245" y="28524"/>
                  </a:lnTo>
                  <a:lnTo>
                    <a:pt x="38910" y="30345"/>
                  </a:lnTo>
                  <a:lnTo>
                    <a:pt x="31236" y="35294"/>
                  </a:lnTo>
                  <a:lnTo>
                    <a:pt x="26036" y="42598"/>
                  </a:lnTo>
                  <a:lnTo>
                    <a:pt x="24123" y="51482"/>
                  </a:lnTo>
                  <a:lnTo>
                    <a:pt x="24123" y="1277334"/>
                  </a:lnTo>
                  <a:lnTo>
                    <a:pt x="0" y="1277334"/>
                  </a:lnTo>
                  <a:close/>
                </a:path>
                <a:path w="509270" h="1629410">
                  <a:moveTo>
                    <a:pt x="0" y="1622932"/>
                  </a:moveTo>
                  <a:lnTo>
                    <a:pt x="0" y="1300293"/>
                  </a:lnTo>
                  <a:lnTo>
                    <a:pt x="81640" y="1300293"/>
                  </a:lnTo>
                  <a:lnTo>
                    <a:pt x="88450" y="1295395"/>
                  </a:lnTo>
                  <a:lnTo>
                    <a:pt x="88450" y="1629366"/>
                  </a:lnTo>
                  <a:lnTo>
                    <a:pt x="72368" y="1629366"/>
                  </a:lnTo>
                  <a:lnTo>
                    <a:pt x="72368" y="1589015"/>
                  </a:lnTo>
                  <a:lnTo>
                    <a:pt x="70454" y="1580130"/>
                  </a:lnTo>
                  <a:lnTo>
                    <a:pt x="65254" y="1572827"/>
                  </a:lnTo>
                  <a:lnTo>
                    <a:pt x="57581" y="1567878"/>
                  </a:lnTo>
                  <a:lnTo>
                    <a:pt x="48245" y="1566056"/>
                  </a:lnTo>
                  <a:lnTo>
                    <a:pt x="38910" y="1567878"/>
                  </a:lnTo>
                  <a:lnTo>
                    <a:pt x="31236" y="1572827"/>
                  </a:lnTo>
                  <a:lnTo>
                    <a:pt x="26036" y="1580130"/>
                  </a:lnTo>
                  <a:lnTo>
                    <a:pt x="24123" y="1589015"/>
                  </a:lnTo>
                  <a:lnTo>
                    <a:pt x="24123" y="1629366"/>
                  </a:lnTo>
                  <a:lnTo>
                    <a:pt x="7491" y="1629366"/>
                  </a:lnTo>
                  <a:lnTo>
                    <a:pt x="0" y="1622932"/>
                  </a:lnTo>
                  <a:close/>
                </a:path>
                <a:path w="509270" h="1629410">
                  <a:moveTo>
                    <a:pt x="24123" y="1277334"/>
                  </a:moveTo>
                  <a:lnTo>
                    <a:pt x="24123" y="51482"/>
                  </a:lnTo>
                  <a:lnTo>
                    <a:pt x="26036" y="60367"/>
                  </a:lnTo>
                  <a:lnTo>
                    <a:pt x="31236" y="67671"/>
                  </a:lnTo>
                  <a:lnTo>
                    <a:pt x="38910" y="72620"/>
                  </a:lnTo>
                  <a:lnTo>
                    <a:pt x="48245" y="74441"/>
                  </a:lnTo>
                  <a:lnTo>
                    <a:pt x="57581" y="72620"/>
                  </a:lnTo>
                  <a:lnTo>
                    <a:pt x="65254" y="67671"/>
                  </a:lnTo>
                  <a:lnTo>
                    <a:pt x="70454" y="60367"/>
                  </a:lnTo>
                  <a:lnTo>
                    <a:pt x="72368" y="51482"/>
                  </a:lnTo>
                  <a:lnTo>
                    <a:pt x="72368" y="1277334"/>
                  </a:lnTo>
                  <a:lnTo>
                    <a:pt x="24123" y="1277334"/>
                  </a:lnTo>
                  <a:close/>
                </a:path>
                <a:path w="509270" h="1629410">
                  <a:moveTo>
                    <a:pt x="24123" y="1629366"/>
                  </a:moveTo>
                  <a:lnTo>
                    <a:pt x="24123" y="1589015"/>
                  </a:lnTo>
                  <a:lnTo>
                    <a:pt x="26036" y="1597900"/>
                  </a:lnTo>
                  <a:lnTo>
                    <a:pt x="31236" y="1605203"/>
                  </a:lnTo>
                  <a:lnTo>
                    <a:pt x="38910" y="1610152"/>
                  </a:lnTo>
                  <a:lnTo>
                    <a:pt x="48245" y="1611974"/>
                  </a:lnTo>
                  <a:lnTo>
                    <a:pt x="57581" y="1610152"/>
                  </a:lnTo>
                  <a:lnTo>
                    <a:pt x="65254" y="1605203"/>
                  </a:lnTo>
                  <a:lnTo>
                    <a:pt x="70454" y="1597900"/>
                  </a:lnTo>
                  <a:lnTo>
                    <a:pt x="72368" y="1589015"/>
                  </a:lnTo>
                  <a:lnTo>
                    <a:pt x="72368" y="1629366"/>
                  </a:lnTo>
                  <a:lnTo>
                    <a:pt x="24123" y="1629366"/>
                  </a:lnTo>
                  <a:close/>
                </a:path>
              </a:pathLst>
            </a:custGeom>
            <a:solidFill>
              <a:srgbClr val="006F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165155" y="1898044"/>
              <a:ext cx="509270" cy="1629410"/>
            </a:xfrm>
            <a:custGeom>
              <a:avLst/>
              <a:gdLst/>
              <a:ahLst/>
              <a:cxnLst/>
              <a:rect l="l" t="t" r="r" b="b"/>
              <a:pathLst>
                <a:path w="509270" h="1629410">
                  <a:moveTo>
                    <a:pt x="508772" y="14609"/>
                  </a:moveTo>
                  <a:lnTo>
                    <a:pt x="508772" y="6434"/>
                  </a:lnTo>
                  <a:lnTo>
                    <a:pt x="502012" y="0"/>
                  </a:lnTo>
                  <a:lnTo>
                    <a:pt x="493422" y="0"/>
                  </a:lnTo>
                  <a:lnTo>
                    <a:pt x="466375" y="0"/>
                  </a:lnTo>
                  <a:lnTo>
                    <a:pt x="463929" y="10309"/>
                  </a:lnTo>
                  <a:lnTo>
                    <a:pt x="457777" y="18711"/>
                  </a:lnTo>
                  <a:lnTo>
                    <a:pt x="448797" y="24366"/>
                  </a:lnTo>
                  <a:lnTo>
                    <a:pt x="437866" y="26437"/>
                  </a:lnTo>
                  <a:lnTo>
                    <a:pt x="426935" y="24366"/>
                  </a:lnTo>
                  <a:lnTo>
                    <a:pt x="417955" y="18711"/>
                  </a:lnTo>
                  <a:lnTo>
                    <a:pt x="411803" y="10309"/>
                  </a:lnTo>
                  <a:lnTo>
                    <a:pt x="409357" y="0"/>
                  </a:lnTo>
                  <a:lnTo>
                    <a:pt x="16082" y="0"/>
                  </a:lnTo>
                  <a:lnTo>
                    <a:pt x="7491" y="0"/>
                  </a:lnTo>
                  <a:lnTo>
                    <a:pt x="0" y="6434"/>
                  </a:lnTo>
                  <a:lnTo>
                    <a:pt x="0" y="14609"/>
                  </a:lnTo>
                  <a:lnTo>
                    <a:pt x="0" y="1277334"/>
                  </a:lnTo>
                  <a:lnTo>
                    <a:pt x="73099" y="1277334"/>
                  </a:lnTo>
                  <a:lnTo>
                    <a:pt x="81640" y="1277334"/>
                  </a:lnTo>
                  <a:lnTo>
                    <a:pt x="88450" y="1282927"/>
                  </a:lnTo>
                  <a:lnTo>
                    <a:pt x="88450" y="1289161"/>
                  </a:lnTo>
                  <a:lnTo>
                    <a:pt x="88450" y="1295395"/>
                  </a:lnTo>
                  <a:lnTo>
                    <a:pt x="81640" y="1300293"/>
                  </a:lnTo>
                  <a:lnTo>
                    <a:pt x="73099" y="1300293"/>
                  </a:lnTo>
                  <a:lnTo>
                    <a:pt x="0" y="1300293"/>
                  </a:lnTo>
                  <a:lnTo>
                    <a:pt x="0" y="1614756"/>
                  </a:lnTo>
                  <a:lnTo>
                    <a:pt x="0" y="1622932"/>
                  </a:lnTo>
                  <a:lnTo>
                    <a:pt x="7491" y="1629366"/>
                  </a:lnTo>
                  <a:lnTo>
                    <a:pt x="16082" y="1629366"/>
                  </a:lnTo>
                  <a:lnTo>
                    <a:pt x="420322" y="1629366"/>
                  </a:lnTo>
                  <a:lnTo>
                    <a:pt x="422563" y="1618808"/>
                  </a:lnTo>
                  <a:lnTo>
                    <a:pt x="428675" y="1610183"/>
                  </a:lnTo>
                  <a:lnTo>
                    <a:pt x="437737" y="1604367"/>
                  </a:lnTo>
                  <a:lnTo>
                    <a:pt x="448831" y="1602233"/>
                  </a:lnTo>
                  <a:lnTo>
                    <a:pt x="459924" y="1604367"/>
                  </a:lnTo>
                  <a:lnTo>
                    <a:pt x="468987" y="1610183"/>
                  </a:lnTo>
                  <a:lnTo>
                    <a:pt x="475098" y="1618808"/>
                  </a:lnTo>
                  <a:lnTo>
                    <a:pt x="477340" y="1629366"/>
                  </a:lnTo>
                  <a:lnTo>
                    <a:pt x="493422" y="1629366"/>
                  </a:lnTo>
                  <a:lnTo>
                    <a:pt x="502012" y="1629366"/>
                  </a:lnTo>
                  <a:lnTo>
                    <a:pt x="508772" y="1622932"/>
                  </a:lnTo>
                  <a:lnTo>
                    <a:pt x="508772" y="1614756"/>
                  </a:lnTo>
                  <a:lnTo>
                    <a:pt x="508772" y="14609"/>
                  </a:lnTo>
                  <a:close/>
                </a:path>
                <a:path w="509270" h="1629410">
                  <a:moveTo>
                    <a:pt x="72368" y="51482"/>
                  </a:moveTo>
                  <a:lnTo>
                    <a:pt x="70454" y="60367"/>
                  </a:lnTo>
                  <a:lnTo>
                    <a:pt x="65254" y="67671"/>
                  </a:lnTo>
                  <a:lnTo>
                    <a:pt x="57581" y="72620"/>
                  </a:lnTo>
                  <a:lnTo>
                    <a:pt x="48245" y="74441"/>
                  </a:lnTo>
                  <a:lnTo>
                    <a:pt x="38910" y="72620"/>
                  </a:lnTo>
                  <a:lnTo>
                    <a:pt x="31236" y="67671"/>
                  </a:lnTo>
                  <a:lnTo>
                    <a:pt x="26036" y="60367"/>
                  </a:lnTo>
                  <a:lnTo>
                    <a:pt x="24123" y="51482"/>
                  </a:lnTo>
                  <a:lnTo>
                    <a:pt x="26036" y="42598"/>
                  </a:lnTo>
                  <a:lnTo>
                    <a:pt x="31236" y="35294"/>
                  </a:lnTo>
                  <a:lnTo>
                    <a:pt x="38910" y="30345"/>
                  </a:lnTo>
                  <a:lnTo>
                    <a:pt x="48245" y="28524"/>
                  </a:lnTo>
                  <a:lnTo>
                    <a:pt x="57581" y="30345"/>
                  </a:lnTo>
                  <a:lnTo>
                    <a:pt x="65254" y="35294"/>
                  </a:lnTo>
                  <a:lnTo>
                    <a:pt x="70454" y="42598"/>
                  </a:lnTo>
                  <a:lnTo>
                    <a:pt x="72368" y="51482"/>
                  </a:lnTo>
                  <a:close/>
                </a:path>
              </a:pathLst>
            </a:custGeom>
            <a:ln w="8615">
              <a:solidFill>
                <a:srgbClr val="338B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181468" y="3206763"/>
              <a:ext cx="79637" cy="307562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171988" y="3206763"/>
              <a:ext cx="9480" cy="24619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180409" y="1997041"/>
              <a:ext cx="79807" cy="1167116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170676" y="1997041"/>
              <a:ext cx="9732" cy="1167116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172243" y="1904555"/>
              <a:ext cx="88257" cy="1291567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172243" y="3212507"/>
              <a:ext cx="88257" cy="307946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309489" y="2647391"/>
              <a:ext cx="296207" cy="166462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348114" y="2796939"/>
              <a:ext cx="226519" cy="28609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9349854" y="2809925"/>
              <a:ext cx="224790" cy="15875"/>
            </a:xfrm>
            <a:custGeom>
              <a:avLst/>
              <a:gdLst/>
              <a:ahLst/>
              <a:cxnLst/>
              <a:rect l="l" t="t" r="r" b="b"/>
              <a:pathLst>
                <a:path w="224790" h="15875">
                  <a:moveTo>
                    <a:pt x="3492" y="0"/>
                  </a:moveTo>
                  <a:lnTo>
                    <a:pt x="0" y="0"/>
                  </a:lnTo>
                  <a:lnTo>
                    <a:pt x="0" y="15633"/>
                  </a:lnTo>
                  <a:lnTo>
                    <a:pt x="3492" y="15633"/>
                  </a:lnTo>
                  <a:lnTo>
                    <a:pt x="3492" y="0"/>
                  </a:lnTo>
                  <a:close/>
                </a:path>
                <a:path w="224790" h="15875">
                  <a:moveTo>
                    <a:pt x="10617" y="0"/>
                  </a:moveTo>
                  <a:lnTo>
                    <a:pt x="7137" y="0"/>
                  </a:lnTo>
                  <a:lnTo>
                    <a:pt x="7137" y="15633"/>
                  </a:lnTo>
                  <a:lnTo>
                    <a:pt x="10617" y="15633"/>
                  </a:lnTo>
                  <a:lnTo>
                    <a:pt x="10617" y="0"/>
                  </a:lnTo>
                  <a:close/>
                </a:path>
                <a:path w="224790" h="15875">
                  <a:moveTo>
                    <a:pt x="17754" y="0"/>
                  </a:moveTo>
                  <a:lnTo>
                    <a:pt x="14274" y="0"/>
                  </a:lnTo>
                  <a:lnTo>
                    <a:pt x="14274" y="15633"/>
                  </a:lnTo>
                  <a:lnTo>
                    <a:pt x="17754" y="15633"/>
                  </a:lnTo>
                  <a:lnTo>
                    <a:pt x="17754" y="0"/>
                  </a:lnTo>
                  <a:close/>
                </a:path>
                <a:path w="224790" h="15875">
                  <a:moveTo>
                    <a:pt x="24904" y="0"/>
                  </a:moveTo>
                  <a:lnTo>
                    <a:pt x="21424" y="0"/>
                  </a:lnTo>
                  <a:lnTo>
                    <a:pt x="21424" y="15633"/>
                  </a:lnTo>
                  <a:lnTo>
                    <a:pt x="24904" y="15633"/>
                  </a:lnTo>
                  <a:lnTo>
                    <a:pt x="24904" y="0"/>
                  </a:lnTo>
                  <a:close/>
                </a:path>
                <a:path w="224790" h="15875">
                  <a:moveTo>
                    <a:pt x="32042" y="0"/>
                  </a:moveTo>
                  <a:lnTo>
                    <a:pt x="28562" y="0"/>
                  </a:lnTo>
                  <a:lnTo>
                    <a:pt x="28562" y="15633"/>
                  </a:lnTo>
                  <a:lnTo>
                    <a:pt x="32042" y="15633"/>
                  </a:lnTo>
                  <a:lnTo>
                    <a:pt x="32042" y="0"/>
                  </a:lnTo>
                  <a:close/>
                </a:path>
                <a:path w="224790" h="15875">
                  <a:moveTo>
                    <a:pt x="39179" y="0"/>
                  </a:moveTo>
                  <a:lnTo>
                    <a:pt x="35699" y="0"/>
                  </a:lnTo>
                  <a:lnTo>
                    <a:pt x="35699" y="15633"/>
                  </a:lnTo>
                  <a:lnTo>
                    <a:pt x="39179" y="15633"/>
                  </a:lnTo>
                  <a:lnTo>
                    <a:pt x="39179" y="0"/>
                  </a:lnTo>
                  <a:close/>
                </a:path>
                <a:path w="224790" h="15875">
                  <a:moveTo>
                    <a:pt x="46316" y="0"/>
                  </a:moveTo>
                  <a:lnTo>
                    <a:pt x="42837" y="0"/>
                  </a:lnTo>
                  <a:lnTo>
                    <a:pt x="42837" y="15633"/>
                  </a:lnTo>
                  <a:lnTo>
                    <a:pt x="46316" y="15633"/>
                  </a:lnTo>
                  <a:lnTo>
                    <a:pt x="46316" y="0"/>
                  </a:lnTo>
                  <a:close/>
                </a:path>
                <a:path w="224790" h="15875">
                  <a:moveTo>
                    <a:pt x="53454" y="0"/>
                  </a:moveTo>
                  <a:lnTo>
                    <a:pt x="49961" y="0"/>
                  </a:lnTo>
                  <a:lnTo>
                    <a:pt x="49961" y="15633"/>
                  </a:lnTo>
                  <a:lnTo>
                    <a:pt x="53454" y="15633"/>
                  </a:lnTo>
                  <a:lnTo>
                    <a:pt x="53454" y="0"/>
                  </a:lnTo>
                  <a:close/>
                </a:path>
                <a:path w="224790" h="15875">
                  <a:moveTo>
                    <a:pt x="60591" y="0"/>
                  </a:moveTo>
                  <a:lnTo>
                    <a:pt x="57099" y="0"/>
                  </a:lnTo>
                  <a:lnTo>
                    <a:pt x="57099" y="15633"/>
                  </a:lnTo>
                  <a:lnTo>
                    <a:pt x="60591" y="15633"/>
                  </a:lnTo>
                  <a:lnTo>
                    <a:pt x="60591" y="0"/>
                  </a:lnTo>
                  <a:close/>
                </a:path>
                <a:path w="224790" h="15875">
                  <a:moveTo>
                    <a:pt x="67729" y="0"/>
                  </a:moveTo>
                  <a:lnTo>
                    <a:pt x="64236" y="0"/>
                  </a:lnTo>
                  <a:lnTo>
                    <a:pt x="64236" y="15633"/>
                  </a:lnTo>
                  <a:lnTo>
                    <a:pt x="67729" y="15633"/>
                  </a:lnTo>
                  <a:lnTo>
                    <a:pt x="67729" y="0"/>
                  </a:lnTo>
                  <a:close/>
                </a:path>
                <a:path w="224790" h="15875">
                  <a:moveTo>
                    <a:pt x="74866" y="0"/>
                  </a:moveTo>
                  <a:lnTo>
                    <a:pt x="71374" y="0"/>
                  </a:lnTo>
                  <a:lnTo>
                    <a:pt x="71374" y="15633"/>
                  </a:lnTo>
                  <a:lnTo>
                    <a:pt x="74866" y="15633"/>
                  </a:lnTo>
                  <a:lnTo>
                    <a:pt x="74866" y="0"/>
                  </a:lnTo>
                  <a:close/>
                </a:path>
                <a:path w="224790" h="15875">
                  <a:moveTo>
                    <a:pt x="82016" y="0"/>
                  </a:moveTo>
                  <a:lnTo>
                    <a:pt x="78524" y="0"/>
                  </a:lnTo>
                  <a:lnTo>
                    <a:pt x="78524" y="15633"/>
                  </a:lnTo>
                  <a:lnTo>
                    <a:pt x="82016" y="15633"/>
                  </a:lnTo>
                  <a:lnTo>
                    <a:pt x="82016" y="0"/>
                  </a:lnTo>
                  <a:close/>
                </a:path>
                <a:path w="224790" h="15875">
                  <a:moveTo>
                    <a:pt x="89154" y="0"/>
                  </a:moveTo>
                  <a:lnTo>
                    <a:pt x="85661" y="0"/>
                  </a:lnTo>
                  <a:lnTo>
                    <a:pt x="85661" y="15633"/>
                  </a:lnTo>
                  <a:lnTo>
                    <a:pt x="89154" y="15633"/>
                  </a:lnTo>
                  <a:lnTo>
                    <a:pt x="89154" y="0"/>
                  </a:lnTo>
                  <a:close/>
                </a:path>
                <a:path w="224790" h="15875">
                  <a:moveTo>
                    <a:pt x="96291" y="0"/>
                  </a:moveTo>
                  <a:lnTo>
                    <a:pt x="92798" y="0"/>
                  </a:lnTo>
                  <a:lnTo>
                    <a:pt x="92798" y="15633"/>
                  </a:lnTo>
                  <a:lnTo>
                    <a:pt x="96291" y="15633"/>
                  </a:lnTo>
                  <a:lnTo>
                    <a:pt x="96291" y="0"/>
                  </a:lnTo>
                  <a:close/>
                </a:path>
                <a:path w="224790" h="15875">
                  <a:moveTo>
                    <a:pt x="103428" y="0"/>
                  </a:moveTo>
                  <a:lnTo>
                    <a:pt x="99936" y="0"/>
                  </a:lnTo>
                  <a:lnTo>
                    <a:pt x="99936" y="15633"/>
                  </a:lnTo>
                  <a:lnTo>
                    <a:pt x="103428" y="15633"/>
                  </a:lnTo>
                  <a:lnTo>
                    <a:pt x="103428" y="0"/>
                  </a:lnTo>
                  <a:close/>
                </a:path>
                <a:path w="224790" h="15875">
                  <a:moveTo>
                    <a:pt x="110566" y="0"/>
                  </a:moveTo>
                  <a:lnTo>
                    <a:pt x="107073" y="0"/>
                  </a:lnTo>
                  <a:lnTo>
                    <a:pt x="107073" y="15633"/>
                  </a:lnTo>
                  <a:lnTo>
                    <a:pt x="110566" y="15633"/>
                  </a:lnTo>
                  <a:lnTo>
                    <a:pt x="110566" y="0"/>
                  </a:lnTo>
                  <a:close/>
                </a:path>
                <a:path w="224790" h="15875">
                  <a:moveTo>
                    <a:pt x="117703" y="0"/>
                  </a:moveTo>
                  <a:lnTo>
                    <a:pt x="114211" y="0"/>
                  </a:lnTo>
                  <a:lnTo>
                    <a:pt x="114211" y="15633"/>
                  </a:lnTo>
                  <a:lnTo>
                    <a:pt x="117703" y="15633"/>
                  </a:lnTo>
                  <a:lnTo>
                    <a:pt x="117703" y="0"/>
                  </a:lnTo>
                  <a:close/>
                </a:path>
                <a:path w="224790" h="15875">
                  <a:moveTo>
                    <a:pt x="124841" y="0"/>
                  </a:moveTo>
                  <a:lnTo>
                    <a:pt x="121348" y="0"/>
                  </a:lnTo>
                  <a:lnTo>
                    <a:pt x="121348" y="15633"/>
                  </a:lnTo>
                  <a:lnTo>
                    <a:pt x="124841" y="15633"/>
                  </a:lnTo>
                  <a:lnTo>
                    <a:pt x="124841" y="0"/>
                  </a:lnTo>
                  <a:close/>
                </a:path>
                <a:path w="224790" h="15875">
                  <a:moveTo>
                    <a:pt x="131991" y="0"/>
                  </a:moveTo>
                  <a:lnTo>
                    <a:pt x="128498" y="0"/>
                  </a:lnTo>
                  <a:lnTo>
                    <a:pt x="128498" y="15633"/>
                  </a:lnTo>
                  <a:lnTo>
                    <a:pt x="131991" y="15633"/>
                  </a:lnTo>
                  <a:lnTo>
                    <a:pt x="131991" y="0"/>
                  </a:lnTo>
                  <a:close/>
                </a:path>
                <a:path w="224790" h="15875">
                  <a:moveTo>
                    <a:pt x="139115" y="0"/>
                  </a:moveTo>
                  <a:lnTo>
                    <a:pt x="135636" y="0"/>
                  </a:lnTo>
                  <a:lnTo>
                    <a:pt x="135636" y="15633"/>
                  </a:lnTo>
                  <a:lnTo>
                    <a:pt x="139115" y="15633"/>
                  </a:lnTo>
                  <a:lnTo>
                    <a:pt x="139115" y="0"/>
                  </a:lnTo>
                  <a:close/>
                </a:path>
                <a:path w="224790" h="15875">
                  <a:moveTo>
                    <a:pt x="146253" y="0"/>
                  </a:moveTo>
                  <a:lnTo>
                    <a:pt x="142773" y="0"/>
                  </a:lnTo>
                  <a:lnTo>
                    <a:pt x="142773" y="15633"/>
                  </a:lnTo>
                  <a:lnTo>
                    <a:pt x="146253" y="15633"/>
                  </a:lnTo>
                  <a:lnTo>
                    <a:pt x="146253" y="0"/>
                  </a:lnTo>
                  <a:close/>
                </a:path>
                <a:path w="224790" h="15875">
                  <a:moveTo>
                    <a:pt x="153390" y="0"/>
                  </a:moveTo>
                  <a:lnTo>
                    <a:pt x="149910" y="0"/>
                  </a:lnTo>
                  <a:lnTo>
                    <a:pt x="149910" y="15633"/>
                  </a:lnTo>
                  <a:lnTo>
                    <a:pt x="153390" y="15633"/>
                  </a:lnTo>
                  <a:lnTo>
                    <a:pt x="153390" y="0"/>
                  </a:lnTo>
                  <a:close/>
                </a:path>
                <a:path w="224790" h="15875">
                  <a:moveTo>
                    <a:pt x="160528" y="0"/>
                  </a:moveTo>
                  <a:lnTo>
                    <a:pt x="157048" y="0"/>
                  </a:lnTo>
                  <a:lnTo>
                    <a:pt x="157048" y="15633"/>
                  </a:lnTo>
                  <a:lnTo>
                    <a:pt x="160528" y="15633"/>
                  </a:lnTo>
                  <a:lnTo>
                    <a:pt x="160528" y="0"/>
                  </a:lnTo>
                  <a:close/>
                </a:path>
                <a:path w="224790" h="15875">
                  <a:moveTo>
                    <a:pt x="167665" y="0"/>
                  </a:moveTo>
                  <a:lnTo>
                    <a:pt x="164172" y="0"/>
                  </a:lnTo>
                  <a:lnTo>
                    <a:pt x="164172" y="15633"/>
                  </a:lnTo>
                  <a:lnTo>
                    <a:pt x="167665" y="15633"/>
                  </a:lnTo>
                  <a:lnTo>
                    <a:pt x="167665" y="0"/>
                  </a:lnTo>
                  <a:close/>
                </a:path>
                <a:path w="224790" h="15875">
                  <a:moveTo>
                    <a:pt x="174802" y="0"/>
                  </a:moveTo>
                  <a:lnTo>
                    <a:pt x="171310" y="0"/>
                  </a:lnTo>
                  <a:lnTo>
                    <a:pt x="171310" y="15633"/>
                  </a:lnTo>
                  <a:lnTo>
                    <a:pt x="174802" y="15633"/>
                  </a:lnTo>
                  <a:lnTo>
                    <a:pt x="174802" y="0"/>
                  </a:lnTo>
                  <a:close/>
                </a:path>
                <a:path w="224790" h="15875">
                  <a:moveTo>
                    <a:pt x="181940" y="0"/>
                  </a:moveTo>
                  <a:lnTo>
                    <a:pt x="178447" y="0"/>
                  </a:lnTo>
                  <a:lnTo>
                    <a:pt x="178447" y="15633"/>
                  </a:lnTo>
                  <a:lnTo>
                    <a:pt x="181940" y="15633"/>
                  </a:lnTo>
                  <a:lnTo>
                    <a:pt x="181940" y="0"/>
                  </a:lnTo>
                  <a:close/>
                </a:path>
                <a:path w="224790" h="15875">
                  <a:moveTo>
                    <a:pt x="189090" y="0"/>
                  </a:moveTo>
                  <a:lnTo>
                    <a:pt x="185597" y="0"/>
                  </a:lnTo>
                  <a:lnTo>
                    <a:pt x="185597" y="15633"/>
                  </a:lnTo>
                  <a:lnTo>
                    <a:pt x="189090" y="15633"/>
                  </a:lnTo>
                  <a:lnTo>
                    <a:pt x="189090" y="0"/>
                  </a:lnTo>
                  <a:close/>
                </a:path>
                <a:path w="224790" h="15875">
                  <a:moveTo>
                    <a:pt x="196227" y="0"/>
                  </a:moveTo>
                  <a:lnTo>
                    <a:pt x="192735" y="0"/>
                  </a:lnTo>
                  <a:lnTo>
                    <a:pt x="192735" y="15633"/>
                  </a:lnTo>
                  <a:lnTo>
                    <a:pt x="196227" y="15633"/>
                  </a:lnTo>
                  <a:lnTo>
                    <a:pt x="196227" y="0"/>
                  </a:lnTo>
                  <a:close/>
                </a:path>
                <a:path w="224790" h="15875">
                  <a:moveTo>
                    <a:pt x="203365" y="0"/>
                  </a:moveTo>
                  <a:lnTo>
                    <a:pt x="199872" y="0"/>
                  </a:lnTo>
                  <a:lnTo>
                    <a:pt x="199872" y="15633"/>
                  </a:lnTo>
                  <a:lnTo>
                    <a:pt x="203365" y="15633"/>
                  </a:lnTo>
                  <a:lnTo>
                    <a:pt x="203365" y="0"/>
                  </a:lnTo>
                  <a:close/>
                </a:path>
                <a:path w="224790" h="15875">
                  <a:moveTo>
                    <a:pt x="210502" y="0"/>
                  </a:moveTo>
                  <a:lnTo>
                    <a:pt x="207010" y="0"/>
                  </a:lnTo>
                  <a:lnTo>
                    <a:pt x="207010" y="15633"/>
                  </a:lnTo>
                  <a:lnTo>
                    <a:pt x="210502" y="15633"/>
                  </a:lnTo>
                  <a:lnTo>
                    <a:pt x="210502" y="0"/>
                  </a:lnTo>
                  <a:close/>
                </a:path>
                <a:path w="224790" h="15875">
                  <a:moveTo>
                    <a:pt x="217639" y="0"/>
                  </a:moveTo>
                  <a:lnTo>
                    <a:pt x="214147" y="0"/>
                  </a:lnTo>
                  <a:lnTo>
                    <a:pt x="214147" y="15633"/>
                  </a:lnTo>
                  <a:lnTo>
                    <a:pt x="217639" y="15633"/>
                  </a:lnTo>
                  <a:lnTo>
                    <a:pt x="217639" y="0"/>
                  </a:lnTo>
                  <a:close/>
                </a:path>
                <a:path w="224790" h="15875">
                  <a:moveTo>
                    <a:pt x="224777" y="0"/>
                  </a:moveTo>
                  <a:lnTo>
                    <a:pt x="221284" y="0"/>
                  </a:lnTo>
                  <a:lnTo>
                    <a:pt x="221284" y="15633"/>
                  </a:lnTo>
                  <a:lnTo>
                    <a:pt x="224777" y="15633"/>
                  </a:lnTo>
                  <a:lnTo>
                    <a:pt x="224777" y="0"/>
                  </a:lnTo>
                  <a:close/>
                </a:path>
              </a:pathLst>
            </a:custGeom>
            <a:solidFill>
              <a:srgbClr val="545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348114" y="2795637"/>
              <a:ext cx="226519" cy="1428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348114" y="2635684"/>
              <a:ext cx="226519" cy="28609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9348114" y="2635694"/>
              <a:ext cx="224790" cy="29209"/>
            </a:xfrm>
            <a:custGeom>
              <a:avLst/>
              <a:gdLst/>
              <a:ahLst/>
              <a:cxnLst/>
              <a:rect l="l" t="t" r="r" b="b"/>
              <a:pathLst>
                <a:path w="224790" h="29210">
                  <a:moveTo>
                    <a:pt x="3479" y="0"/>
                  </a:moveTo>
                  <a:lnTo>
                    <a:pt x="0" y="0"/>
                  </a:lnTo>
                  <a:lnTo>
                    <a:pt x="0" y="28600"/>
                  </a:lnTo>
                  <a:lnTo>
                    <a:pt x="3479" y="28600"/>
                  </a:lnTo>
                  <a:lnTo>
                    <a:pt x="3479" y="0"/>
                  </a:lnTo>
                  <a:close/>
                </a:path>
                <a:path w="224790" h="29210">
                  <a:moveTo>
                    <a:pt x="10617" y="0"/>
                  </a:moveTo>
                  <a:lnTo>
                    <a:pt x="7124" y="0"/>
                  </a:lnTo>
                  <a:lnTo>
                    <a:pt x="7124" y="28600"/>
                  </a:lnTo>
                  <a:lnTo>
                    <a:pt x="10617" y="28600"/>
                  </a:lnTo>
                  <a:lnTo>
                    <a:pt x="10617" y="0"/>
                  </a:lnTo>
                  <a:close/>
                </a:path>
                <a:path w="224790" h="29210">
                  <a:moveTo>
                    <a:pt x="17767" y="0"/>
                  </a:moveTo>
                  <a:lnTo>
                    <a:pt x="14274" y="0"/>
                  </a:lnTo>
                  <a:lnTo>
                    <a:pt x="14274" y="28600"/>
                  </a:lnTo>
                  <a:lnTo>
                    <a:pt x="17767" y="28600"/>
                  </a:lnTo>
                  <a:lnTo>
                    <a:pt x="17767" y="0"/>
                  </a:lnTo>
                  <a:close/>
                </a:path>
                <a:path w="224790" h="29210">
                  <a:moveTo>
                    <a:pt x="24904" y="0"/>
                  </a:moveTo>
                  <a:lnTo>
                    <a:pt x="21412" y="0"/>
                  </a:lnTo>
                  <a:lnTo>
                    <a:pt x="21412" y="28600"/>
                  </a:lnTo>
                  <a:lnTo>
                    <a:pt x="24904" y="28600"/>
                  </a:lnTo>
                  <a:lnTo>
                    <a:pt x="24904" y="0"/>
                  </a:lnTo>
                  <a:close/>
                </a:path>
                <a:path w="224790" h="29210">
                  <a:moveTo>
                    <a:pt x="32042" y="0"/>
                  </a:moveTo>
                  <a:lnTo>
                    <a:pt x="28549" y="0"/>
                  </a:lnTo>
                  <a:lnTo>
                    <a:pt x="28549" y="28600"/>
                  </a:lnTo>
                  <a:lnTo>
                    <a:pt x="32042" y="28600"/>
                  </a:lnTo>
                  <a:lnTo>
                    <a:pt x="32042" y="0"/>
                  </a:lnTo>
                  <a:close/>
                </a:path>
                <a:path w="224790" h="29210">
                  <a:moveTo>
                    <a:pt x="39179" y="0"/>
                  </a:moveTo>
                  <a:lnTo>
                    <a:pt x="35687" y="0"/>
                  </a:lnTo>
                  <a:lnTo>
                    <a:pt x="35687" y="28600"/>
                  </a:lnTo>
                  <a:lnTo>
                    <a:pt x="39179" y="28600"/>
                  </a:lnTo>
                  <a:lnTo>
                    <a:pt x="39179" y="0"/>
                  </a:lnTo>
                  <a:close/>
                </a:path>
                <a:path w="224790" h="29210">
                  <a:moveTo>
                    <a:pt x="46316" y="0"/>
                  </a:moveTo>
                  <a:lnTo>
                    <a:pt x="42824" y="0"/>
                  </a:lnTo>
                  <a:lnTo>
                    <a:pt x="42824" y="28600"/>
                  </a:lnTo>
                  <a:lnTo>
                    <a:pt x="46316" y="28600"/>
                  </a:lnTo>
                  <a:lnTo>
                    <a:pt x="46316" y="0"/>
                  </a:lnTo>
                  <a:close/>
                </a:path>
                <a:path w="224790" h="29210">
                  <a:moveTo>
                    <a:pt x="53454" y="0"/>
                  </a:moveTo>
                  <a:lnTo>
                    <a:pt x="49961" y="0"/>
                  </a:lnTo>
                  <a:lnTo>
                    <a:pt x="49961" y="28600"/>
                  </a:lnTo>
                  <a:lnTo>
                    <a:pt x="53454" y="28600"/>
                  </a:lnTo>
                  <a:lnTo>
                    <a:pt x="53454" y="0"/>
                  </a:lnTo>
                  <a:close/>
                </a:path>
                <a:path w="224790" h="29210">
                  <a:moveTo>
                    <a:pt x="60591" y="0"/>
                  </a:moveTo>
                  <a:lnTo>
                    <a:pt x="57099" y="0"/>
                  </a:lnTo>
                  <a:lnTo>
                    <a:pt x="57099" y="28600"/>
                  </a:lnTo>
                  <a:lnTo>
                    <a:pt x="60591" y="28600"/>
                  </a:lnTo>
                  <a:lnTo>
                    <a:pt x="60591" y="0"/>
                  </a:lnTo>
                  <a:close/>
                </a:path>
                <a:path w="224790" h="29210">
                  <a:moveTo>
                    <a:pt x="67729" y="0"/>
                  </a:moveTo>
                  <a:lnTo>
                    <a:pt x="64236" y="0"/>
                  </a:lnTo>
                  <a:lnTo>
                    <a:pt x="64236" y="28600"/>
                  </a:lnTo>
                  <a:lnTo>
                    <a:pt x="67729" y="28600"/>
                  </a:lnTo>
                  <a:lnTo>
                    <a:pt x="67729" y="0"/>
                  </a:lnTo>
                  <a:close/>
                </a:path>
                <a:path w="224790" h="29210">
                  <a:moveTo>
                    <a:pt x="74879" y="0"/>
                  </a:moveTo>
                  <a:lnTo>
                    <a:pt x="71386" y="0"/>
                  </a:lnTo>
                  <a:lnTo>
                    <a:pt x="71386" y="28600"/>
                  </a:lnTo>
                  <a:lnTo>
                    <a:pt x="74879" y="28600"/>
                  </a:lnTo>
                  <a:lnTo>
                    <a:pt x="74879" y="0"/>
                  </a:lnTo>
                  <a:close/>
                </a:path>
                <a:path w="224790" h="29210">
                  <a:moveTo>
                    <a:pt x="82016" y="0"/>
                  </a:moveTo>
                  <a:lnTo>
                    <a:pt x="78524" y="0"/>
                  </a:lnTo>
                  <a:lnTo>
                    <a:pt x="78524" y="28600"/>
                  </a:lnTo>
                  <a:lnTo>
                    <a:pt x="82016" y="28600"/>
                  </a:lnTo>
                  <a:lnTo>
                    <a:pt x="82016" y="0"/>
                  </a:lnTo>
                  <a:close/>
                </a:path>
                <a:path w="224790" h="29210">
                  <a:moveTo>
                    <a:pt x="89154" y="0"/>
                  </a:moveTo>
                  <a:lnTo>
                    <a:pt x="85661" y="0"/>
                  </a:lnTo>
                  <a:lnTo>
                    <a:pt x="85661" y="28600"/>
                  </a:lnTo>
                  <a:lnTo>
                    <a:pt x="89154" y="28600"/>
                  </a:lnTo>
                  <a:lnTo>
                    <a:pt x="89154" y="0"/>
                  </a:lnTo>
                  <a:close/>
                </a:path>
                <a:path w="224790" h="29210">
                  <a:moveTo>
                    <a:pt x="96278" y="0"/>
                  </a:moveTo>
                  <a:lnTo>
                    <a:pt x="92798" y="0"/>
                  </a:lnTo>
                  <a:lnTo>
                    <a:pt x="92798" y="28600"/>
                  </a:lnTo>
                  <a:lnTo>
                    <a:pt x="96278" y="28600"/>
                  </a:lnTo>
                  <a:lnTo>
                    <a:pt x="96278" y="0"/>
                  </a:lnTo>
                  <a:close/>
                </a:path>
                <a:path w="224790" h="29210">
                  <a:moveTo>
                    <a:pt x="103416" y="0"/>
                  </a:moveTo>
                  <a:lnTo>
                    <a:pt x="99936" y="0"/>
                  </a:lnTo>
                  <a:lnTo>
                    <a:pt x="99936" y="28600"/>
                  </a:lnTo>
                  <a:lnTo>
                    <a:pt x="103416" y="28600"/>
                  </a:lnTo>
                  <a:lnTo>
                    <a:pt x="103416" y="0"/>
                  </a:lnTo>
                  <a:close/>
                </a:path>
                <a:path w="224790" h="29210">
                  <a:moveTo>
                    <a:pt x="110553" y="0"/>
                  </a:moveTo>
                  <a:lnTo>
                    <a:pt x="107073" y="0"/>
                  </a:lnTo>
                  <a:lnTo>
                    <a:pt x="107073" y="28600"/>
                  </a:lnTo>
                  <a:lnTo>
                    <a:pt x="110553" y="28600"/>
                  </a:lnTo>
                  <a:lnTo>
                    <a:pt x="110553" y="0"/>
                  </a:lnTo>
                  <a:close/>
                </a:path>
                <a:path w="224790" h="29210">
                  <a:moveTo>
                    <a:pt x="117690" y="0"/>
                  </a:moveTo>
                  <a:lnTo>
                    <a:pt x="114211" y="0"/>
                  </a:lnTo>
                  <a:lnTo>
                    <a:pt x="114211" y="28600"/>
                  </a:lnTo>
                  <a:lnTo>
                    <a:pt x="117690" y="28600"/>
                  </a:lnTo>
                  <a:lnTo>
                    <a:pt x="117690" y="0"/>
                  </a:lnTo>
                  <a:close/>
                </a:path>
                <a:path w="224790" h="29210">
                  <a:moveTo>
                    <a:pt x="124841" y="0"/>
                  </a:moveTo>
                  <a:lnTo>
                    <a:pt x="121361" y="0"/>
                  </a:lnTo>
                  <a:lnTo>
                    <a:pt x="121361" y="28600"/>
                  </a:lnTo>
                  <a:lnTo>
                    <a:pt x="124841" y="28600"/>
                  </a:lnTo>
                  <a:lnTo>
                    <a:pt x="124841" y="0"/>
                  </a:lnTo>
                  <a:close/>
                </a:path>
                <a:path w="224790" h="29210">
                  <a:moveTo>
                    <a:pt x="131978" y="0"/>
                  </a:moveTo>
                  <a:lnTo>
                    <a:pt x="128485" y="0"/>
                  </a:lnTo>
                  <a:lnTo>
                    <a:pt x="128485" y="28600"/>
                  </a:lnTo>
                  <a:lnTo>
                    <a:pt x="131978" y="28600"/>
                  </a:lnTo>
                  <a:lnTo>
                    <a:pt x="131978" y="0"/>
                  </a:lnTo>
                  <a:close/>
                </a:path>
                <a:path w="224790" h="29210">
                  <a:moveTo>
                    <a:pt x="139115" y="0"/>
                  </a:moveTo>
                  <a:lnTo>
                    <a:pt x="135623" y="0"/>
                  </a:lnTo>
                  <a:lnTo>
                    <a:pt x="135623" y="28600"/>
                  </a:lnTo>
                  <a:lnTo>
                    <a:pt x="139115" y="28600"/>
                  </a:lnTo>
                  <a:lnTo>
                    <a:pt x="139115" y="0"/>
                  </a:lnTo>
                  <a:close/>
                </a:path>
                <a:path w="224790" h="29210">
                  <a:moveTo>
                    <a:pt x="146253" y="0"/>
                  </a:moveTo>
                  <a:lnTo>
                    <a:pt x="142760" y="0"/>
                  </a:lnTo>
                  <a:lnTo>
                    <a:pt x="142760" y="28600"/>
                  </a:lnTo>
                  <a:lnTo>
                    <a:pt x="146253" y="28600"/>
                  </a:lnTo>
                  <a:lnTo>
                    <a:pt x="146253" y="0"/>
                  </a:lnTo>
                  <a:close/>
                </a:path>
                <a:path w="224790" h="29210">
                  <a:moveTo>
                    <a:pt x="153390" y="0"/>
                  </a:moveTo>
                  <a:lnTo>
                    <a:pt x="149898" y="0"/>
                  </a:lnTo>
                  <a:lnTo>
                    <a:pt x="149898" y="28600"/>
                  </a:lnTo>
                  <a:lnTo>
                    <a:pt x="153390" y="28600"/>
                  </a:lnTo>
                  <a:lnTo>
                    <a:pt x="153390" y="0"/>
                  </a:lnTo>
                  <a:close/>
                </a:path>
                <a:path w="224790" h="29210">
                  <a:moveTo>
                    <a:pt x="160528" y="0"/>
                  </a:moveTo>
                  <a:lnTo>
                    <a:pt x="157035" y="0"/>
                  </a:lnTo>
                  <a:lnTo>
                    <a:pt x="157035" y="28600"/>
                  </a:lnTo>
                  <a:lnTo>
                    <a:pt x="160528" y="28600"/>
                  </a:lnTo>
                  <a:lnTo>
                    <a:pt x="160528" y="0"/>
                  </a:lnTo>
                  <a:close/>
                </a:path>
                <a:path w="224790" h="29210">
                  <a:moveTo>
                    <a:pt x="167665" y="0"/>
                  </a:moveTo>
                  <a:lnTo>
                    <a:pt x="164172" y="0"/>
                  </a:lnTo>
                  <a:lnTo>
                    <a:pt x="164172" y="28600"/>
                  </a:lnTo>
                  <a:lnTo>
                    <a:pt x="167665" y="28600"/>
                  </a:lnTo>
                  <a:lnTo>
                    <a:pt x="167665" y="0"/>
                  </a:lnTo>
                  <a:close/>
                </a:path>
                <a:path w="224790" h="29210">
                  <a:moveTo>
                    <a:pt x="174802" y="0"/>
                  </a:moveTo>
                  <a:lnTo>
                    <a:pt x="171310" y="0"/>
                  </a:lnTo>
                  <a:lnTo>
                    <a:pt x="171310" y="28600"/>
                  </a:lnTo>
                  <a:lnTo>
                    <a:pt x="174802" y="28600"/>
                  </a:lnTo>
                  <a:lnTo>
                    <a:pt x="174802" y="0"/>
                  </a:lnTo>
                  <a:close/>
                </a:path>
                <a:path w="224790" h="29210">
                  <a:moveTo>
                    <a:pt x="181952" y="0"/>
                  </a:moveTo>
                  <a:lnTo>
                    <a:pt x="178460" y="0"/>
                  </a:lnTo>
                  <a:lnTo>
                    <a:pt x="178460" y="28600"/>
                  </a:lnTo>
                  <a:lnTo>
                    <a:pt x="181952" y="28600"/>
                  </a:lnTo>
                  <a:lnTo>
                    <a:pt x="181952" y="0"/>
                  </a:lnTo>
                  <a:close/>
                </a:path>
                <a:path w="224790" h="29210">
                  <a:moveTo>
                    <a:pt x="189090" y="0"/>
                  </a:moveTo>
                  <a:lnTo>
                    <a:pt x="185597" y="0"/>
                  </a:lnTo>
                  <a:lnTo>
                    <a:pt x="185597" y="28600"/>
                  </a:lnTo>
                  <a:lnTo>
                    <a:pt x="189090" y="28600"/>
                  </a:lnTo>
                  <a:lnTo>
                    <a:pt x="189090" y="0"/>
                  </a:lnTo>
                  <a:close/>
                </a:path>
                <a:path w="224790" h="29210">
                  <a:moveTo>
                    <a:pt x="196227" y="0"/>
                  </a:moveTo>
                  <a:lnTo>
                    <a:pt x="192735" y="0"/>
                  </a:lnTo>
                  <a:lnTo>
                    <a:pt x="192735" y="28600"/>
                  </a:lnTo>
                  <a:lnTo>
                    <a:pt x="196227" y="28600"/>
                  </a:lnTo>
                  <a:lnTo>
                    <a:pt x="196227" y="0"/>
                  </a:lnTo>
                  <a:close/>
                </a:path>
                <a:path w="224790" h="29210">
                  <a:moveTo>
                    <a:pt x="203365" y="0"/>
                  </a:moveTo>
                  <a:lnTo>
                    <a:pt x="199872" y="0"/>
                  </a:lnTo>
                  <a:lnTo>
                    <a:pt x="199872" y="28600"/>
                  </a:lnTo>
                  <a:lnTo>
                    <a:pt x="203365" y="28600"/>
                  </a:lnTo>
                  <a:lnTo>
                    <a:pt x="203365" y="0"/>
                  </a:lnTo>
                  <a:close/>
                </a:path>
                <a:path w="224790" h="29210">
                  <a:moveTo>
                    <a:pt x="210489" y="0"/>
                  </a:moveTo>
                  <a:lnTo>
                    <a:pt x="207010" y="0"/>
                  </a:lnTo>
                  <a:lnTo>
                    <a:pt x="207010" y="28600"/>
                  </a:lnTo>
                  <a:lnTo>
                    <a:pt x="210489" y="28600"/>
                  </a:lnTo>
                  <a:lnTo>
                    <a:pt x="210489" y="0"/>
                  </a:lnTo>
                  <a:close/>
                </a:path>
                <a:path w="224790" h="29210">
                  <a:moveTo>
                    <a:pt x="217627" y="0"/>
                  </a:moveTo>
                  <a:lnTo>
                    <a:pt x="214147" y="0"/>
                  </a:lnTo>
                  <a:lnTo>
                    <a:pt x="214147" y="28600"/>
                  </a:lnTo>
                  <a:lnTo>
                    <a:pt x="217627" y="28600"/>
                  </a:lnTo>
                  <a:lnTo>
                    <a:pt x="217627" y="0"/>
                  </a:lnTo>
                  <a:close/>
                </a:path>
                <a:path w="224790" h="29210">
                  <a:moveTo>
                    <a:pt x="224764" y="0"/>
                  </a:moveTo>
                  <a:lnTo>
                    <a:pt x="221284" y="0"/>
                  </a:lnTo>
                  <a:lnTo>
                    <a:pt x="221284" y="28600"/>
                  </a:lnTo>
                  <a:lnTo>
                    <a:pt x="224764" y="28600"/>
                  </a:lnTo>
                  <a:lnTo>
                    <a:pt x="224764" y="0"/>
                  </a:lnTo>
                  <a:close/>
                </a:path>
              </a:pathLst>
            </a:custGeom>
            <a:solidFill>
              <a:srgbClr val="545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299330" y="2670793"/>
              <a:ext cx="38332" cy="119636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9299321" y="2674035"/>
              <a:ext cx="38735" cy="114935"/>
            </a:xfrm>
            <a:custGeom>
              <a:avLst/>
              <a:gdLst/>
              <a:ahLst/>
              <a:cxnLst/>
              <a:rect l="l" t="t" r="r" b="b"/>
              <a:pathLst>
                <a:path w="38734" h="114935">
                  <a:moveTo>
                    <a:pt x="38341" y="111874"/>
                  </a:moveTo>
                  <a:lnTo>
                    <a:pt x="0" y="111874"/>
                  </a:lnTo>
                  <a:lnTo>
                    <a:pt x="0" y="114477"/>
                  </a:lnTo>
                  <a:lnTo>
                    <a:pt x="38341" y="114477"/>
                  </a:lnTo>
                  <a:lnTo>
                    <a:pt x="38341" y="111874"/>
                  </a:lnTo>
                  <a:close/>
                </a:path>
                <a:path w="38734" h="114935">
                  <a:moveTo>
                    <a:pt x="38341" y="106540"/>
                  </a:moveTo>
                  <a:lnTo>
                    <a:pt x="0" y="106540"/>
                  </a:lnTo>
                  <a:lnTo>
                    <a:pt x="0" y="109143"/>
                  </a:lnTo>
                  <a:lnTo>
                    <a:pt x="38341" y="109143"/>
                  </a:lnTo>
                  <a:lnTo>
                    <a:pt x="38341" y="106540"/>
                  </a:lnTo>
                  <a:close/>
                </a:path>
                <a:path w="38734" h="114935">
                  <a:moveTo>
                    <a:pt x="38341" y="101219"/>
                  </a:moveTo>
                  <a:lnTo>
                    <a:pt x="0" y="101219"/>
                  </a:lnTo>
                  <a:lnTo>
                    <a:pt x="0" y="103822"/>
                  </a:lnTo>
                  <a:lnTo>
                    <a:pt x="38341" y="103822"/>
                  </a:lnTo>
                  <a:lnTo>
                    <a:pt x="38341" y="101219"/>
                  </a:lnTo>
                  <a:close/>
                </a:path>
                <a:path w="38734" h="114935">
                  <a:moveTo>
                    <a:pt x="38341" y="95897"/>
                  </a:moveTo>
                  <a:lnTo>
                    <a:pt x="0" y="95897"/>
                  </a:lnTo>
                  <a:lnTo>
                    <a:pt x="0" y="98501"/>
                  </a:lnTo>
                  <a:lnTo>
                    <a:pt x="38341" y="98501"/>
                  </a:lnTo>
                  <a:lnTo>
                    <a:pt x="38341" y="95897"/>
                  </a:lnTo>
                  <a:close/>
                </a:path>
                <a:path w="38734" h="114935">
                  <a:moveTo>
                    <a:pt x="38341" y="90576"/>
                  </a:moveTo>
                  <a:lnTo>
                    <a:pt x="0" y="90576"/>
                  </a:lnTo>
                  <a:lnTo>
                    <a:pt x="0" y="93179"/>
                  </a:lnTo>
                  <a:lnTo>
                    <a:pt x="38341" y="93179"/>
                  </a:lnTo>
                  <a:lnTo>
                    <a:pt x="38341" y="90576"/>
                  </a:lnTo>
                  <a:close/>
                </a:path>
                <a:path w="38734" h="114935">
                  <a:moveTo>
                    <a:pt x="38341" y="85242"/>
                  </a:moveTo>
                  <a:lnTo>
                    <a:pt x="0" y="85242"/>
                  </a:lnTo>
                  <a:lnTo>
                    <a:pt x="0" y="87845"/>
                  </a:lnTo>
                  <a:lnTo>
                    <a:pt x="38341" y="87845"/>
                  </a:lnTo>
                  <a:lnTo>
                    <a:pt x="38341" y="85242"/>
                  </a:lnTo>
                  <a:close/>
                </a:path>
                <a:path w="38734" h="114935">
                  <a:moveTo>
                    <a:pt x="38341" y="79908"/>
                  </a:moveTo>
                  <a:lnTo>
                    <a:pt x="0" y="79908"/>
                  </a:lnTo>
                  <a:lnTo>
                    <a:pt x="0" y="82511"/>
                  </a:lnTo>
                  <a:lnTo>
                    <a:pt x="38341" y="82511"/>
                  </a:lnTo>
                  <a:lnTo>
                    <a:pt x="38341" y="79908"/>
                  </a:lnTo>
                  <a:close/>
                </a:path>
                <a:path w="38734" h="114935">
                  <a:moveTo>
                    <a:pt x="38341" y="74587"/>
                  </a:moveTo>
                  <a:lnTo>
                    <a:pt x="0" y="74587"/>
                  </a:lnTo>
                  <a:lnTo>
                    <a:pt x="0" y="77190"/>
                  </a:lnTo>
                  <a:lnTo>
                    <a:pt x="38341" y="77190"/>
                  </a:lnTo>
                  <a:lnTo>
                    <a:pt x="38341" y="74587"/>
                  </a:lnTo>
                  <a:close/>
                </a:path>
                <a:path w="38734" h="114935">
                  <a:moveTo>
                    <a:pt x="38341" y="69253"/>
                  </a:moveTo>
                  <a:lnTo>
                    <a:pt x="0" y="69253"/>
                  </a:lnTo>
                  <a:lnTo>
                    <a:pt x="0" y="71856"/>
                  </a:lnTo>
                  <a:lnTo>
                    <a:pt x="38341" y="71856"/>
                  </a:lnTo>
                  <a:lnTo>
                    <a:pt x="38341" y="69253"/>
                  </a:lnTo>
                  <a:close/>
                </a:path>
                <a:path w="38734" h="114935">
                  <a:moveTo>
                    <a:pt x="38341" y="63931"/>
                  </a:moveTo>
                  <a:lnTo>
                    <a:pt x="0" y="63931"/>
                  </a:lnTo>
                  <a:lnTo>
                    <a:pt x="0" y="66535"/>
                  </a:lnTo>
                  <a:lnTo>
                    <a:pt x="38341" y="66535"/>
                  </a:lnTo>
                  <a:lnTo>
                    <a:pt x="38341" y="63931"/>
                  </a:lnTo>
                  <a:close/>
                </a:path>
                <a:path w="38734" h="114935">
                  <a:moveTo>
                    <a:pt x="38341" y="58610"/>
                  </a:moveTo>
                  <a:lnTo>
                    <a:pt x="0" y="58610"/>
                  </a:lnTo>
                  <a:lnTo>
                    <a:pt x="0" y="61214"/>
                  </a:lnTo>
                  <a:lnTo>
                    <a:pt x="38341" y="61214"/>
                  </a:lnTo>
                  <a:lnTo>
                    <a:pt x="38341" y="58610"/>
                  </a:lnTo>
                  <a:close/>
                </a:path>
                <a:path w="38734" h="114935">
                  <a:moveTo>
                    <a:pt x="38341" y="53276"/>
                  </a:moveTo>
                  <a:lnTo>
                    <a:pt x="0" y="53276"/>
                  </a:lnTo>
                  <a:lnTo>
                    <a:pt x="0" y="55880"/>
                  </a:lnTo>
                  <a:lnTo>
                    <a:pt x="38341" y="55880"/>
                  </a:lnTo>
                  <a:lnTo>
                    <a:pt x="38341" y="53276"/>
                  </a:lnTo>
                  <a:close/>
                </a:path>
                <a:path w="38734" h="114935">
                  <a:moveTo>
                    <a:pt x="38341" y="47955"/>
                  </a:moveTo>
                  <a:lnTo>
                    <a:pt x="0" y="47955"/>
                  </a:lnTo>
                  <a:lnTo>
                    <a:pt x="0" y="50558"/>
                  </a:lnTo>
                  <a:lnTo>
                    <a:pt x="38341" y="50558"/>
                  </a:lnTo>
                  <a:lnTo>
                    <a:pt x="38341" y="47955"/>
                  </a:lnTo>
                  <a:close/>
                </a:path>
                <a:path w="38734" h="114935">
                  <a:moveTo>
                    <a:pt x="38341" y="42621"/>
                  </a:moveTo>
                  <a:lnTo>
                    <a:pt x="0" y="42621"/>
                  </a:lnTo>
                  <a:lnTo>
                    <a:pt x="0" y="45224"/>
                  </a:lnTo>
                  <a:lnTo>
                    <a:pt x="38341" y="45224"/>
                  </a:lnTo>
                  <a:lnTo>
                    <a:pt x="38341" y="42621"/>
                  </a:lnTo>
                  <a:close/>
                </a:path>
                <a:path w="38734" h="114935">
                  <a:moveTo>
                    <a:pt x="38341" y="37287"/>
                  </a:moveTo>
                  <a:lnTo>
                    <a:pt x="0" y="37287"/>
                  </a:lnTo>
                  <a:lnTo>
                    <a:pt x="0" y="39890"/>
                  </a:lnTo>
                  <a:lnTo>
                    <a:pt x="38341" y="39890"/>
                  </a:lnTo>
                  <a:lnTo>
                    <a:pt x="38341" y="37287"/>
                  </a:lnTo>
                  <a:close/>
                </a:path>
                <a:path w="38734" h="114935">
                  <a:moveTo>
                    <a:pt x="38341" y="31965"/>
                  </a:moveTo>
                  <a:lnTo>
                    <a:pt x="0" y="31965"/>
                  </a:lnTo>
                  <a:lnTo>
                    <a:pt x="0" y="34569"/>
                  </a:lnTo>
                  <a:lnTo>
                    <a:pt x="38341" y="34569"/>
                  </a:lnTo>
                  <a:lnTo>
                    <a:pt x="38341" y="31965"/>
                  </a:lnTo>
                  <a:close/>
                </a:path>
                <a:path w="38734" h="114935">
                  <a:moveTo>
                    <a:pt x="38341" y="26631"/>
                  </a:moveTo>
                  <a:lnTo>
                    <a:pt x="0" y="26631"/>
                  </a:lnTo>
                  <a:lnTo>
                    <a:pt x="0" y="29235"/>
                  </a:lnTo>
                  <a:lnTo>
                    <a:pt x="38341" y="29235"/>
                  </a:lnTo>
                  <a:lnTo>
                    <a:pt x="38341" y="26631"/>
                  </a:lnTo>
                  <a:close/>
                </a:path>
                <a:path w="38734" h="114935">
                  <a:moveTo>
                    <a:pt x="38341" y="21310"/>
                  </a:moveTo>
                  <a:lnTo>
                    <a:pt x="0" y="21310"/>
                  </a:lnTo>
                  <a:lnTo>
                    <a:pt x="0" y="23914"/>
                  </a:lnTo>
                  <a:lnTo>
                    <a:pt x="38341" y="23914"/>
                  </a:lnTo>
                  <a:lnTo>
                    <a:pt x="38341" y="21310"/>
                  </a:lnTo>
                  <a:close/>
                </a:path>
                <a:path w="38734" h="114935">
                  <a:moveTo>
                    <a:pt x="38341" y="15989"/>
                  </a:moveTo>
                  <a:lnTo>
                    <a:pt x="0" y="15989"/>
                  </a:lnTo>
                  <a:lnTo>
                    <a:pt x="0" y="18592"/>
                  </a:lnTo>
                  <a:lnTo>
                    <a:pt x="38341" y="18592"/>
                  </a:lnTo>
                  <a:lnTo>
                    <a:pt x="38341" y="15989"/>
                  </a:lnTo>
                  <a:close/>
                </a:path>
                <a:path w="38734" h="114935">
                  <a:moveTo>
                    <a:pt x="38341" y="10655"/>
                  </a:moveTo>
                  <a:lnTo>
                    <a:pt x="0" y="10655"/>
                  </a:lnTo>
                  <a:lnTo>
                    <a:pt x="0" y="13258"/>
                  </a:lnTo>
                  <a:lnTo>
                    <a:pt x="38341" y="13258"/>
                  </a:lnTo>
                  <a:lnTo>
                    <a:pt x="38341" y="10655"/>
                  </a:lnTo>
                  <a:close/>
                </a:path>
                <a:path w="38734" h="114935">
                  <a:moveTo>
                    <a:pt x="38341" y="5334"/>
                  </a:moveTo>
                  <a:lnTo>
                    <a:pt x="0" y="5334"/>
                  </a:lnTo>
                  <a:lnTo>
                    <a:pt x="0" y="7937"/>
                  </a:lnTo>
                  <a:lnTo>
                    <a:pt x="38341" y="7937"/>
                  </a:lnTo>
                  <a:lnTo>
                    <a:pt x="38341" y="5334"/>
                  </a:lnTo>
                  <a:close/>
                </a:path>
                <a:path w="38734" h="114935">
                  <a:moveTo>
                    <a:pt x="38341" y="0"/>
                  </a:moveTo>
                  <a:lnTo>
                    <a:pt x="0" y="0"/>
                  </a:lnTo>
                  <a:lnTo>
                    <a:pt x="0" y="2603"/>
                  </a:lnTo>
                  <a:lnTo>
                    <a:pt x="38341" y="2603"/>
                  </a:lnTo>
                  <a:lnTo>
                    <a:pt x="38341" y="0"/>
                  </a:lnTo>
                  <a:close/>
                </a:path>
              </a:pathLst>
            </a:custGeom>
            <a:solidFill>
              <a:srgbClr val="545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583341" y="2670793"/>
              <a:ext cx="38332" cy="119636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9583331" y="2672740"/>
              <a:ext cx="38735" cy="114935"/>
            </a:xfrm>
            <a:custGeom>
              <a:avLst/>
              <a:gdLst/>
              <a:ahLst/>
              <a:cxnLst/>
              <a:rect l="l" t="t" r="r" b="b"/>
              <a:pathLst>
                <a:path w="38734" h="114935">
                  <a:moveTo>
                    <a:pt x="38341" y="111861"/>
                  </a:moveTo>
                  <a:lnTo>
                    <a:pt x="0" y="111861"/>
                  </a:lnTo>
                  <a:lnTo>
                    <a:pt x="0" y="114465"/>
                  </a:lnTo>
                  <a:lnTo>
                    <a:pt x="38341" y="114465"/>
                  </a:lnTo>
                  <a:lnTo>
                    <a:pt x="38341" y="111861"/>
                  </a:lnTo>
                  <a:close/>
                </a:path>
                <a:path w="38734" h="114935">
                  <a:moveTo>
                    <a:pt x="38341" y="106540"/>
                  </a:moveTo>
                  <a:lnTo>
                    <a:pt x="0" y="106540"/>
                  </a:lnTo>
                  <a:lnTo>
                    <a:pt x="0" y="109143"/>
                  </a:lnTo>
                  <a:lnTo>
                    <a:pt x="38341" y="109143"/>
                  </a:lnTo>
                  <a:lnTo>
                    <a:pt x="38341" y="106540"/>
                  </a:lnTo>
                  <a:close/>
                </a:path>
                <a:path w="38734" h="114935">
                  <a:moveTo>
                    <a:pt x="38341" y="101206"/>
                  </a:moveTo>
                  <a:lnTo>
                    <a:pt x="0" y="101206"/>
                  </a:lnTo>
                  <a:lnTo>
                    <a:pt x="0" y="103809"/>
                  </a:lnTo>
                  <a:lnTo>
                    <a:pt x="38341" y="103809"/>
                  </a:lnTo>
                  <a:lnTo>
                    <a:pt x="38341" y="101206"/>
                  </a:lnTo>
                  <a:close/>
                </a:path>
                <a:path w="38734" h="114935">
                  <a:moveTo>
                    <a:pt x="38341" y="95897"/>
                  </a:moveTo>
                  <a:lnTo>
                    <a:pt x="0" y="95897"/>
                  </a:lnTo>
                  <a:lnTo>
                    <a:pt x="0" y="98501"/>
                  </a:lnTo>
                  <a:lnTo>
                    <a:pt x="38341" y="98501"/>
                  </a:lnTo>
                  <a:lnTo>
                    <a:pt x="38341" y="95897"/>
                  </a:lnTo>
                  <a:close/>
                </a:path>
                <a:path w="38734" h="114935">
                  <a:moveTo>
                    <a:pt x="38341" y="90563"/>
                  </a:moveTo>
                  <a:lnTo>
                    <a:pt x="0" y="90563"/>
                  </a:lnTo>
                  <a:lnTo>
                    <a:pt x="0" y="93167"/>
                  </a:lnTo>
                  <a:lnTo>
                    <a:pt x="38341" y="93167"/>
                  </a:lnTo>
                  <a:lnTo>
                    <a:pt x="38341" y="90563"/>
                  </a:lnTo>
                  <a:close/>
                </a:path>
                <a:path w="38734" h="114935">
                  <a:moveTo>
                    <a:pt x="38341" y="85242"/>
                  </a:moveTo>
                  <a:lnTo>
                    <a:pt x="0" y="85242"/>
                  </a:lnTo>
                  <a:lnTo>
                    <a:pt x="0" y="87845"/>
                  </a:lnTo>
                  <a:lnTo>
                    <a:pt x="38341" y="87845"/>
                  </a:lnTo>
                  <a:lnTo>
                    <a:pt x="38341" y="85242"/>
                  </a:lnTo>
                  <a:close/>
                </a:path>
                <a:path w="38734" h="114935">
                  <a:moveTo>
                    <a:pt x="38341" y="79908"/>
                  </a:moveTo>
                  <a:lnTo>
                    <a:pt x="0" y="79908"/>
                  </a:lnTo>
                  <a:lnTo>
                    <a:pt x="0" y="82511"/>
                  </a:lnTo>
                  <a:lnTo>
                    <a:pt x="38341" y="82511"/>
                  </a:lnTo>
                  <a:lnTo>
                    <a:pt x="38341" y="79908"/>
                  </a:lnTo>
                  <a:close/>
                </a:path>
                <a:path w="38734" h="114935">
                  <a:moveTo>
                    <a:pt x="38341" y="74574"/>
                  </a:moveTo>
                  <a:lnTo>
                    <a:pt x="0" y="74574"/>
                  </a:lnTo>
                  <a:lnTo>
                    <a:pt x="0" y="77177"/>
                  </a:lnTo>
                  <a:lnTo>
                    <a:pt x="38341" y="77177"/>
                  </a:lnTo>
                  <a:lnTo>
                    <a:pt x="38341" y="74574"/>
                  </a:lnTo>
                  <a:close/>
                </a:path>
                <a:path w="38734" h="114935">
                  <a:moveTo>
                    <a:pt x="38341" y="69253"/>
                  </a:moveTo>
                  <a:lnTo>
                    <a:pt x="0" y="69253"/>
                  </a:lnTo>
                  <a:lnTo>
                    <a:pt x="0" y="71856"/>
                  </a:lnTo>
                  <a:lnTo>
                    <a:pt x="38341" y="71856"/>
                  </a:lnTo>
                  <a:lnTo>
                    <a:pt x="38341" y="69253"/>
                  </a:lnTo>
                  <a:close/>
                </a:path>
                <a:path w="38734" h="114935">
                  <a:moveTo>
                    <a:pt x="38341" y="63919"/>
                  </a:moveTo>
                  <a:lnTo>
                    <a:pt x="0" y="63919"/>
                  </a:lnTo>
                  <a:lnTo>
                    <a:pt x="0" y="66522"/>
                  </a:lnTo>
                  <a:lnTo>
                    <a:pt x="38341" y="66522"/>
                  </a:lnTo>
                  <a:lnTo>
                    <a:pt x="38341" y="63919"/>
                  </a:lnTo>
                  <a:close/>
                </a:path>
                <a:path w="38734" h="114935">
                  <a:moveTo>
                    <a:pt x="38341" y="58597"/>
                  </a:moveTo>
                  <a:lnTo>
                    <a:pt x="0" y="58597"/>
                  </a:lnTo>
                  <a:lnTo>
                    <a:pt x="0" y="61201"/>
                  </a:lnTo>
                  <a:lnTo>
                    <a:pt x="38341" y="61201"/>
                  </a:lnTo>
                  <a:lnTo>
                    <a:pt x="38341" y="58597"/>
                  </a:lnTo>
                  <a:close/>
                </a:path>
                <a:path w="38734" h="114935">
                  <a:moveTo>
                    <a:pt x="38341" y="53276"/>
                  </a:moveTo>
                  <a:lnTo>
                    <a:pt x="0" y="53276"/>
                  </a:lnTo>
                  <a:lnTo>
                    <a:pt x="0" y="55880"/>
                  </a:lnTo>
                  <a:lnTo>
                    <a:pt x="38341" y="55880"/>
                  </a:lnTo>
                  <a:lnTo>
                    <a:pt x="38341" y="53276"/>
                  </a:lnTo>
                  <a:close/>
                </a:path>
                <a:path w="38734" h="114935">
                  <a:moveTo>
                    <a:pt x="38341" y="47942"/>
                  </a:moveTo>
                  <a:lnTo>
                    <a:pt x="0" y="47942"/>
                  </a:lnTo>
                  <a:lnTo>
                    <a:pt x="0" y="50546"/>
                  </a:lnTo>
                  <a:lnTo>
                    <a:pt x="38341" y="50546"/>
                  </a:lnTo>
                  <a:lnTo>
                    <a:pt x="38341" y="47942"/>
                  </a:lnTo>
                  <a:close/>
                </a:path>
                <a:path w="38734" h="114935">
                  <a:moveTo>
                    <a:pt x="38341" y="42621"/>
                  </a:moveTo>
                  <a:lnTo>
                    <a:pt x="0" y="42621"/>
                  </a:lnTo>
                  <a:lnTo>
                    <a:pt x="0" y="45224"/>
                  </a:lnTo>
                  <a:lnTo>
                    <a:pt x="38341" y="45224"/>
                  </a:lnTo>
                  <a:lnTo>
                    <a:pt x="38341" y="42621"/>
                  </a:lnTo>
                  <a:close/>
                </a:path>
                <a:path w="38734" h="114935">
                  <a:moveTo>
                    <a:pt x="38341" y="37287"/>
                  </a:moveTo>
                  <a:lnTo>
                    <a:pt x="0" y="37287"/>
                  </a:lnTo>
                  <a:lnTo>
                    <a:pt x="0" y="39890"/>
                  </a:lnTo>
                  <a:lnTo>
                    <a:pt x="38341" y="39890"/>
                  </a:lnTo>
                  <a:lnTo>
                    <a:pt x="38341" y="37287"/>
                  </a:lnTo>
                  <a:close/>
                </a:path>
                <a:path w="38734" h="114935">
                  <a:moveTo>
                    <a:pt x="38341" y="31953"/>
                  </a:moveTo>
                  <a:lnTo>
                    <a:pt x="0" y="31953"/>
                  </a:lnTo>
                  <a:lnTo>
                    <a:pt x="0" y="34556"/>
                  </a:lnTo>
                  <a:lnTo>
                    <a:pt x="38341" y="34556"/>
                  </a:lnTo>
                  <a:lnTo>
                    <a:pt x="38341" y="31953"/>
                  </a:lnTo>
                  <a:close/>
                </a:path>
                <a:path w="38734" h="114935">
                  <a:moveTo>
                    <a:pt x="38341" y="26631"/>
                  </a:moveTo>
                  <a:lnTo>
                    <a:pt x="0" y="26631"/>
                  </a:lnTo>
                  <a:lnTo>
                    <a:pt x="0" y="29235"/>
                  </a:lnTo>
                  <a:lnTo>
                    <a:pt x="38341" y="29235"/>
                  </a:lnTo>
                  <a:lnTo>
                    <a:pt x="38341" y="26631"/>
                  </a:lnTo>
                  <a:close/>
                </a:path>
                <a:path w="38734" h="114935">
                  <a:moveTo>
                    <a:pt x="38341" y="21297"/>
                  </a:moveTo>
                  <a:lnTo>
                    <a:pt x="0" y="21297"/>
                  </a:lnTo>
                  <a:lnTo>
                    <a:pt x="0" y="23901"/>
                  </a:lnTo>
                  <a:lnTo>
                    <a:pt x="38341" y="23901"/>
                  </a:lnTo>
                  <a:lnTo>
                    <a:pt x="38341" y="21297"/>
                  </a:lnTo>
                  <a:close/>
                </a:path>
                <a:path w="38734" h="114935">
                  <a:moveTo>
                    <a:pt x="38341" y="15976"/>
                  </a:moveTo>
                  <a:lnTo>
                    <a:pt x="0" y="15976"/>
                  </a:lnTo>
                  <a:lnTo>
                    <a:pt x="0" y="18580"/>
                  </a:lnTo>
                  <a:lnTo>
                    <a:pt x="38341" y="18580"/>
                  </a:lnTo>
                  <a:lnTo>
                    <a:pt x="38341" y="15976"/>
                  </a:lnTo>
                  <a:close/>
                </a:path>
                <a:path w="38734" h="114935">
                  <a:moveTo>
                    <a:pt x="38341" y="10655"/>
                  </a:moveTo>
                  <a:lnTo>
                    <a:pt x="0" y="10655"/>
                  </a:lnTo>
                  <a:lnTo>
                    <a:pt x="0" y="13258"/>
                  </a:lnTo>
                  <a:lnTo>
                    <a:pt x="38341" y="13258"/>
                  </a:lnTo>
                  <a:lnTo>
                    <a:pt x="38341" y="10655"/>
                  </a:lnTo>
                  <a:close/>
                </a:path>
                <a:path w="38734" h="114935">
                  <a:moveTo>
                    <a:pt x="38341" y="5321"/>
                  </a:moveTo>
                  <a:lnTo>
                    <a:pt x="0" y="5321"/>
                  </a:lnTo>
                  <a:lnTo>
                    <a:pt x="0" y="7924"/>
                  </a:lnTo>
                  <a:lnTo>
                    <a:pt x="38341" y="7924"/>
                  </a:lnTo>
                  <a:lnTo>
                    <a:pt x="38341" y="5321"/>
                  </a:lnTo>
                  <a:close/>
                </a:path>
                <a:path w="38734" h="114935">
                  <a:moveTo>
                    <a:pt x="38341" y="0"/>
                  </a:moveTo>
                  <a:lnTo>
                    <a:pt x="0" y="0"/>
                  </a:lnTo>
                  <a:lnTo>
                    <a:pt x="0" y="2603"/>
                  </a:lnTo>
                  <a:lnTo>
                    <a:pt x="38341" y="2603"/>
                  </a:lnTo>
                  <a:lnTo>
                    <a:pt x="38341" y="0"/>
                  </a:lnTo>
                  <a:close/>
                </a:path>
              </a:pathLst>
            </a:custGeom>
            <a:solidFill>
              <a:srgbClr val="545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311639" y="2645663"/>
              <a:ext cx="292607" cy="167639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309489" y="2858934"/>
              <a:ext cx="296207" cy="166462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348114" y="3008483"/>
              <a:ext cx="226519" cy="28609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9349854" y="3021469"/>
              <a:ext cx="224790" cy="15875"/>
            </a:xfrm>
            <a:custGeom>
              <a:avLst/>
              <a:gdLst/>
              <a:ahLst/>
              <a:cxnLst/>
              <a:rect l="l" t="t" r="r" b="b"/>
              <a:pathLst>
                <a:path w="224790" h="15875">
                  <a:moveTo>
                    <a:pt x="3492" y="0"/>
                  </a:moveTo>
                  <a:lnTo>
                    <a:pt x="0" y="0"/>
                  </a:lnTo>
                  <a:lnTo>
                    <a:pt x="0" y="15633"/>
                  </a:lnTo>
                  <a:lnTo>
                    <a:pt x="3492" y="15633"/>
                  </a:lnTo>
                  <a:lnTo>
                    <a:pt x="3492" y="0"/>
                  </a:lnTo>
                  <a:close/>
                </a:path>
                <a:path w="224790" h="15875">
                  <a:moveTo>
                    <a:pt x="10617" y="0"/>
                  </a:moveTo>
                  <a:lnTo>
                    <a:pt x="7137" y="0"/>
                  </a:lnTo>
                  <a:lnTo>
                    <a:pt x="7137" y="15633"/>
                  </a:lnTo>
                  <a:lnTo>
                    <a:pt x="10617" y="15633"/>
                  </a:lnTo>
                  <a:lnTo>
                    <a:pt x="10617" y="0"/>
                  </a:lnTo>
                  <a:close/>
                </a:path>
                <a:path w="224790" h="15875">
                  <a:moveTo>
                    <a:pt x="17754" y="0"/>
                  </a:moveTo>
                  <a:lnTo>
                    <a:pt x="14274" y="0"/>
                  </a:lnTo>
                  <a:lnTo>
                    <a:pt x="14274" y="15633"/>
                  </a:lnTo>
                  <a:lnTo>
                    <a:pt x="17754" y="15633"/>
                  </a:lnTo>
                  <a:lnTo>
                    <a:pt x="17754" y="0"/>
                  </a:lnTo>
                  <a:close/>
                </a:path>
                <a:path w="224790" h="15875">
                  <a:moveTo>
                    <a:pt x="24904" y="0"/>
                  </a:moveTo>
                  <a:lnTo>
                    <a:pt x="21424" y="0"/>
                  </a:lnTo>
                  <a:lnTo>
                    <a:pt x="21424" y="15633"/>
                  </a:lnTo>
                  <a:lnTo>
                    <a:pt x="24904" y="15633"/>
                  </a:lnTo>
                  <a:lnTo>
                    <a:pt x="24904" y="0"/>
                  </a:lnTo>
                  <a:close/>
                </a:path>
                <a:path w="224790" h="15875">
                  <a:moveTo>
                    <a:pt x="32042" y="0"/>
                  </a:moveTo>
                  <a:lnTo>
                    <a:pt x="28562" y="0"/>
                  </a:lnTo>
                  <a:lnTo>
                    <a:pt x="28562" y="15633"/>
                  </a:lnTo>
                  <a:lnTo>
                    <a:pt x="32042" y="15633"/>
                  </a:lnTo>
                  <a:lnTo>
                    <a:pt x="32042" y="0"/>
                  </a:lnTo>
                  <a:close/>
                </a:path>
                <a:path w="224790" h="15875">
                  <a:moveTo>
                    <a:pt x="39179" y="0"/>
                  </a:moveTo>
                  <a:lnTo>
                    <a:pt x="35699" y="0"/>
                  </a:lnTo>
                  <a:lnTo>
                    <a:pt x="35699" y="15633"/>
                  </a:lnTo>
                  <a:lnTo>
                    <a:pt x="39179" y="15633"/>
                  </a:lnTo>
                  <a:lnTo>
                    <a:pt x="39179" y="0"/>
                  </a:lnTo>
                  <a:close/>
                </a:path>
                <a:path w="224790" h="15875">
                  <a:moveTo>
                    <a:pt x="46316" y="0"/>
                  </a:moveTo>
                  <a:lnTo>
                    <a:pt x="42837" y="0"/>
                  </a:lnTo>
                  <a:lnTo>
                    <a:pt x="42837" y="15633"/>
                  </a:lnTo>
                  <a:lnTo>
                    <a:pt x="46316" y="15633"/>
                  </a:lnTo>
                  <a:lnTo>
                    <a:pt x="46316" y="0"/>
                  </a:lnTo>
                  <a:close/>
                </a:path>
                <a:path w="224790" h="15875">
                  <a:moveTo>
                    <a:pt x="53454" y="0"/>
                  </a:moveTo>
                  <a:lnTo>
                    <a:pt x="49961" y="0"/>
                  </a:lnTo>
                  <a:lnTo>
                    <a:pt x="49961" y="15633"/>
                  </a:lnTo>
                  <a:lnTo>
                    <a:pt x="53454" y="15633"/>
                  </a:lnTo>
                  <a:lnTo>
                    <a:pt x="53454" y="0"/>
                  </a:lnTo>
                  <a:close/>
                </a:path>
                <a:path w="224790" h="15875">
                  <a:moveTo>
                    <a:pt x="60591" y="0"/>
                  </a:moveTo>
                  <a:lnTo>
                    <a:pt x="57099" y="0"/>
                  </a:lnTo>
                  <a:lnTo>
                    <a:pt x="57099" y="15633"/>
                  </a:lnTo>
                  <a:lnTo>
                    <a:pt x="60591" y="15633"/>
                  </a:lnTo>
                  <a:lnTo>
                    <a:pt x="60591" y="0"/>
                  </a:lnTo>
                  <a:close/>
                </a:path>
                <a:path w="224790" h="15875">
                  <a:moveTo>
                    <a:pt x="67729" y="0"/>
                  </a:moveTo>
                  <a:lnTo>
                    <a:pt x="64236" y="0"/>
                  </a:lnTo>
                  <a:lnTo>
                    <a:pt x="64236" y="15633"/>
                  </a:lnTo>
                  <a:lnTo>
                    <a:pt x="67729" y="15633"/>
                  </a:lnTo>
                  <a:lnTo>
                    <a:pt x="67729" y="0"/>
                  </a:lnTo>
                  <a:close/>
                </a:path>
                <a:path w="224790" h="15875">
                  <a:moveTo>
                    <a:pt x="74866" y="0"/>
                  </a:moveTo>
                  <a:lnTo>
                    <a:pt x="71374" y="0"/>
                  </a:lnTo>
                  <a:lnTo>
                    <a:pt x="71374" y="15633"/>
                  </a:lnTo>
                  <a:lnTo>
                    <a:pt x="74866" y="15633"/>
                  </a:lnTo>
                  <a:lnTo>
                    <a:pt x="74866" y="0"/>
                  </a:lnTo>
                  <a:close/>
                </a:path>
                <a:path w="224790" h="15875">
                  <a:moveTo>
                    <a:pt x="82016" y="0"/>
                  </a:moveTo>
                  <a:lnTo>
                    <a:pt x="78524" y="0"/>
                  </a:lnTo>
                  <a:lnTo>
                    <a:pt x="78524" y="15633"/>
                  </a:lnTo>
                  <a:lnTo>
                    <a:pt x="82016" y="15633"/>
                  </a:lnTo>
                  <a:lnTo>
                    <a:pt x="82016" y="0"/>
                  </a:lnTo>
                  <a:close/>
                </a:path>
                <a:path w="224790" h="15875">
                  <a:moveTo>
                    <a:pt x="89154" y="0"/>
                  </a:moveTo>
                  <a:lnTo>
                    <a:pt x="85661" y="0"/>
                  </a:lnTo>
                  <a:lnTo>
                    <a:pt x="85661" y="15633"/>
                  </a:lnTo>
                  <a:lnTo>
                    <a:pt x="89154" y="15633"/>
                  </a:lnTo>
                  <a:lnTo>
                    <a:pt x="89154" y="0"/>
                  </a:lnTo>
                  <a:close/>
                </a:path>
                <a:path w="224790" h="15875">
                  <a:moveTo>
                    <a:pt x="96291" y="0"/>
                  </a:moveTo>
                  <a:lnTo>
                    <a:pt x="92798" y="0"/>
                  </a:lnTo>
                  <a:lnTo>
                    <a:pt x="92798" y="15633"/>
                  </a:lnTo>
                  <a:lnTo>
                    <a:pt x="96291" y="15633"/>
                  </a:lnTo>
                  <a:lnTo>
                    <a:pt x="96291" y="0"/>
                  </a:lnTo>
                  <a:close/>
                </a:path>
                <a:path w="224790" h="15875">
                  <a:moveTo>
                    <a:pt x="103428" y="0"/>
                  </a:moveTo>
                  <a:lnTo>
                    <a:pt x="99936" y="0"/>
                  </a:lnTo>
                  <a:lnTo>
                    <a:pt x="99936" y="15633"/>
                  </a:lnTo>
                  <a:lnTo>
                    <a:pt x="103428" y="15633"/>
                  </a:lnTo>
                  <a:lnTo>
                    <a:pt x="103428" y="0"/>
                  </a:lnTo>
                  <a:close/>
                </a:path>
                <a:path w="224790" h="15875">
                  <a:moveTo>
                    <a:pt x="110566" y="0"/>
                  </a:moveTo>
                  <a:lnTo>
                    <a:pt x="107073" y="0"/>
                  </a:lnTo>
                  <a:lnTo>
                    <a:pt x="107073" y="15633"/>
                  </a:lnTo>
                  <a:lnTo>
                    <a:pt x="110566" y="15633"/>
                  </a:lnTo>
                  <a:lnTo>
                    <a:pt x="110566" y="0"/>
                  </a:lnTo>
                  <a:close/>
                </a:path>
                <a:path w="224790" h="15875">
                  <a:moveTo>
                    <a:pt x="117703" y="0"/>
                  </a:moveTo>
                  <a:lnTo>
                    <a:pt x="114211" y="0"/>
                  </a:lnTo>
                  <a:lnTo>
                    <a:pt x="114211" y="15633"/>
                  </a:lnTo>
                  <a:lnTo>
                    <a:pt x="117703" y="15633"/>
                  </a:lnTo>
                  <a:lnTo>
                    <a:pt x="117703" y="0"/>
                  </a:lnTo>
                  <a:close/>
                </a:path>
                <a:path w="224790" h="15875">
                  <a:moveTo>
                    <a:pt x="124841" y="0"/>
                  </a:moveTo>
                  <a:lnTo>
                    <a:pt x="121348" y="0"/>
                  </a:lnTo>
                  <a:lnTo>
                    <a:pt x="121348" y="15633"/>
                  </a:lnTo>
                  <a:lnTo>
                    <a:pt x="124841" y="15633"/>
                  </a:lnTo>
                  <a:lnTo>
                    <a:pt x="124841" y="0"/>
                  </a:lnTo>
                  <a:close/>
                </a:path>
                <a:path w="224790" h="15875">
                  <a:moveTo>
                    <a:pt x="131991" y="0"/>
                  </a:moveTo>
                  <a:lnTo>
                    <a:pt x="128498" y="0"/>
                  </a:lnTo>
                  <a:lnTo>
                    <a:pt x="128498" y="15633"/>
                  </a:lnTo>
                  <a:lnTo>
                    <a:pt x="131991" y="15633"/>
                  </a:lnTo>
                  <a:lnTo>
                    <a:pt x="131991" y="0"/>
                  </a:lnTo>
                  <a:close/>
                </a:path>
                <a:path w="224790" h="15875">
                  <a:moveTo>
                    <a:pt x="139115" y="0"/>
                  </a:moveTo>
                  <a:lnTo>
                    <a:pt x="135636" y="0"/>
                  </a:lnTo>
                  <a:lnTo>
                    <a:pt x="135636" y="15633"/>
                  </a:lnTo>
                  <a:lnTo>
                    <a:pt x="139115" y="15633"/>
                  </a:lnTo>
                  <a:lnTo>
                    <a:pt x="139115" y="0"/>
                  </a:lnTo>
                  <a:close/>
                </a:path>
                <a:path w="224790" h="15875">
                  <a:moveTo>
                    <a:pt x="146253" y="0"/>
                  </a:moveTo>
                  <a:lnTo>
                    <a:pt x="142773" y="0"/>
                  </a:lnTo>
                  <a:lnTo>
                    <a:pt x="142773" y="15633"/>
                  </a:lnTo>
                  <a:lnTo>
                    <a:pt x="146253" y="15633"/>
                  </a:lnTo>
                  <a:lnTo>
                    <a:pt x="146253" y="0"/>
                  </a:lnTo>
                  <a:close/>
                </a:path>
                <a:path w="224790" h="15875">
                  <a:moveTo>
                    <a:pt x="153390" y="0"/>
                  </a:moveTo>
                  <a:lnTo>
                    <a:pt x="149910" y="0"/>
                  </a:lnTo>
                  <a:lnTo>
                    <a:pt x="149910" y="15633"/>
                  </a:lnTo>
                  <a:lnTo>
                    <a:pt x="153390" y="15633"/>
                  </a:lnTo>
                  <a:lnTo>
                    <a:pt x="153390" y="0"/>
                  </a:lnTo>
                  <a:close/>
                </a:path>
                <a:path w="224790" h="15875">
                  <a:moveTo>
                    <a:pt x="160528" y="0"/>
                  </a:moveTo>
                  <a:lnTo>
                    <a:pt x="157048" y="0"/>
                  </a:lnTo>
                  <a:lnTo>
                    <a:pt x="157048" y="15633"/>
                  </a:lnTo>
                  <a:lnTo>
                    <a:pt x="160528" y="15633"/>
                  </a:lnTo>
                  <a:lnTo>
                    <a:pt x="160528" y="0"/>
                  </a:lnTo>
                  <a:close/>
                </a:path>
                <a:path w="224790" h="15875">
                  <a:moveTo>
                    <a:pt x="167665" y="0"/>
                  </a:moveTo>
                  <a:lnTo>
                    <a:pt x="164172" y="0"/>
                  </a:lnTo>
                  <a:lnTo>
                    <a:pt x="164172" y="15633"/>
                  </a:lnTo>
                  <a:lnTo>
                    <a:pt x="167665" y="15633"/>
                  </a:lnTo>
                  <a:lnTo>
                    <a:pt x="167665" y="0"/>
                  </a:lnTo>
                  <a:close/>
                </a:path>
                <a:path w="224790" h="15875">
                  <a:moveTo>
                    <a:pt x="174802" y="0"/>
                  </a:moveTo>
                  <a:lnTo>
                    <a:pt x="171310" y="0"/>
                  </a:lnTo>
                  <a:lnTo>
                    <a:pt x="171310" y="15633"/>
                  </a:lnTo>
                  <a:lnTo>
                    <a:pt x="174802" y="15633"/>
                  </a:lnTo>
                  <a:lnTo>
                    <a:pt x="174802" y="0"/>
                  </a:lnTo>
                  <a:close/>
                </a:path>
                <a:path w="224790" h="15875">
                  <a:moveTo>
                    <a:pt x="181940" y="0"/>
                  </a:moveTo>
                  <a:lnTo>
                    <a:pt x="178447" y="0"/>
                  </a:lnTo>
                  <a:lnTo>
                    <a:pt x="178447" y="15633"/>
                  </a:lnTo>
                  <a:lnTo>
                    <a:pt x="181940" y="15633"/>
                  </a:lnTo>
                  <a:lnTo>
                    <a:pt x="181940" y="0"/>
                  </a:lnTo>
                  <a:close/>
                </a:path>
                <a:path w="224790" h="15875">
                  <a:moveTo>
                    <a:pt x="189090" y="0"/>
                  </a:moveTo>
                  <a:lnTo>
                    <a:pt x="185597" y="0"/>
                  </a:lnTo>
                  <a:lnTo>
                    <a:pt x="185597" y="15633"/>
                  </a:lnTo>
                  <a:lnTo>
                    <a:pt x="189090" y="15633"/>
                  </a:lnTo>
                  <a:lnTo>
                    <a:pt x="189090" y="0"/>
                  </a:lnTo>
                  <a:close/>
                </a:path>
                <a:path w="224790" h="15875">
                  <a:moveTo>
                    <a:pt x="196227" y="0"/>
                  </a:moveTo>
                  <a:lnTo>
                    <a:pt x="192735" y="0"/>
                  </a:lnTo>
                  <a:lnTo>
                    <a:pt x="192735" y="15633"/>
                  </a:lnTo>
                  <a:lnTo>
                    <a:pt x="196227" y="15633"/>
                  </a:lnTo>
                  <a:lnTo>
                    <a:pt x="196227" y="0"/>
                  </a:lnTo>
                  <a:close/>
                </a:path>
                <a:path w="224790" h="15875">
                  <a:moveTo>
                    <a:pt x="203365" y="0"/>
                  </a:moveTo>
                  <a:lnTo>
                    <a:pt x="199872" y="0"/>
                  </a:lnTo>
                  <a:lnTo>
                    <a:pt x="199872" y="15633"/>
                  </a:lnTo>
                  <a:lnTo>
                    <a:pt x="203365" y="15633"/>
                  </a:lnTo>
                  <a:lnTo>
                    <a:pt x="203365" y="0"/>
                  </a:lnTo>
                  <a:close/>
                </a:path>
                <a:path w="224790" h="15875">
                  <a:moveTo>
                    <a:pt x="210502" y="0"/>
                  </a:moveTo>
                  <a:lnTo>
                    <a:pt x="207010" y="0"/>
                  </a:lnTo>
                  <a:lnTo>
                    <a:pt x="207010" y="15633"/>
                  </a:lnTo>
                  <a:lnTo>
                    <a:pt x="210502" y="15633"/>
                  </a:lnTo>
                  <a:lnTo>
                    <a:pt x="210502" y="0"/>
                  </a:lnTo>
                  <a:close/>
                </a:path>
                <a:path w="224790" h="15875">
                  <a:moveTo>
                    <a:pt x="217639" y="0"/>
                  </a:moveTo>
                  <a:lnTo>
                    <a:pt x="214147" y="0"/>
                  </a:lnTo>
                  <a:lnTo>
                    <a:pt x="214147" y="15633"/>
                  </a:lnTo>
                  <a:lnTo>
                    <a:pt x="217639" y="15633"/>
                  </a:lnTo>
                  <a:lnTo>
                    <a:pt x="217639" y="0"/>
                  </a:lnTo>
                  <a:close/>
                </a:path>
                <a:path w="224790" h="15875">
                  <a:moveTo>
                    <a:pt x="224777" y="0"/>
                  </a:moveTo>
                  <a:lnTo>
                    <a:pt x="221284" y="0"/>
                  </a:lnTo>
                  <a:lnTo>
                    <a:pt x="221284" y="15633"/>
                  </a:lnTo>
                  <a:lnTo>
                    <a:pt x="224777" y="15633"/>
                  </a:lnTo>
                  <a:lnTo>
                    <a:pt x="224777" y="0"/>
                  </a:lnTo>
                  <a:close/>
                </a:path>
              </a:pathLst>
            </a:custGeom>
            <a:solidFill>
              <a:srgbClr val="545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348114" y="3007181"/>
              <a:ext cx="226519" cy="1428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348114" y="2847228"/>
              <a:ext cx="226519" cy="28609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9348114" y="2847238"/>
              <a:ext cx="224790" cy="29209"/>
            </a:xfrm>
            <a:custGeom>
              <a:avLst/>
              <a:gdLst/>
              <a:ahLst/>
              <a:cxnLst/>
              <a:rect l="l" t="t" r="r" b="b"/>
              <a:pathLst>
                <a:path w="224790" h="29210">
                  <a:moveTo>
                    <a:pt x="3479" y="0"/>
                  </a:moveTo>
                  <a:lnTo>
                    <a:pt x="0" y="0"/>
                  </a:lnTo>
                  <a:lnTo>
                    <a:pt x="0" y="28600"/>
                  </a:lnTo>
                  <a:lnTo>
                    <a:pt x="3479" y="28600"/>
                  </a:lnTo>
                  <a:lnTo>
                    <a:pt x="3479" y="0"/>
                  </a:lnTo>
                  <a:close/>
                </a:path>
                <a:path w="224790" h="29210">
                  <a:moveTo>
                    <a:pt x="10617" y="0"/>
                  </a:moveTo>
                  <a:lnTo>
                    <a:pt x="7124" y="0"/>
                  </a:lnTo>
                  <a:lnTo>
                    <a:pt x="7124" y="28600"/>
                  </a:lnTo>
                  <a:lnTo>
                    <a:pt x="10617" y="28600"/>
                  </a:lnTo>
                  <a:lnTo>
                    <a:pt x="10617" y="0"/>
                  </a:lnTo>
                  <a:close/>
                </a:path>
                <a:path w="224790" h="29210">
                  <a:moveTo>
                    <a:pt x="17767" y="0"/>
                  </a:moveTo>
                  <a:lnTo>
                    <a:pt x="14274" y="0"/>
                  </a:lnTo>
                  <a:lnTo>
                    <a:pt x="14274" y="28600"/>
                  </a:lnTo>
                  <a:lnTo>
                    <a:pt x="17767" y="28600"/>
                  </a:lnTo>
                  <a:lnTo>
                    <a:pt x="17767" y="0"/>
                  </a:lnTo>
                  <a:close/>
                </a:path>
                <a:path w="224790" h="29210">
                  <a:moveTo>
                    <a:pt x="24904" y="0"/>
                  </a:moveTo>
                  <a:lnTo>
                    <a:pt x="21412" y="0"/>
                  </a:lnTo>
                  <a:lnTo>
                    <a:pt x="21412" y="28600"/>
                  </a:lnTo>
                  <a:lnTo>
                    <a:pt x="24904" y="28600"/>
                  </a:lnTo>
                  <a:lnTo>
                    <a:pt x="24904" y="0"/>
                  </a:lnTo>
                  <a:close/>
                </a:path>
                <a:path w="224790" h="29210">
                  <a:moveTo>
                    <a:pt x="32042" y="0"/>
                  </a:moveTo>
                  <a:lnTo>
                    <a:pt x="28549" y="0"/>
                  </a:lnTo>
                  <a:lnTo>
                    <a:pt x="28549" y="28600"/>
                  </a:lnTo>
                  <a:lnTo>
                    <a:pt x="32042" y="28600"/>
                  </a:lnTo>
                  <a:lnTo>
                    <a:pt x="32042" y="0"/>
                  </a:lnTo>
                  <a:close/>
                </a:path>
                <a:path w="224790" h="29210">
                  <a:moveTo>
                    <a:pt x="39179" y="0"/>
                  </a:moveTo>
                  <a:lnTo>
                    <a:pt x="35687" y="0"/>
                  </a:lnTo>
                  <a:lnTo>
                    <a:pt x="35687" y="28600"/>
                  </a:lnTo>
                  <a:lnTo>
                    <a:pt x="39179" y="28600"/>
                  </a:lnTo>
                  <a:lnTo>
                    <a:pt x="39179" y="0"/>
                  </a:lnTo>
                  <a:close/>
                </a:path>
                <a:path w="224790" h="29210">
                  <a:moveTo>
                    <a:pt x="46316" y="0"/>
                  </a:moveTo>
                  <a:lnTo>
                    <a:pt x="42824" y="0"/>
                  </a:lnTo>
                  <a:lnTo>
                    <a:pt x="42824" y="28600"/>
                  </a:lnTo>
                  <a:lnTo>
                    <a:pt x="46316" y="28600"/>
                  </a:lnTo>
                  <a:lnTo>
                    <a:pt x="46316" y="0"/>
                  </a:lnTo>
                  <a:close/>
                </a:path>
                <a:path w="224790" h="29210">
                  <a:moveTo>
                    <a:pt x="53454" y="0"/>
                  </a:moveTo>
                  <a:lnTo>
                    <a:pt x="49961" y="0"/>
                  </a:lnTo>
                  <a:lnTo>
                    <a:pt x="49961" y="28600"/>
                  </a:lnTo>
                  <a:lnTo>
                    <a:pt x="53454" y="28600"/>
                  </a:lnTo>
                  <a:lnTo>
                    <a:pt x="53454" y="0"/>
                  </a:lnTo>
                  <a:close/>
                </a:path>
                <a:path w="224790" h="29210">
                  <a:moveTo>
                    <a:pt x="60591" y="0"/>
                  </a:moveTo>
                  <a:lnTo>
                    <a:pt x="57099" y="0"/>
                  </a:lnTo>
                  <a:lnTo>
                    <a:pt x="57099" y="28600"/>
                  </a:lnTo>
                  <a:lnTo>
                    <a:pt x="60591" y="28600"/>
                  </a:lnTo>
                  <a:lnTo>
                    <a:pt x="60591" y="0"/>
                  </a:lnTo>
                  <a:close/>
                </a:path>
                <a:path w="224790" h="29210">
                  <a:moveTo>
                    <a:pt x="67729" y="0"/>
                  </a:moveTo>
                  <a:lnTo>
                    <a:pt x="64236" y="0"/>
                  </a:lnTo>
                  <a:lnTo>
                    <a:pt x="64236" y="28600"/>
                  </a:lnTo>
                  <a:lnTo>
                    <a:pt x="67729" y="28600"/>
                  </a:lnTo>
                  <a:lnTo>
                    <a:pt x="67729" y="0"/>
                  </a:lnTo>
                  <a:close/>
                </a:path>
                <a:path w="224790" h="29210">
                  <a:moveTo>
                    <a:pt x="74879" y="0"/>
                  </a:moveTo>
                  <a:lnTo>
                    <a:pt x="71386" y="0"/>
                  </a:lnTo>
                  <a:lnTo>
                    <a:pt x="71386" y="28600"/>
                  </a:lnTo>
                  <a:lnTo>
                    <a:pt x="74879" y="28600"/>
                  </a:lnTo>
                  <a:lnTo>
                    <a:pt x="74879" y="0"/>
                  </a:lnTo>
                  <a:close/>
                </a:path>
                <a:path w="224790" h="29210">
                  <a:moveTo>
                    <a:pt x="82016" y="0"/>
                  </a:moveTo>
                  <a:lnTo>
                    <a:pt x="78524" y="0"/>
                  </a:lnTo>
                  <a:lnTo>
                    <a:pt x="78524" y="28600"/>
                  </a:lnTo>
                  <a:lnTo>
                    <a:pt x="82016" y="28600"/>
                  </a:lnTo>
                  <a:lnTo>
                    <a:pt x="82016" y="0"/>
                  </a:lnTo>
                  <a:close/>
                </a:path>
                <a:path w="224790" h="29210">
                  <a:moveTo>
                    <a:pt x="89154" y="0"/>
                  </a:moveTo>
                  <a:lnTo>
                    <a:pt x="85661" y="0"/>
                  </a:lnTo>
                  <a:lnTo>
                    <a:pt x="85661" y="28600"/>
                  </a:lnTo>
                  <a:lnTo>
                    <a:pt x="89154" y="28600"/>
                  </a:lnTo>
                  <a:lnTo>
                    <a:pt x="89154" y="0"/>
                  </a:lnTo>
                  <a:close/>
                </a:path>
                <a:path w="224790" h="29210">
                  <a:moveTo>
                    <a:pt x="96278" y="0"/>
                  </a:moveTo>
                  <a:lnTo>
                    <a:pt x="92798" y="0"/>
                  </a:lnTo>
                  <a:lnTo>
                    <a:pt x="92798" y="28600"/>
                  </a:lnTo>
                  <a:lnTo>
                    <a:pt x="96278" y="28600"/>
                  </a:lnTo>
                  <a:lnTo>
                    <a:pt x="96278" y="0"/>
                  </a:lnTo>
                  <a:close/>
                </a:path>
                <a:path w="224790" h="29210">
                  <a:moveTo>
                    <a:pt x="103416" y="0"/>
                  </a:moveTo>
                  <a:lnTo>
                    <a:pt x="99936" y="0"/>
                  </a:lnTo>
                  <a:lnTo>
                    <a:pt x="99936" y="28600"/>
                  </a:lnTo>
                  <a:lnTo>
                    <a:pt x="103416" y="28600"/>
                  </a:lnTo>
                  <a:lnTo>
                    <a:pt x="103416" y="0"/>
                  </a:lnTo>
                  <a:close/>
                </a:path>
                <a:path w="224790" h="29210">
                  <a:moveTo>
                    <a:pt x="110553" y="0"/>
                  </a:moveTo>
                  <a:lnTo>
                    <a:pt x="107073" y="0"/>
                  </a:lnTo>
                  <a:lnTo>
                    <a:pt x="107073" y="28600"/>
                  </a:lnTo>
                  <a:lnTo>
                    <a:pt x="110553" y="28600"/>
                  </a:lnTo>
                  <a:lnTo>
                    <a:pt x="110553" y="0"/>
                  </a:lnTo>
                  <a:close/>
                </a:path>
                <a:path w="224790" h="29210">
                  <a:moveTo>
                    <a:pt x="117690" y="0"/>
                  </a:moveTo>
                  <a:lnTo>
                    <a:pt x="114211" y="0"/>
                  </a:lnTo>
                  <a:lnTo>
                    <a:pt x="114211" y="28600"/>
                  </a:lnTo>
                  <a:lnTo>
                    <a:pt x="117690" y="28600"/>
                  </a:lnTo>
                  <a:lnTo>
                    <a:pt x="117690" y="0"/>
                  </a:lnTo>
                  <a:close/>
                </a:path>
                <a:path w="224790" h="29210">
                  <a:moveTo>
                    <a:pt x="124841" y="0"/>
                  </a:moveTo>
                  <a:lnTo>
                    <a:pt x="121361" y="0"/>
                  </a:lnTo>
                  <a:lnTo>
                    <a:pt x="121361" y="28600"/>
                  </a:lnTo>
                  <a:lnTo>
                    <a:pt x="124841" y="28600"/>
                  </a:lnTo>
                  <a:lnTo>
                    <a:pt x="124841" y="0"/>
                  </a:lnTo>
                  <a:close/>
                </a:path>
                <a:path w="224790" h="29210">
                  <a:moveTo>
                    <a:pt x="131978" y="0"/>
                  </a:moveTo>
                  <a:lnTo>
                    <a:pt x="128485" y="0"/>
                  </a:lnTo>
                  <a:lnTo>
                    <a:pt x="128485" y="28600"/>
                  </a:lnTo>
                  <a:lnTo>
                    <a:pt x="131978" y="28600"/>
                  </a:lnTo>
                  <a:lnTo>
                    <a:pt x="131978" y="0"/>
                  </a:lnTo>
                  <a:close/>
                </a:path>
                <a:path w="224790" h="29210">
                  <a:moveTo>
                    <a:pt x="139115" y="0"/>
                  </a:moveTo>
                  <a:lnTo>
                    <a:pt x="135623" y="0"/>
                  </a:lnTo>
                  <a:lnTo>
                    <a:pt x="135623" y="28600"/>
                  </a:lnTo>
                  <a:lnTo>
                    <a:pt x="139115" y="28600"/>
                  </a:lnTo>
                  <a:lnTo>
                    <a:pt x="139115" y="0"/>
                  </a:lnTo>
                  <a:close/>
                </a:path>
                <a:path w="224790" h="29210">
                  <a:moveTo>
                    <a:pt x="146253" y="0"/>
                  </a:moveTo>
                  <a:lnTo>
                    <a:pt x="142760" y="0"/>
                  </a:lnTo>
                  <a:lnTo>
                    <a:pt x="142760" y="28600"/>
                  </a:lnTo>
                  <a:lnTo>
                    <a:pt x="146253" y="28600"/>
                  </a:lnTo>
                  <a:lnTo>
                    <a:pt x="146253" y="0"/>
                  </a:lnTo>
                  <a:close/>
                </a:path>
                <a:path w="224790" h="29210">
                  <a:moveTo>
                    <a:pt x="153390" y="0"/>
                  </a:moveTo>
                  <a:lnTo>
                    <a:pt x="149898" y="0"/>
                  </a:lnTo>
                  <a:lnTo>
                    <a:pt x="149898" y="28600"/>
                  </a:lnTo>
                  <a:lnTo>
                    <a:pt x="153390" y="28600"/>
                  </a:lnTo>
                  <a:lnTo>
                    <a:pt x="153390" y="0"/>
                  </a:lnTo>
                  <a:close/>
                </a:path>
                <a:path w="224790" h="29210">
                  <a:moveTo>
                    <a:pt x="160528" y="0"/>
                  </a:moveTo>
                  <a:lnTo>
                    <a:pt x="157035" y="0"/>
                  </a:lnTo>
                  <a:lnTo>
                    <a:pt x="157035" y="28600"/>
                  </a:lnTo>
                  <a:lnTo>
                    <a:pt x="160528" y="28600"/>
                  </a:lnTo>
                  <a:lnTo>
                    <a:pt x="160528" y="0"/>
                  </a:lnTo>
                  <a:close/>
                </a:path>
                <a:path w="224790" h="29210">
                  <a:moveTo>
                    <a:pt x="167665" y="0"/>
                  </a:moveTo>
                  <a:lnTo>
                    <a:pt x="164172" y="0"/>
                  </a:lnTo>
                  <a:lnTo>
                    <a:pt x="164172" y="28600"/>
                  </a:lnTo>
                  <a:lnTo>
                    <a:pt x="167665" y="28600"/>
                  </a:lnTo>
                  <a:lnTo>
                    <a:pt x="167665" y="0"/>
                  </a:lnTo>
                  <a:close/>
                </a:path>
                <a:path w="224790" h="29210">
                  <a:moveTo>
                    <a:pt x="174802" y="0"/>
                  </a:moveTo>
                  <a:lnTo>
                    <a:pt x="171310" y="0"/>
                  </a:lnTo>
                  <a:lnTo>
                    <a:pt x="171310" y="28600"/>
                  </a:lnTo>
                  <a:lnTo>
                    <a:pt x="174802" y="28600"/>
                  </a:lnTo>
                  <a:lnTo>
                    <a:pt x="174802" y="0"/>
                  </a:lnTo>
                  <a:close/>
                </a:path>
                <a:path w="224790" h="29210">
                  <a:moveTo>
                    <a:pt x="181952" y="0"/>
                  </a:moveTo>
                  <a:lnTo>
                    <a:pt x="178460" y="0"/>
                  </a:lnTo>
                  <a:lnTo>
                    <a:pt x="178460" y="28600"/>
                  </a:lnTo>
                  <a:lnTo>
                    <a:pt x="181952" y="28600"/>
                  </a:lnTo>
                  <a:lnTo>
                    <a:pt x="181952" y="0"/>
                  </a:lnTo>
                  <a:close/>
                </a:path>
                <a:path w="224790" h="29210">
                  <a:moveTo>
                    <a:pt x="189090" y="0"/>
                  </a:moveTo>
                  <a:lnTo>
                    <a:pt x="185597" y="0"/>
                  </a:lnTo>
                  <a:lnTo>
                    <a:pt x="185597" y="28600"/>
                  </a:lnTo>
                  <a:lnTo>
                    <a:pt x="189090" y="28600"/>
                  </a:lnTo>
                  <a:lnTo>
                    <a:pt x="189090" y="0"/>
                  </a:lnTo>
                  <a:close/>
                </a:path>
                <a:path w="224790" h="29210">
                  <a:moveTo>
                    <a:pt x="196227" y="0"/>
                  </a:moveTo>
                  <a:lnTo>
                    <a:pt x="192735" y="0"/>
                  </a:lnTo>
                  <a:lnTo>
                    <a:pt x="192735" y="28600"/>
                  </a:lnTo>
                  <a:lnTo>
                    <a:pt x="196227" y="28600"/>
                  </a:lnTo>
                  <a:lnTo>
                    <a:pt x="196227" y="0"/>
                  </a:lnTo>
                  <a:close/>
                </a:path>
                <a:path w="224790" h="29210">
                  <a:moveTo>
                    <a:pt x="203365" y="0"/>
                  </a:moveTo>
                  <a:lnTo>
                    <a:pt x="199872" y="0"/>
                  </a:lnTo>
                  <a:lnTo>
                    <a:pt x="199872" y="28600"/>
                  </a:lnTo>
                  <a:lnTo>
                    <a:pt x="203365" y="28600"/>
                  </a:lnTo>
                  <a:lnTo>
                    <a:pt x="203365" y="0"/>
                  </a:lnTo>
                  <a:close/>
                </a:path>
                <a:path w="224790" h="29210">
                  <a:moveTo>
                    <a:pt x="210489" y="0"/>
                  </a:moveTo>
                  <a:lnTo>
                    <a:pt x="207010" y="0"/>
                  </a:lnTo>
                  <a:lnTo>
                    <a:pt x="207010" y="28600"/>
                  </a:lnTo>
                  <a:lnTo>
                    <a:pt x="210489" y="28600"/>
                  </a:lnTo>
                  <a:lnTo>
                    <a:pt x="210489" y="0"/>
                  </a:lnTo>
                  <a:close/>
                </a:path>
                <a:path w="224790" h="29210">
                  <a:moveTo>
                    <a:pt x="217627" y="0"/>
                  </a:moveTo>
                  <a:lnTo>
                    <a:pt x="214147" y="0"/>
                  </a:lnTo>
                  <a:lnTo>
                    <a:pt x="214147" y="28600"/>
                  </a:lnTo>
                  <a:lnTo>
                    <a:pt x="217627" y="28600"/>
                  </a:lnTo>
                  <a:lnTo>
                    <a:pt x="217627" y="0"/>
                  </a:lnTo>
                  <a:close/>
                </a:path>
                <a:path w="224790" h="29210">
                  <a:moveTo>
                    <a:pt x="224764" y="0"/>
                  </a:moveTo>
                  <a:lnTo>
                    <a:pt x="221284" y="0"/>
                  </a:lnTo>
                  <a:lnTo>
                    <a:pt x="221284" y="28600"/>
                  </a:lnTo>
                  <a:lnTo>
                    <a:pt x="224764" y="28600"/>
                  </a:lnTo>
                  <a:lnTo>
                    <a:pt x="224764" y="0"/>
                  </a:lnTo>
                  <a:close/>
                </a:path>
              </a:pathLst>
            </a:custGeom>
            <a:solidFill>
              <a:srgbClr val="545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299330" y="2882337"/>
              <a:ext cx="38332" cy="119636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9299321" y="2885579"/>
              <a:ext cx="38735" cy="114935"/>
            </a:xfrm>
            <a:custGeom>
              <a:avLst/>
              <a:gdLst/>
              <a:ahLst/>
              <a:cxnLst/>
              <a:rect l="l" t="t" r="r" b="b"/>
              <a:pathLst>
                <a:path w="38734" h="114935">
                  <a:moveTo>
                    <a:pt x="38341" y="111874"/>
                  </a:moveTo>
                  <a:lnTo>
                    <a:pt x="0" y="111874"/>
                  </a:lnTo>
                  <a:lnTo>
                    <a:pt x="0" y="114477"/>
                  </a:lnTo>
                  <a:lnTo>
                    <a:pt x="38341" y="114477"/>
                  </a:lnTo>
                  <a:lnTo>
                    <a:pt x="38341" y="111874"/>
                  </a:lnTo>
                  <a:close/>
                </a:path>
                <a:path w="38734" h="114935">
                  <a:moveTo>
                    <a:pt x="38341" y="106540"/>
                  </a:moveTo>
                  <a:lnTo>
                    <a:pt x="0" y="106540"/>
                  </a:lnTo>
                  <a:lnTo>
                    <a:pt x="0" y="109143"/>
                  </a:lnTo>
                  <a:lnTo>
                    <a:pt x="38341" y="109143"/>
                  </a:lnTo>
                  <a:lnTo>
                    <a:pt x="38341" y="106540"/>
                  </a:lnTo>
                  <a:close/>
                </a:path>
                <a:path w="38734" h="114935">
                  <a:moveTo>
                    <a:pt x="38341" y="101219"/>
                  </a:moveTo>
                  <a:lnTo>
                    <a:pt x="0" y="101219"/>
                  </a:lnTo>
                  <a:lnTo>
                    <a:pt x="0" y="103822"/>
                  </a:lnTo>
                  <a:lnTo>
                    <a:pt x="38341" y="103822"/>
                  </a:lnTo>
                  <a:lnTo>
                    <a:pt x="38341" y="101219"/>
                  </a:lnTo>
                  <a:close/>
                </a:path>
                <a:path w="38734" h="114935">
                  <a:moveTo>
                    <a:pt x="38341" y="95897"/>
                  </a:moveTo>
                  <a:lnTo>
                    <a:pt x="0" y="95897"/>
                  </a:lnTo>
                  <a:lnTo>
                    <a:pt x="0" y="98501"/>
                  </a:lnTo>
                  <a:lnTo>
                    <a:pt x="38341" y="98501"/>
                  </a:lnTo>
                  <a:lnTo>
                    <a:pt x="38341" y="95897"/>
                  </a:lnTo>
                  <a:close/>
                </a:path>
                <a:path w="38734" h="114935">
                  <a:moveTo>
                    <a:pt x="38341" y="90576"/>
                  </a:moveTo>
                  <a:lnTo>
                    <a:pt x="0" y="90576"/>
                  </a:lnTo>
                  <a:lnTo>
                    <a:pt x="0" y="93179"/>
                  </a:lnTo>
                  <a:lnTo>
                    <a:pt x="38341" y="93179"/>
                  </a:lnTo>
                  <a:lnTo>
                    <a:pt x="38341" y="90576"/>
                  </a:lnTo>
                  <a:close/>
                </a:path>
                <a:path w="38734" h="114935">
                  <a:moveTo>
                    <a:pt x="38341" y="85242"/>
                  </a:moveTo>
                  <a:lnTo>
                    <a:pt x="0" y="85242"/>
                  </a:lnTo>
                  <a:lnTo>
                    <a:pt x="0" y="87845"/>
                  </a:lnTo>
                  <a:lnTo>
                    <a:pt x="38341" y="87845"/>
                  </a:lnTo>
                  <a:lnTo>
                    <a:pt x="38341" y="85242"/>
                  </a:lnTo>
                  <a:close/>
                </a:path>
                <a:path w="38734" h="114935">
                  <a:moveTo>
                    <a:pt x="38341" y="79908"/>
                  </a:moveTo>
                  <a:lnTo>
                    <a:pt x="0" y="79908"/>
                  </a:lnTo>
                  <a:lnTo>
                    <a:pt x="0" y="82511"/>
                  </a:lnTo>
                  <a:lnTo>
                    <a:pt x="38341" y="82511"/>
                  </a:lnTo>
                  <a:lnTo>
                    <a:pt x="38341" y="79908"/>
                  </a:lnTo>
                  <a:close/>
                </a:path>
                <a:path w="38734" h="114935">
                  <a:moveTo>
                    <a:pt x="38341" y="74587"/>
                  </a:moveTo>
                  <a:lnTo>
                    <a:pt x="0" y="74587"/>
                  </a:lnTo>
                  <a:lnTo>
                    <a:pt x="0" y="77190"/>
                  </a:lnTo>
                  <a:lnTo>
                    <a:pt x="38341" y="77190"/>
                  </a:lnTo>
                  <a:lnTo>
                    <a:pt x="38341" y="74587"/>
                  </a:lnTo>
                  <a:close/>
                </a:path>
                <a:path w="38734" h="114935">
                  <a:moveTo>
                    <a:pt x="38341" y="69253"/>
                  </a:moveTo>
                  <a:lnTo>
                    <a:pt x="0" y="69253"/>
                  </a:lnTo>
                  <a:lnTo>
                    <a:pt x="0" y="71856"/>
                  </a:lnTo>
                  <a:lnTo>
                    <a:pt x="38341" y="71856"/>
                  </a:lnTo>
                  <a:lnTo>
                    <a:pt x="38341" y="69253"/>
                  </a:lnTo>
                  <a:close/>
                </a:path>
                <a:path w="38734" h="114935">
                  <a:moveTo>
                    <a:pt x="38341" y="63931"/>
                  </a:moveTo>
                  <a:lnTo>
                    <a:pt x="0" y="63931"/>
                  </a:lnTo>
                  <a:lnTo>
                    <a:pt x="0" y="66535"/>
                  </a:lnTo>
                  <a:lnTo>
                    <a:pt x="38341" y="66535"/>
                  </a:lnTo>
                  <a:lnTo>
                    <a:pt x="38341" y="63931"/>
                  </a:lnTo>
                  <a:close/>
                </a:path>
                <a:path w="38734" h="114935">
                  <a:moveTo>
                    <a:pt x="38341" y="58610"/>
                  </a:moveTo>
                  <a:lnTo>
                    <a:pt x="0" y="58610"/>
                  </a:lnTo>
                  <a:lnTo>
                    <a:pt x="0" y="61214"/>
                  </a:lnTo>
                  <a:lnTo>
                    <a:pt x="38341" y="61214"/>
                  </a:lnTo>
                  <a:lnTo>
                    <a:pt x="38341" y="58610"/>
                  </a:lnTo>
                  <a:close/>
                </a:path>
                <a:path w="38734" h="114935">
                  <a:moveTo>
                    <a:pt x="38341" y="53276"/>
                  </a:moveTo>
                  <a:lnTo>
                    <a:pt x="0" y="53276"/>
                  </a:lnTo>
                  <a:lnTo>
                    <a:pt x="0" y="55880"/>
                  </a:lnTo>
                  <a:lnTo>
                    <a:pt x="38341" y="55880"/>
                  </a:lnTo>
                  <a:lnTo>
                    <a:pt x="38341" y="53276"/>
                  </a:lnTo>
                  <a:close/>
                </a:path>
                <a:path w="38734" h="114935">
                  <a:moveTo>
                    <a:pt x="38341" y="47955"/>
                  </a:moveTo>
                  <a:lnTo>
                    <a:pt x="0" y="47955"/>
                  </a:lnTo>
                  <a:lnTo>
                    <a:pt x="0" y="50558"/>
                  </a:lnTo>
                  <a:lnTo>
                    <a:pt x="38341" y="50558"/>
                  </a:lnTo>
                  <a:lnTo>
                    <a:pt x="38341" y="47955"/>
                  </a:lnTo>
                  <a:close/>
                </a:path>
                <a:path w="38734" h="114935">
                  <a:moveTo>
                    <a:pt x="38341" y="42621"/>
                  </a:moveTo>
                  <a:lnTo>
                    <a:pt x="0" y="42621"/>
                  </a:lnTo>
                  <a:lnTo>
                    <a:pt x="0" y="45224"/>
                  </a:lnTo>
                  <a:lnTo>
                    <a:pt x="38341" y="45224"/>
                  </a:lnTo>
                  <a:lnTo>
                    <a:pt x="38341" y="42621"/>
                  </a:lnTo>
                  <a:close/>
                </a:path>
                <a:path w="38734" h="114935">
                  <a:moveTo>
                    <a:pt x="38341" y="37287"/>
                  </a:moveTo>
                  <a:lnTo>
                    <a:pt x="0" y="37287"/>
                  </a:lnTo>
                  <a:lnTo>
                    <a:pt x="0" y="39890"/>
                  </a:lnTo>
                  <a:lnTo>
                    <a:pt x="38341" y="39890"/>
                  </a:lnTo>
                  <a:lnTo>
                    <a:pt x="38341" y="37287"/>
                  </a:lnTo>
                  <a:close/>
                </a:path>
                <a:path w="38734" h="114935">
                  <a:moveTo>
                    <a:pt x="38341" y="31965"/>
                  </a:moveTo>
                  <a:lnTo>
                    <a:pt x="0" y="31965"/>
                  </a:lnTo>
                  <a:lnTo>
                    <a:pt x="0" y="34569"/>
                  </a:lnTo>
                  <a:lnTo>
                    <a:pt x="38341" y="34569"/>
                  </a:lnTo>
                  <a:lnTo>
                    <a:pt x="38341" y="31965"/>
                  </a:lnTo>
                  <a:close/>
                </a:path>
                <a:path w="38734" h="114935">
                  <a:moveTo>
                    <a:pt x="38341" y="26631"/>
                  </a:moveTo>
                  <a:lnTo>
                    <a:pt x="0" y="26631"/>
                  </a:lnTo>
                  <a:lnTo>
                    <a:pt x="0" y="29235"/>
                  </a:lnTo>
                  <a:lnTo>
                    <a:pt x="38341" y="29235"/>
                  </a:lnTo>
                  <a:lnTo>
                    <a:pt x="38341" y="26631"/>
                  </a:lnTo>
                  <a:close/>
                </a:path>
                <a:path w="38734" h="114935">
                  <a:moveTo>
                    <a:pt x="38341" y="21310"/>
                  </a:moveTo>
                  <a:lnTo>
                    <a:pt x="0" y="21310"/>
                  </a:lnTo>
                  <a:lnTo>
                    <a:pt x="0" y="23914"/>
                  </a:lnTo>
                  <a:lnTo>
                    <a:pt x="38341" y="23914"/>
                  </a:lnTo>
                  <a:lnTo>
                    <a:pt x="38341" y="21310"/>
                  </a:lnTo>
                  <a:close/>
                </a:path>
                <a:path w="38734" h="114935">
                  <a:moveTo>
                    <a:pt x="38341" y="15989"/>
                  </a:moveTo>
                  <a:lnTo>
                    <a:pt x="0" y="15989"/>
                  </a:lnTo>
                  <a:lnTo>
                    <a:pt x="0" y="18592"/>
                  </a:lnTo>
                  <a:lnTo>
                    <a:pt x="38341" y="18592"/>
                  </a:lnTo>
                  <a:lnTo>
                    <a:pt x="38341" y="15989"/>
                  </a:lnTo>
                  <a:close/>
                </a:path>
                <a:path w="38734" h="114935">
                  <a:moveTo>
                    <a:pt x="38341" y="10655"/>
                  </a:moveTo>
                  <a:lnTo>
                    <a:pt x="0" y="10655"/>
                  </a:lnTo>
                  <a:lnTo>
                    <a:pt x="0" y="13258"/>
                  </a:lnTo>
                  <a:lnTo>
                    <a:pt x="38341" y="13258"/>
                  </a:lnTo>
                  <a:lnTo>
                    <a:pt x="38341" y="10655"/>
                  </a:lnTo>
                  <a:close/>
                </a:path>
                <a:path w="38734" h="114935">
                  <a:moveTo>
                    <a:pt x="38341" y="5334"/>
                  </a:moveTo>
                  <a:lnTo>
                    <a:pt x="0" y="5334"/>
                  </a:lnTo>
                  <a:lnTo>
                    <a:pt x="0" y="7937"/>
                  </a:lnTo>
                  <a:lnTo>
                    <a:pt x="38341" y="7937"/>
                  </a:lnTo>
                  <a:lnTo>
                    <a:pt x="38341" y="5334"/>
                  </a:lnTo>
                  <a:close/>
                </a:path>
                <a:path w="38734" h="114935">
                  <a:moveTo>
                    <a:pt x="38341" y="0"/>
                  </a:moveTo>
                  <a:lnTo>
                    <a:pt x="0" y="0"/>
                  </a:lnTo>
                  <a:lnTo>
                    <a:pt x="0" y="2603"/>
                  </a:lnTo>
                  <a:lnTo>
                    <a:pt x="38341" y="2603"/>
                  </a:lnTo>
                  <a:lnTo>
                    <a:pt x="38341" y="0"/>
                  </a:lnTo>
                  <a:close/>
                </a:path>
              </a:pathLst>
            </a:custGeom>
            <a:solidFill>
              <a:srgbClr val="545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583341" y="2882337"/>
              <a:ext cx="38332" cy="119636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9583331" y="2884284"/>
              <a:ext cx="38735" cy="114935"/>
            </a:xfrm>
            <a:custGeom>
              <a:avLst/>
              <a:gdLst/>
              <a:ahLst/>
              <a:cxnLst/>
              <a:rect l="l" t="t" r="r" b="b"/>
              <a:pathLst>
                <a:path w="38734" h="114935">
                  <a:moveTo>
                    <a:pt x="38341" y="111861"/>
                  </a:moveTo>
                  <a:lnTo>
                    <a:pt x="0" y="111861"/>
                  </a:lnTo>
                  <a:lnTo>
                    <a:pt x="0" y="114465"/>
                  </a:lnTo>
                  <a:lnTo>
                    <a:pt x="38341" y="114465"/>
                  </a:lnTo>
                  <a:lnTo>
                    <a:pt x="38341" y="111861"/>
                  </a:lnTo>
                  <a:close/>
                </a:path>
                <a:path w="38734" h="114935">
                  <a:moveTo>
                    <a:pt x="38341" y="106540"/>
                  </a:moveTo>
                  <a:lnTo>
                    <a:pt x="0" y="106540"/>
                  </a:lnTo>
                  <a:lnTo>
                    <a:pt x="0" y="109143"/>
                  </a:lnTo>
                  <a:lnTo>
                    <a:pt x="38341" y="109143"/>
                  </a:lnTo>
                  <a:lnTo>
                    <a:pt x="38341" y="106540"/>
                  </a:lnTo>
                  <a:close/>
                </a:path>
                <a:path w="38734" h="114935">
                  <a:moveTo>
                    <a:pt x="38341" y="101206"/>
                  </a:moveTo>
                  <a:lnTo>
                    <a:pt x="0" y="101206"/>
                  </a:lnTo>
                  <a:lnTo>
                    <a:pt x="0" y="103809"/>
                  </a:lnTo>
                  <a:lnTo>
                    <a:pt x="38341" y="103809"/>
                  </a:lnTo>
                  <a:lnTo>
                    <a:pt x="38341" y="101206"/>
                  </a:lnTo>
                  <a:close/>
                </a:path>
                <a:path w="38734" h="114935">
                  <a:moveTo>
                    <a:pt x="38341" y="95897"/>
                  </a:moveTo>
                  <a:lnTo>
                    <a:pt x="0" y="95897"/>
                  </a:lnTo>
                  <a:lnTo>
                    <a:pt x="0" y="98501"/>
                  </a:lnTo>
                  <a:lnTo>
                    <a:pt x="38341" y="98501"/>
                  </a:lnTo>
                  <a:lnTo>
                    <a:pt x="38341" y="95897"/>
                  </a:lnTo>
                  <a:close/>
                </a:path>
                <a:path w="38734" h="114935">
                  <a:moveTo>
                    <a:pt x="38341" y="90563"/>
                  </a:moveTo>
                  <a:lnTo>
                    <a:pt x="0" y="90563"/>
                  </a:lnTo>
                  <a:lnTo>
                    <a:pt x="0" y="93167"/>
                  </a:lnTo>
                  <a:lnTo>
                    <a:pt x="38341" y="93167"/>
                  </a:lnTo>
                  <a:lnTo>
                    <a:pt x="38341" y="90563"/>
                  </a:lnTo>
                  <a:close/>
                </a:path>
                <a:path w="38734" h="114935">
                  <a:moveTo>
                    <a:pt x="38341" y="85242"/>
                  </a:moveTo>
                  <a:lnTo>
                    <a:pt x="0" y="85242"/>
                  </a:lnTo>
                  <a:lnTo>
                    <a:pt x="0" y="87845"/>
                  </a:lnTo>
                  <a:lnTo>
                    <a:pt x="38341" y="87845"/>
                  </a:lnTo>
                  <a:lnTo>
                    <a:pt x="38341" y="85242"/>
                  </a:lnTo>
                  <a:close/>
                </a:path>
                <a:path w="38734" h="114935">
                  <a:moveTo>
                    <a:pt x="38341" y="79908"/>
                  </a:moveTo>
                  <a:lnTo>
                    <a:pt x="0" y="79908"/>
                  </a:lnTo>
                  <a:lnTo>
                    <a:pt x="0" y="82511"/>
                  </a:lnTo>
                  <a:lnTo>
                    <a:pt x="38341" y="82511"/>
                  </a:lnTo>
                  <a:lnTo>
                    <a:pt x="38341" y="79908"/>
                  </a:lnTo>
                  <a:close/>
                </a:path>
                <a:path w="38734" h="114935">
                  <a:moveTo>
                    <a:pt x="38341" y="74574"/>
                  </a:moveTo>
                  <a:lnTo>
                    <a:pt x="0" y="74574"/>
                  </a:lnTo>
                  <a:lnTo>
                    <a:pt x="0" y="77177"/>
                  </a:lnTo>
                  <a:lnTo>
                    <a:pt x="38341" y="77177"/>
                  </a:lnTo>
                  <a:lnTo>
                    <a:pt x="38341" y="74574"/>
                  </a:lnTo>
                  <a:close/>
                </a:path>
                <a:path w="38734" h="114935">
                  <a:moveTo>
                    <a:pt x="38341" y="69253"/>
                  </a:moveTo>
                  <a:lnTo>
                    <a:pt x="0" y="69253"/>
                  </a:lnTo>
                  <a:lnTo>
                    <a:pt x="0" y="71856"/>
                  </a:lnTo>
                  <a:lnTo>
                    <a:pt x="38341" y="71856"/>
                  </a:lnTo>
                  <a:lnTo>
                    <a:pt x="38341" y="69253"/>
                  </a:lnTo>
                  <a:close/>
                </a:path>
                <a:path w="38734" h="114935">
                  <a:moveTo>
                    <a:pt x="38341" y="63919"/>
                  </a:moveTo>
                  <a:lnTo>
                    <a:pt x="0" y="63919"/>
                  </a:lnTo>
                  <a:lnTo>
                    <a:pt x="0" y="66522"/>
                  </a:lnTo>
                  <a:lnTo>
                    <a:pt x="38341" y="66522"/>
                  </a:lnTo>
                  <a:lnTo>
                    <a:pt x="38341" y="63919"/>
                  </a:lnTo>
                  <a:close/>
                </a:path>
                <a:path w="38734" h="114935">
                  <a:moveTo>
                    <a:pt x="38341" y="58597"/>
                  </a:moveTo>
                  <a:lnTo>
                    <a:pt x="0" y="58597"/>
                  </a:lnTo>
                  <a:lnTo>
                    <a:pt x="0" y="61201"/>
                  </a:lnTo>
                  <a:lnTo>
                    <a:pt x="38341" y="61201"/>
                  </a:lnTo>
                  <a:lnTo>
                    <a:pt x="38341" y="58597"/>
                  </a:lnTo>
                  <a:close/>
                </a:path>
                <a:path w="38734" h="114935">
                  <a:moveTo>
                    <a:pt x="38341" y="53276"/>
                  </a:moveTo>
                  <a:lnTo>
                    <a:pt x="0" y="53276"/>
                  </a:lnTo>
                  <a:lnTo>
                    <a:pt x="0" y="55880"/>
                  </a:lnTo>
                  <a:lnTo>
                    <a:pt x="38341" y="55880"/>
                  </a:lnTo>
                  <a:lnTo>
                    <a:pt x="38341" y="53276"/>
                  </a:lnTo>
                  <a:close/>
                </a:path>
                <a:path w="38734" h="114935">
                  <a:moveTo>
                    <a:pt x="38341" y="47942"/>
                  </a:moveTo>
                  <a:lnTo>
                    <a:pt x="0" y="47942"/>
                  </a:lnTo>
                  <a:lnTo>
                    <a:pt x="0" y="50546"/>
                  </a:lnTo>
                  <a:lnTo>
                    <a:pt x="38341" y="50546"/>
                  </a:lnTo>
                  <a:lnTo>
                    <a:pt x="38341" y="47942"/>
                  </a:lnTo>
                  <a:close/>
                </a:path>
                <a:path w="38734" h="114935">
                  <a:moveTo>
                    <a:pt x="38341" y="42621"/>
                  </a:moveTo>
                  <a:lnTo>
                    <a:pt x="0" y="42621"/>
                  </a:lnTo>
                  <a:lnTo>
                    <a:pt x="0" y="45224"/>
                  </a:lnTo>
                  <a:lnTo>
                    <a:pt x="38341" y="45224"/>
                  </a:lnTo>
                  <a:lnTo>
                    <a:pt x="38341" y="42621"/>
                  </a:lnTo>
                  <a:close/>
                </a:path>
                <a:path w="38734" h="114935">
                  <a:moveTo>
                    <a:pt x="38341" y="37287"/>
                  </a:moveTo>
                  <a:lnTo>
                    <a:pt x="0" y="37287"/>
                  </a:lnTo>
                  <a:lnTo>
                    <a:pt x="0" y="39890"/>
                  </a:lnTo>
                  <a:lnTo>
                    <a:pt x="38341" y="39890"/>
                  </a:lnTo>
                  <a:lnTo>
                    <a:pt x="38341" y="37287"/>
                  </a:lnTo>
                  <a:close/>
                </a:path>
                <a:path w="38734" h="114935">
                  <a:moveTo>
                    <a:pt x="38341" y="31953"/>
                  </a:moveTo>
                  <a:lnTo>
                    <a:pt x="0" y="31953"/>
                  </a:lnTo>
                  <a:lnTo>
                    <a:pt x="0" y="34556"/>
                  </a:lnTo>
                  <a:lnTo>
                    <a:pt x="38341" y="34556"/>
                  </a:lnTo>
                  <a:lnTo>
                    <a:pt x="38341" y="31953"/>
                  </a:lnTo>
                  <a:close/>
                </a:path>
                <a:path w="38734" h="114935">
                  <a:moveTo>
                    <a:pt x="38341" y="26631"/>
                  </a:moveTo>
                  <a:lnTo>
                    <a:pt x="0" y="26631"/>
                  </a:lnTo>
                  <a:lnTo>
                    <a:pt x="0" y="29235"/>
                  </a:lnTo>
                  <a:lnTo>
                    <a:pt x="38341" y="29235"/>
                  </a:lnTo>
                  <a:lnTo>
                    <a:pt x="38341" y="26631"/>
                  </a:lnTo>
                  <a:close/>
                </a:path>
                <a:path w="38734" h="114935">
                  <a:moveTo>
                    <a:pt x="38341" y="21297"/>
                  </a:moveTo>
                  <a:lnTo>
                    <a:pt x="0" y="21297"/>
                  </a:lnTo>
                  <a:lnTo>
                    <a:pt x="0" y="23901"/>
                  </a:lnTo>
                  <a:lnTo>
                    <a:pt x="38341" y="23901"/>
                  </a:lnTo>
                  <a:lnTo>
                    <a:pt x="38341" y="21297"/>
                  </a:lnTo>
                  <a:close/>
                </a:path>
                <a:path w="38734" h="114935">
                  <a:moveTo>
                    <a:pt x="38341" y="15976"/>
                  </a:moveTo>
                  <a:lnTo>
                    <a:pt x="0" y="15976"/>
                  </a:lnTo>
                  <a:lnTo>
                    <a:pt x="0" y="18580"/>
                  </a:lnTo>
                  <a:lnTo>
                    <a:pt x="38341" y="18580"/>
                  </a:lnTo>
                  <a:lnTo>
                    <a:pt x="38341" y="15976"/>
                  </a:lnTo>
                  <a:close/>
                </a:path>
                <a:path w="38734" h="114935">
                  <a:moveTo>
                    <a:pt x="38341" y="10655"/>
                  </a:moveTo>
                  <a:lnTo>
                    <a:pt x="0" y="10655"/>
                  </a:lnTo>
                  <a:lnTo>
                    <a:pt x="0" y="13258"/>
                  </a:lnTo>
                  <a:lnTo>
                    <a:pt x="38341" y="13258"/>
                  </a:lnTo>
                  <a:lnTo>
                    <a:pt x="38341" y="10655"/>
                  </a:lnTo>
                  <a:close/>
                </a:path>
                <a:path w="38734" h="114935">
                  <a:moveTo>
                    <a:pt x="38341" y="5321"/>
                  </a:moveTo>
                  <a:lnTo>
                    <a:pt x="0" y="5321"/>
                  </a:lnTo>
                  <a:lnTo>
                    <a:pt x="0" y="7924"/>
                  </a:lnTo>
                  <a:lnTo>
                    <a:pt x="38341" y="7924"/>
                  </a:lnTo>
                  <a:lnTo>
                    <a:pt x="38341" y="5321"/>
                  </a:lnTo>
                  <a:close/>
                </a:path>
                <a:path w="38734" h="114935">
                  <a:moveTo>
                    <a:pt x="38341" y="0"/>
                  </a:moveTo>
                  <a:lnTo>
                    <a:pt x="0" y="0"/>
                  </a:lnTo>
                  <a:lnTo>
                    <a:pt x="0" y="2603"/>
                  </a:lnTo>
                  <a:lnTo>
                    <a:pt x="38341" y="2603"/>
                  </a:lnTo>
                  <a:lnTo>
                    <a:pt x="38341" y="0"/>
                  </a:lnTo>
                  <a:close/>
                </a:path>
              </a:pathLst>
            </a:custGeom>
            <a:solidFill>
              <a:srgbClr val="545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9311639" y="2855975"/>
              <a:ext cx="292607" cy="170687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309489" y="3070478"/>
              <a:ext cx="296207" cy="166462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348114" y="3220027"/>
              <a:ext cx="226519" cy="28609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9349854" y="3233013"/>
              <a:ext cx="224790" cy="15875"/>
            </a:xfrm>
            <a:custGeom>
              <a:avLst/>
              <a:gdLst/>
              <a:ahLst/>
              <a:cxnLst/>
              <a:rect l="l" t="t" r="r" b="b"/>
              <a:pathLst>
                <a:path w="224790" h="15875">
                  <a:moveTo>
                    <a:pt x="3492" y="0"/>
                  </a:moveTo>
                  <a:lnTo>
                    <a:pt x="0" y="0"/>
                  </a:lnTo>
                  <a:lnTo>
                    <a:pt x="0" y="15633"/>
                  </a:lnTo>
                  <a:lnTo>
                    <a:pt x="3492" y="15633"/>
                  </a:lnTo>
                  <a:lnTo>
                    <a:pt x="3492" y="0"/>
                  </a:lnTo>
                  <a:close/>
                </a:path>
                <a:path w="224790" h="15875">
                  <a:moveTo>
                    <a:pt x="10617" y="0"/>
                  </a:moveTo>
                  <a:lnTo>
                    <a:pt x="7137" y="0"/>
                  </a:lnTo>
                  <a:lnTo>
                    <a:pt x="7137" y="15633"/>
                  </a:lnTo>
                  <a:lnTo>
                    <a:pt x="10617" y="15633"/>
                  </a:lnTo>
                  <a:lnTo>
                    <a:pt x="10617" y="0"/>
                  </a:lnTo>
                  <a:close/>
                </a:path>
                <a:path w="224790" h="15875">
                  <a:moveTo>
                    <a:pt x="17754" y="0"/>
                  </a:moveTo>
                  <a:lnTo>
                    <a:pt x="14274" y="0"/>
                  </a:lnTo>
                  <a:lnTo>
                    <a:pt x="14274" y="15633"/>
                  </a:lnTo>
                  <a:lnTo>
                    <a:pt x="17754" y="15633"/>
                  </a:lnTo>
                  <a:lnTo>
                    <a:pt x="17754" y="0"/>
                  </a:lnTo>
                  <a:close/>
                </a:path>
                <a:path w="224790" h="15875">
                  <a:moveTo>
                    <a:pt x="24904" y="0"/>
                  </a:moveTo>
                  <a:lnTo>
                    <a:pt x="21424" y="0"/>
                  </a:lnTo>
                  <a:lnTo>
                    <a:pt x="21424" y="15633"/>
                  </a:lnTo>
                  <a:lnTo>
                    <a:pt x="24904" y="15633"/>
                  </a:lnTo>
                  <a:lnTo>
                    <a:pt x="24904" y="0"/>
                  </a:lnTo>
                  <a:close/>
                </a:path>
                <a:path w="224790" h="15875">
                  <a:moveTo>
                    <a:pt x="32042" y="0"/>
                  </a:moveTo>
                  <a:lnTo>
                    <a:pt x="28562" y="0"/>
                  </a:lnTo>
                  <a:lnTo>
                    <a:pt x="28562" y="15633"/>
                  </a:lnTo>
                  <a:lnTo>
                    <a:pt x="32042" y="15633"/>
                  </a:lnTo>
                  <a:lnTo>
                    <a:pt x="32042" y="0"/>
                  </a:lnTo>
                  <a:close/>
                </a:path>
                <a:path w="224790" h="15875">
                  <a:moveTo>
                    <a:pt x="39179" y="0"/>
                  </a:moveTo>
                  <a:lnTo>
                    <a:pt x="35699" y="0"/>
                  </a:lnTo>
                  <a:lnTo>
                    <a:pt x="35699" y="15633"/>
                  </a:lnTo>
                  <a:lnTo>
                    <a:pt x="39179" y="15633"/>
                  </a:lnTo>
                  <a:lnTo>
                    <a:pt x="39179" y="0"/>
                  </a:lnTo>
                  <a:close/>
                </a:path>
                <a:path w="224790" h="15875">
                  <a:moveTo>
                    <a:pt x="46316" y="0"/>
                  </a:moveTo>
                  <a:lnTo>
                    <a:pt x="42837" y="0"/>
                  </a:lnTo>
                  <a:lnTo>
                    <a:pt x="42837" y="15633"/>
                  </a:lnTo>
                  <a:lnTo>
                    <a:pt x="46316" y="15633"/>
                  </a:lnTo>
                  <a:lnTo>
                    <a:pt x="46316" y="0"/>
                  </a:lnTo>
                  <a:close/>
                </a:path>
                <a:path w="224790" h="15875">
                  <a:moveTo>
                    <a:pt x="53454" y="0"/>
                  </a:moveTo>
                  <a:lnTo>
                    <a:pt x="49961" y="0"/>
                  </a:lnTo>
                  <a:lnTo>
                    <a:pt x="49961" y="15633"/>
                  </a:lnTo>
                  <a:lnTo>
                    <a:pt x="53454" y="15633"/>
                  </a:lnTo>
                  <a:lnTo>
                    <a:pt x="53454" y="0"/>
                  </a:lnTo>
                  <a:close/>
                </a:path>
                <a:path w="224790" h="15875">
                  <a:moveTo>
                    <a:pt x="60591" y="0"/>
                  </a:moveTo>
                  <a:lnTo>
                    <a:pt x="57099" y="0"/>
                  </a:lnTo>
                  <a:lnTo>
                    <a:pt x="57099" y="15633"/>
                  </a:lnTo>
                  <a:lnTo>
                    <a:pt x="60591" y="15633"/>
                  </a:lnTo>
                  <a:lnTo>
                    <a:pt x="60591" y="0"/>
                  </a:lnTo>
                  <a:close/>
                </a:path>
                <a:path w="224790" h="15875">
                  <a:moveTo>
                    <a:pt x="67729" y="0"/>
                  </a:moveTo>
                  <a:lnTo>
                    <a:pt x="64236" y="0"/>
                  </a:lnTo>
                  <a:lnTo>
                    <a:pt x="64236" y="15633"/>
                  </a:lnTo>
                  <a:lnTo>
                    <a:pt x="67729" y="15633"/>
                  </a:lnTo>
                  <a:lnTo>
                    <a:pt x="67729" y="0"/>
                  </a:lnTo>
                  <a:close/>
                </a:path>
                <a:path w="224790" h="15875">
                  <a:moveTo>
                    <a:pt x="74866" y="0"/>
                  </a:moveTo>
                  <a:lnTo>
                    <a:pt x="71374" y="0"/>
                  </a:lnTo>
                  <a:lnTo>
                    <a:pt x="71374" y="15633"/>
                  </a:lnTo>
                  <a:lnTo>
                    <a:pt x="74866" y="15633"/>
                  </a:lnTo>
                  <a:lnTo>
                    <a:pt x="74866" y="0"/>
                  </a:lnTo>
                  <a:close/>
                </a:path>
                <a:path w="224790" h="15875">
                  <a:moveTo>
                    <a:pt x="82016" y="0"/>
                  </a:moveTo>
                  <a:lnTo>
                    <a:pt x="78524" y="0"/>
                  </a:lnTo>
                  <a:lnTo>
                    <a:pt x="78524" y="15633"/>
                  </a:lnTo>
                  <a:lnTo>
                    <a:pt x="82016" y="15633"/>
                  </a:lnTo>
                  <a:lnTo>
                    <a:pt x="82016" y="0"/>
                  </a:lnTo>
                  <a:close/>
                </a:path>
                <a:path w="224790" h="15875">
                  <a:moveTo>
                    <a:pt x="89154" y="0"/>
                  </a:moveTo>
                  <a:lnTo>
                    <a:pt x="85661" y="0"/>
                  </a:lnTo>
                  <a:lnTo>
                    <a:pt x="85661" y="15633"/>
                  </a:lnTo>
                  <a:lnTo>
                    <a:pt x="89154" y="15633"/>
                  </a:lnTo>
                  <a:lnTo>
                    <a:pt x="89154" y="0"/>
                  </a:lnTo>
                  <a:close/>
                </a:path>
                <a:path w="224790" h="15875">
                  <a:moveTo>
                    <a:pt x="96291" y="0"/>
                  </a:moveTo>
                  <a:lnTo>
                    <a:pt x="92798" y="0"/>
                  </a:lnTo>
                  <a:lnTo>
                    <a:pt x="92798" y="15633"/>
                  </a:lnTo>
                  <a:lnTo>
                    <a:pt x="96291" y="15633"/>
                  </a:lnTo>
                  <a:lnTo>
                    <a:pt x="96291" y="0"/>
                  </a:lnTo>
                  <a:close/>
                </a:path>
                <a:path w="224790" h="15875">
                  <a:moveTo>
                    <a:pt x="103428" y="0"/>
                  </a:moveTo>
                  <a:lnTo>
                    <a:pt x="99936" y="0"/>
                  </a:lnTo>
                  <a:lnTo>
                    <a:pt x="99936" y="15633"/>
                  </a:lnTo>
                  <a:lnTo>
                    <a:pt x="103428" y="15633"/>
                  </a:lnTo>
                  <a:lnTo>
                    <a:pt x="103428" y="0"/>
                  </a:lnTo>
                  <a:close/>
                </a:path>
                <a:path w="224790" h="15875">
                  <a:moveTo>
                    <a:pt x="110566" y="0"/>
                  </a:moveTo>
                  <a:lnTo>
                    <a:pt x="107073" y="0"/>
                  </a:lnTo>
                  <a:lnTo>
                    <a:pt x="107073" y="15633"/>
                  </a:lnTo>
                  <a:lnTo>
                    <a:pt x="110566" y="15633"/>
                  </a:lnTo>
                  <a:lnTo>
                    <a:pt x="110566" y="0"/>
                  </a:lnTo>
                  <a:close/>
                </a:path>
                <a:path w="224790" h="15875">
                  <a:moveTo>
                    <a:pt x="117703" y="0"/>
                  </a:moveTo>
                  <a:lnTo>
                    <a:pt x="114211" y="0"/>
                  </a:lnTo>
                  <a:lnTo>
                    <a:pt x="114211" y="15633"/>
                  </a:lnTo>
                  <a:lnTo>
                    <a:pt x="117703" y="15633"/>
                  </a:lnTo>
                  <a:lnTo>
                    <a:pt x="117703" y="0"/>
                  </a:lnTo>
                  <a:close/>
                </a:path>
                <a:path w="224790" h="15875">
                  <a:moveTo>
                    <a:pt x="124841" y="0"/>
                  </a:moveTo>
                  <a:lnTo>
                    <a:pt x="121348" y="0"/>
                  </a:lnTo>
                  <a:lnTo>
                    <a:pt x="121348" y="15633"/>
                  </a:lnTo>
                  <a:lnTo>
                    <a:pt x="124841" y="15633"/>
                  </a:lnTo>
                  <a:lnTo>
                    <a:pt x="124841" y="0"/>
                  </a:lnTo>
                  <a:close/>
                </a:path>
                <a:path w="224790" h="15875">
                  <a:moveTo>
                    <a:pt x="131991" y="0"/>
                  </a:moveTo>
                  <a:lnTo>
                    <a:pt x="128498" y="0"/>
                  </a:lnTo>
                  <a:lnTo>
                    <a:pt x="128498" y="15633"/>
                  </a:lnTo>
                  <a:lnTo>
                    <a:pt x="131991" y="15633"/>
                  </a:lnTo>
                  <a:lnTo>
                    <a:pt x="131991" y="0"/>
                  </a:lnTo>
                  <a:close/>
                </a:path>
                <a:path w="224790" h="15875">
                  <a:moveTo>
                    <a:pt x="139115" y="0"/>
                  </a:moveTo>
                  <a:lnTo>
                    <a:pt x="135636" y="0"/>
                  </a:lnTo>
                  <a:lnTo>
                    <a:pt x="135636" y="15633"/>
                  </a:lnTo>
                  <a:lnTo>
                    <a:pt x="139115" y="15633"/>
                  </a:lnTo>
                  <a:lnTo>
                    <a:pt x="139115" y="0"/>
                  </a:lnTo>
                  <a:close/>
                </a:path>
                <a:path w="224790" h="15875">
                  <a:moveTo>
                    <a:pt x="146253" y="0"/>
                  </a:moveTo>
                  <a:lnTo>
                    <a:pt x="142773" y="0"/>
                  </a:lnTo>
                  <a:lnTo>
                    <a:pt x="142773" y="15633"/>
                  </a:lnTo>
                  <a:lnTo>
                    <a:pt x="146253" y="15633"/>
                  </a:lnTo>
                  <a:lnTo>
                    <a:pt x="146253" y="0"/>
                  </a:lnTo>
                  <a:close/>
                </a:path>
                <a:path w="224790" h="15875">
                  <a:moveTo>
                    <a:pt x="153390" y="0"/>
                  </a:moveTo>
                  <a:lnTo>
                    <a:pt x="149910" y="0"/>
                  </a:lnTo>
                  <a:lnTo>
                    <a:pt x="149910" y="15633"/>
                  </a:lnTo>
                  <a:lnTo>
                    <a:pt x="153390" y="15633"/>
                  </a:lnTo>
                  <a:lnTo>
                    <a:pt x="153390" y="0"/>
                  </a:lnTo>
                  <a:close/>
                </a:path>
                <a:path w="224790" h="15875">
                  <a:moveTo>
                    <a:pt x="160528" y="0"/>
                  </a:moveTo>
                  <a:lnTo>
                    <a:pt x="157048" y="0"/>
                  </a:lnTo>
                  <a:lnTo>
                    <a:pt x="157048" y="15633"/>
                  </a:lnTo>
                  <a:lnTo>
                    <a:pt x="160528" y="15633"/>
                  </a:lnTo>
                  <a:lnTo>
                    <a:pt x="160528" y="0"/>
                  </a:lnTo>
                  <a:close/>
                </a:path>
                <a:path w="224790" h="15875">
                  <a:moveTo>
                    <a:pt x="167665" y="0"/>
                  </a:moveTo>
                  <a:lnTo>
                    <a:pt x="164172" y="0"/>
                  </a:lnTo>
                  <a:lnTo>
                    <a:pt x="164172" y="15633"/>
                  </a:lnTo>
                  <a:lnTo>
                    <a:pt x="167665" y="15633"/>
                  </a:lnTo>
                  <a:lnTo>
                    <a:pt x="167665" y="0"/>
                  </a:lnTo>
                  <a:close/>
                </a:path>
                <a:path w="224790" h="15875">
                  <a:moveTo>
                    <a:pt x="174802" y="0"/>
                  </a:moveTo>
                  <a:lnTo>
                    <a:pt x="171310" y="0"/>
                  </a:lnTo>
                  <a:lnTo>
                    <a:pt x="171310" y="15633"/>
                  </a:lnTo>
                  <a:lnTo>
                    <a:pt x="174802" y="15633"/>
                  </a:lnTo>
                  <a:lnTo>
                    <a:pt x="174802" y="0"/>
                  </a:lnTo>
                  <a:close/>
                </a:path>
                <a:path w="224790" h="15875">
                  <a:moveTo>
                    <a:pt x="181940" y="0"/>
                  </a:moveTo>
                  <a:lnTo>
                    <a:pt x="178447" y="0"/>
                  </a:lnTo>
                  <a:lnTo>
                    <a:pt x="178447" y="15633"/>
                  </a:lnTo>
                  <a:lnTo>
                    <a:pt x="181940" y="15633"/>
                  </a:lnTo>
                  <a:lnTo>
                    <a:pt x="181940" y="0"/>
                  </a:lnTo>
                  <a:close/>
                </a:path>
                <a:path w="224790" h="15875">
                  <a:moveTo>
                    <a:pt x="189090" y="0"/>
                  </a:moveTo>
                  <a:lnTo>
                    <a:pt x="185597" y="0"/>
                  </a:lnTo>
                  <a:lnTo>
                    <a:pt x="185597" y="15633"/>
                  </a:lnTo>
                  <a:lnTo>
                    <a:pt x="189090" y="15633"/>
                  </a:lnTo>
                  <a:lnTo>
                    <a:pt x="189090" y="0"/>
                  </a:lnTo>
                  <a:close/>
                </a:path>
                <a:path w="224790" h="15875">
                  <a:moveTo>
                    <a:pt x="196227" y="0"/>
                  </a:moveTo>
                  <a:lnTo>
                    <a:pt x="192735" y="0"/>
                  </a:lnTo>
                  <a:lnTo>
                    <a:pt x="192735" y="15633"/>
                  </a:lnTo>
                  <a:lnTo>
                    <a:pt x="196227" y="15633"/>
                  </a:lnTo>
                  <a:lnTo>
                    <a:pt x="196227" y="0"/>
                  </a:lnTo>
                  <a:close/>
                </a:path>
                <a:path w="224790" h="15875">
                  <a:moveTo>
                    <a:pt x="203365" y="0"/>
                  </a:moveTo>
                  <a:lnTo>
                    <a:pt x="199872" y="0"/>
                  </a:lnTo>
                  <a:lnTo>
                    <a:pt x="199872" y="15633"/>
                  </a:lnTo>
                  <a:lnTo>
                    <a:pt x="203365" y="15633"/>
                  </a:lnTo>
                  <a:lnTo>
                    <a:pt x="203365" y="0"/>
                  </a:lnTo>
                  <a:close/>
                </a:path>
                <a:path w="224790" h="15875">
                  <a:moveTo>
                    <a:pt x="210502" y="0"/>
                  </a:moveTo>
                  <a:lnTo>
                    <a:pt x="207010" y="0"/>
                  </a:lnTo>
                  <a:lnTo>
                    <a:pt x="207010" y="15633"/>
                  </a:lnTo>
                  <a:lnTo>
                    <a:pt x="210502" y="15633"/>
                  </a:lnTo>
                  <a:lnTo>
                    <a:pt x="210502" y="0"/>
                  </a:lnTo>
                  <a:close/>
                </a:path>
                <a:path w="224790" h="15875">
                  <a:moveTo>
                    <a:pt x="217639" y="0"/>
                  </a:moveTo>
                  <a:lnTo>
                    <a:pt x="214147" y="0"/>
                  </a:lnTo>
                  <a:lnTo>
                    <a:pt x="214147" y="15633"/>
                  </a:lnTo>
                  <a:lnTo>
                    <a:pt x="217639" y="15633"/>
                  </a:lnTo>
                  <a:lnTo>
                    <a:pt x="217639" y="0"/>
                  </a:lnTo>
                  <a:close/>
                </a:path>
                <a:path w="224790" h="15875">
                  <a:moveTo>
                    <a:pt x="224777" y="0"/>
                  </a:moveTo>
                  <a:lnTo>
                    <a:pt x="221284" y="0"/>
                  </a:lnTo>
                  <a:lnTo>
                    <a:pt x="221284" y="15633"/>
                  </a:lnTo>
                  <a:lnTo>
                    <a:pt x="224777" y="15633"/>
                  </a:lnTo>
                  <a:lnTo>
                    <a:pt x="224777" y="0"/>
                  </a:lnTo>
                  <a:close/>
                </a:path>
              </a:pathLst>
            </a:custGeom>
            <a:solidFill>
              <a:srgbClr val="545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348114" y="3218725"/>
              <a:ext cx="226519" cy="14280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348114" y="3058772"/>
              <a:ext cx="226519" cy="28609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9348114" y="3058782"/>
              <a:ext cx="224790" cy="29209"/>
            </a:xfrm>
            <a:custGeom>
              <a:avLst/>
              <a:gdLst/>
              <a:ahLst/>
              <a:cxnLst/>
              <a:rect l="l" t="t" r="r" b="b"/>
              <a:pathLst>
                <a:path w="224790" h="29210">
                  <a:moveTo>
                    <a:pt x="3479" y="0"/>
                  </a:moveTo>
                  <a:lnTo>
                    <a:pt x="0" y="0"/>
                  </a:lnTo>
                  <a:lnTo>
                    <a:pt x="0" y="28600"/>
                  </a:lnTo>
                  <a:lnTo>
                    <a:pt x="3479" y="28600"/>
                  </a:lnTo>
                  <a:lnTo>
                    <a:pt x="3479" y="0"/>
                  </a:lnTo>
                  <a:close/>
                </a:path>
                <a:path w="224790" h="29210">
                  <a:moveTo>
                    <a:pt x="10617" y="0"/>
                  </a:moveTo>
                  <a:lnTo>
                    <a:pt x="7124" y="0"/>
                  </a:lnTo>
                  <a:lnTo>
                    <a:pt x="7124" y="28600"/>
                  </a:lnTo>
                  <a:lnTo>
                    <a:pt x="10617" y="28600"/>
                  </a:lnTo>
                  <a:lnTo>
                    <a:pt x="10617" y="0"/>
                  </a:lnTo>
                  <a:close/>
                </a:path>
                <a:path w="224790" h="29210">
                  <a:moveTo>
                    <a:pt x="17767" y="0"/>
                  </a:moveTo>
                  <a:lnTo>
                    <a:pt x="14274" y="0"/>
                  </a:lnTo>
                  <a:lnTo>
                    <a:pt x="14274" y="28600"/>
                  </a:lnTo>
                  <a:lnTo>
                    <a:pt x="17767" y="28600"/>
                  </a:lnTo>
                  <a:lnTo>
                    <a:pt x="17767" y="0"/>
                  </a:lnTo>
                  <a:close/>
                </a:path>
                <a:path w="224790" h="29210">
                  <a:moveTo>
                    <a:pt x="24904" y="0"/>
                  </a:moveTo>
                  <a:lnTo>
                    <a:pt x="21412" y="0"/>
                  </a:lnTo>
                  <a:lnTo>
                    <a:pt x="21412" y="28600"/>
                  </a:lnTo>
                  <a:lnTo>
                    <a:pt x="24904" y="28600"/>
                  </a:lnTo>
                  <a:lnTo>
                    <a:pt x="24904" y="0"/>
                  </a:lnTo>
                  <a:close/>
                </a:path>
                <a:path w="224790" h="29210">
                  <a:moveTo>
                    <a:pt x="32042" y="0"/>
                  </a:moveTo>
                  <a:lnTo>
                    <a:pt x="28549" y="0"/>
                  </a:lnTo>
                  <a:lnTo>
                    <a:pt x="28549" y="28600"/>
                  </a:lnTo>
                  <a:lnTo>
                    <a:pt x="32042" y="28600"/>
                  </a:lnTo>
                  <a:lnTo>
                    <a:pt x="32042" y="0"/>
                  </a:lnTo>
                  <a:close/>
                </a:path>
                <a:path w="224790" h="29210">
                  <a:moveTo>
                    <a:pt x="39179" y="0"/>
                  </a:moveTo>
                  <a:lnTo>
                    <a:pt x="35687" y="0"/>
                  </a:lnTo>
                  <a:lnTo>
                    <a:pt x="35687" y="28600"/>
                  </a:lnTo>
                  <a:lnTo>
                    <a:pt x="39179" y="28600"/>
                  </a:lnTo>
                  <a:lnTo>
                    <a:pt x="39179" y="0"/>
                  </a:lnTo>
                  <a:close/>
                </a:path>
                <a:path w="224790" h="29210">
                  <a:moveTo>
                    <a:pt x="46316" y="0"/>
                  </a:moveTo>
                  <a:lnTo>
                    <a:pt x="42824" y="0"/>
                  </a:lnTo>
                  <a:lnTo>
                    <a:pt x="42824" y="28600"/>
                  </a:lnTo>
                  <a:lnTo>
                    <a:pt x="46316" y="28600"/>
                  </a:lnTo>
                  <a:lnTo>
                    <a:pt x="46316" y="0"/>
                  </a:lnTo>
                  <a:close/>
                </a:path>
                <a:path w="224790" h="29210">
                  <a:moveTo>
                    <a:pt x="53454" y="0"/>
                  </a:moveTo>
                  <a:lnTo>
                    <a:pt x="49961" y="0"/>
                  </a:lnTo>
                  <a:lnTo>
                    <a:pt x="49961" y="28600"/>
                  </a:lnTo>
                  <a:lnTo>
                    <a:pt x="53454" y="28600"/>
                  </a:lnTo>
                  <a:lnTo>
                    <a:pt x="53454" y="0"/>
                  </a:lnTo>
                  <a:close/>
                </a:path>
                <a:path w="224790" h="29210">
                  <a:moveTo>
                    <a:pt x="60591" y="0"/>
                  </a:moveTo>
                  <a:lnTo>
                    <a:pt x="57099" y="0"/>
                  </a:lnTo>
                  <a:lnTo>
                    <a:pt x="57099" y="28600"/>
                  </a:lnTo>
                  <a:lnTo>
                    <a:pt x="60591" y="28600"/>
                  </a:lnTo>
                  <a:lnTo>
                    <a:pt x="60591" y="0"/>
                  </a:lnTo>
                  <a:close/>
                </a:path>
                <a:path w="224790" h="29210">
                  <a:moveTo>
                    <a:pt x="67729" y="0"/>
                  </a:moveTo>
                  <a:lnTo>
                    <a:pt x="64236" y="0"/>
                  </a:lnTo>
                  <a:lnTo>
                    <a:pt x="64236" y="28600"/>
                  </a:lnTo>
                  <a:lnTo>
                    <a:pt x="67729" y="28600"/>
                  </a:lnTo>
                  <a:lnTo>
                    <a:pt x="67729" y="0"/>
                  </a:lnTo>
                  <a:close/>
                </a:path>
                <a:path w="224790" h="29210">
                  <a:moveTo>
                    <a:pt x="74879" y="0"/>
                  </a:moveTo>
                  <a:lnTo>
                    <a:pt x="71386" y="0"/>
                  </a:lnTo>
                  <a:lnTo>
                    <a:pt x="71386" y="28600"/>
                  </a:lnTo>
                  <a:lnTo>
                    <a:pt x="74879" y="28600"/>
                  </a:lnTo>
                  <a:lnTo>
                    <a:pt x="74879" y="0"/>
                  </a:lnTo>
                  <a:close/>
                </a:path>
                <a:path w="224790" h="29210">
                  <a:moveTo>
                    <a:pt x="82016" y="0"/>
                  </a:moveTo>
                  <a:lnTo>
                    <a:pt x="78524" y="0"/>
                  </a:lnTo>
                  <a:lnTo>
                    <a:pt x="78524" y="28600"/>
                  </a:lnTo>
                  <a:lnTo>
                    <a:pt x="82016" y="28600"/>
                  </a:lnTo>
                  <a:lnTo>
                    <a:pt x="82016" y="0"/>
                  </a:lnTo>
                  <a:close/>
                </a:path>
                <a:path w="224790" h="29210">
                  <a:moveTo>
                    <a:pt x="89154" y="0"/>
                  </a:moveTo>
                  <a:lnTo>
                    <a:pt x="85661" y="0"/>
                  </a:lnTo>
                  <a:lnTo>
                    <a:pt x="85661" y="28600"/>
                  </a:lnTo>
                  <a:lnTo>
                    <a:pt x="89154" y="28600"/>
                  </a:lnTo>
                  <a:lnTo>
                    <a:pt x="89154" y="0"/>
                  </a:lnTo>
                  <a:close/>
                </a:path>
                <a:path w="224790" h="29210">
                  <a:moveTo>
                    <a:pt x="96278" y="0"/>
                  </a:moveTo>
                  <a:lnTo>
                    <a:pt x="92798" y="0"/>
                  </a:lnTo>
                  <a:lnTo>
                    <a:pt x="92798" y="28600"/>
                  </a:lnTo>
                  <a:lnTo>
                    <a:pt x="96278" y="28600"/>
                  </a:lnTo>
                  <a:lnTo>
                    <a:pt x="96278" y="0"/>
                  </a:lnTo>
                  <a:close/>
                </a:path>
                <a:path w="224790" h="29210">
                  <a:moveTo>
                    <a:pt x="103416" y="0"/>
                  </a:moveTo>
                  <a:lnTo>
                    <a:pt x="99936" y="0"/>
                  </a:lnTo>
                  <a:lnTo>
                    <a:pt x="99936" y="28600"/>
                  </a:lnTo>
                  <a:lnTo>
                    <a:pt x="103416" y="28600"/>
                  </a:lnTo>
                  <a:lnTo>
                    <a:pt x="103416" y="0"/>
                  </a:lnTo>
                  <a:close/>
                </a:path>
                <a:path w="224790" h="29210">
                  <a:moveTo>
                    <a:pt x="110553" y="0"/>
                  </a:moveTo>
                  <a:lnTo>
                    <a:pt x="107073" y="0"/>
                  </a:lnTo>
                  <a:lnTo>
                    <a:pt x="107073" y="28600"/>
                  </a:lnTo>
                  <a:lnTo>
                    <a:pt x="110553" y="28600"/>
                  </a:lnTo>
                  <a:lnTo>
                    <a:pt x="110553" y="0"/>
                  </a:lnTo>
                  <a:close/>
                </a:path>
                <a:path w="224790" h="29210">
                  <a:moveTo>
                    <a:pt x="117690" y="0"/>
                  </a:moveTo>
                  <a:lnTo>
                    <a:pt x="114211" y="0"/>
                  </a:lnTo>
                  <a:lnTo>
                    <a:pt x="114211" y="28600"/>
                  </a:lnTo>
                  <a:lnTo>
                    <a:pt x="117690" y="28600"/>
                  </a:lnTo>
                  <a:lnTo>
                    <a:pt x="117690" y="0"/>
                  </a:lnTo>
                  <a:close/>
                </a:path>
                <a:path w="224790" h="29210">
                  <a:moveTo>
                    <a:pt x="124841" y="0"/>
                  </a:moveTo>
                  <a:lnTo>
                    <a:pt x="121361" y="0"/>
                  </a:lnTo>
                  <a:lnTo>
                    <a:pt x="121361" y="28600"/>
                  </a:lnTo>
                  <a:lnTo>
                    <a:pt x="124841" y="28600"/>
                  </a:lnTo>
                  <a:lnTo>
                    <a:pt x="124841" y="0"/>
                  </a:lnTo>
                  <a:close/>
                </a:path>
                <a:path w="224790" h="29210">
                  <a:moveTo>
                    <a:pt x="131978" y="0"/>
                  </a:moveTo>
                  <a:lnTo>
                    <a:pt x="128485" y="0"/>
                  </a:lnTo>
                  <a:lnTo>
                    <a:pt x="128485" y="28600"/>
                  </a:lnTo>
                  <a:lnTo>
                    <a:pt x="131978" y="28600"/>
                  </a:lnTo>
                  <a:lnTo>
                    <a:pt x="131978" y="0"/>
                  </a:lnTo>
                  <a:close/>
                </a:path>
                <a:path w="224790" h="29210">
                  <a:moveTo>
                    <a:pt x="139115" y="0"/>
                  </a:moveTo>
                  <a:lnTo>
                    <a:pt x="135623" y="0"/>
                  </a:lnTo>
                  <a:lnTo>
                    <a:pt x="135623" y="28600"/>
                  </a:lnTo>
                  <a:lnTo>
                    <a:pt x="139115" y="28600"/>
                  </a:lnTo>
                  <a:lnTo>
                    <a:pt x="139115" y="0"/>
                  </a:lnTo>
                  <a:close/>
                </a:path>
                <a:path w="224790" h="29210">
                  <a:moveTo>
                    <a:pt x="146253" y="0"/>
                  </a:moveTo>
                  <a:lnTo>
                    <a:pt x="142760" y="0"/>
                  </a:lnTo>
                  <a:lnTo>
                    <a:pt x="142760" y="28600"/>
                  </a:lnTo>
                  <a:lnTo>
                    <a:pt x="146253" y="28600"/>
                  </a:lnTo>
                  <a:lnTo>
                    <a:pt x="146253" y="0"/>
                  </a:lnTo>
                  <a:close/>
                </a:path>
                <a:path w="224790" h="29210">
                  <a:moveTo>
                    <a:pt x="153390" y="0"/>
                  </a:moveTo>
                  <a:lnTo>
                    <a:pt x="149898" y="0"/>
                  </a:lnTo>
                  <a:lnTo>
                    <a:pt x="149898" y="28600"/>
                  </a:lnTo>
                  <a:lnTo>
                    <a:pt x="153390" y="28600"/>
                  </a:lnTo>
                  <a:lnTo>
                    <a:pt x="153390" y="0"/>
                  </a:lnTo>
                  <a:close/>
                </a:path>
                <a:path w="224790" h="29210">
                  <a:moveTo>
                    <a:pt x="160528" y="0"/>
                  </a:moveTo>
                  <a:lnTo>
                    <a:pt x="157035" y="0"/>
                  </a:lnTo>
                  <a:lnTo>
                    <a:pt x="157035" y="28600"/>
                  </a:lnTo>
                  <a:lnTo>
                    <a:pt x="160528" y="28600"/>
                  </a:lnTo>
                  <a:lnTo>
                    <a:pt x="160528" y="0"/>
                  </a:lnTo>
                  <a:close/>
                </a:path>
                <a:path w="224790" h="29210">
                  <a:moveTo>
                    <a:pt x="167665" y="0"/>
                  </a:moveTo>
                  <a:lnTo>
                    <a:pt x="164172" y="0"/>
                  </a:lnTo>
                  <a:lnTo>
                    <a:pt x="164172" y="28600"/>
                  </a:lnTo>
                  <a:lnTo>
                    <a:pt x="167665" y="28600"/>
                  </a:lnTo>
                  <a:lnTo>
                    <a:pt x="167665" y="0"/>
                  </a:lnTo>
                  <a:close/>
                </a:path>
                <a:path w="224790" h="29210">
                  <a:moveTo>
                    <a:pt x="174802" y="0"/>
                  </a:moveTo>
                  <a:lnTo>
                    <a:pt x="171310" y="0"/>
                  </a:lnTo>
                  <a:lnTo>
                    <a:pt x="171310" y="28600"/>
                  </a:lnTo>
                  <a:lnTo>
                    <a:pt x="174802" y="28600"/>
                  </a:lnTo>
                  <a:lnTo>
                    <a:pt x="174802" y="0"/>
                  </a:lnTo>
                  <a:close/>
                </a:path>
                <a:path w="224790" h="29210">
                  <a:moveTo>
                    <a:pt x="181952" y="0"/>
                  </a:moveTo>
                  <a:lnTo>
                    <a:pt x="178460" y="0"/>
                  </a:lnTo>
                  <a:lnTo>
                    <a:pt x="178460" y="28600"/>
                  </a:lnTo>
                  <a:lnTo>
                    <a:pt x="181952" y="28600"/>
                  </a:lnTo>
                  <a:lnTo>
                    <a:pt x="181952" y="0"/>
                  </a:lnTo>
                  <a:close/>
                </a:path>
                <a:path w="224790" h="29210">
                  <a:moveTo>
                    <a:pt x="189090" y="0"/>
                  </a:moveTo>
                  <a:lnTo>
                    <a:pt x="185597" y="0"/>
                  </a:lnTo>
                  <a:lnTo>
                    <a:pt x="185597" y="28600"/>
                  </a:lnTo>
                  <a:lnTo>
                    <a:pt x="189090" y="28600"/>
                  </a:lnTo>
                  <a:lnTo>
                    <a:pt x="189090" y="0"/>
                  </a:lnTo>
                  <a:close/>
                </a:path>
                <a:path w="224790" h="29210">
                  <a:moveTo>
                    <a:pt x="196227" y="0"/>
                  </a:moveTo>
                  <a:lnTo>
                    <a:pt x="192735" y="0"/>
                  </a:lnTo>
                  <a:lnTo>
                    <a:pt x="192735" y="28600"/>
                  </a:lnTo>
                  <a:lnTo>
                    <a:pt x="196227" y="28600"/>
                  </a:lnTo>
                  <a:lnTo>
                    <a:pt x="196227" y="0"/>
                  </a:lnTo>
                  <a:close/>
                </a:path>
                <a:path w="224790" h="29210">
                  <a:moveTo>
                    <a:pt x="203365" y="0"/>
                  </a:moveTo>
                  <a:lnTo>
                    <a:pt x="199872" y="0"/>
                  </a:lnTo>
                  <a:lnTo>
                    <a:pt x="199872" y="28600"/>
                  </a:lnTo>
                  <a:lnTo>
                    <a:pt x="203365" y="28600"/>
                  </a:lnTo>
                  <a:lnTo>
                    <a:pt x="203365" y="0"/>
                  </a:lnTo>
                  <a:close/>
                </a:path>
                <a:path w="224790" h="29210">
                  <a:moveTo>
                    <a:pt x="210489" y="0"/>
                  </a:moveTo>
                  <a:lnTo>
                    <a:pt x="207010" y="0"/>
                  </a:lnTo>
                  <a:lnTo>
                    <a:pt x="207010" y="28600"/>
                  </a:lnTo>
                  <a:lnTo>
                    <a:pt x="210489" y="28600"/>
                  </a:lnTo>
                  <a:lnTo>
                    <a:pt x="210489" y="0"/>
                  </a:lnTo>
                  <a:close/>
                </a:path>
                <a:path w="224790" h="29210">
                  <a:moveTo>
                    <a:pt x="217627" y="0"/>
                  </a:moveTo>
                  <a:lnTo>
                    <a:pt x="214147" y="0"/>
                  </a:lnTo>
                  <a:lnTo>
                    <a:pt x="214147" y="28600"/>
                  </a:lnTo>
                  <a:lnTo>
                    <a:pt x="217627" y="28600"/>
                  </a:lnTo>
                  <a:lnTo>
                    <a:pt x="217627" y="0"/>
                  </a:lnTo>
                  <a:close/>
                </a:path>
                <a:path w="224790" h="29210">
                  <a:moveTo>
                    <a:pt x="224764" y="0"/>
                  </a:moveTo>
                  <a:lnTo>
                    <a:pt x="221284" y="0"/>
                  </a:lnTo>
                  <a:lnTo>
                    <a:pt x="221284" y="28600"/>
                  </a:lnTo>
                  <a:lnTo>
                    <a:pt x="224764" y="28600"/>
                  </a:lnTo>
                  <a:lnTo>
                    <a:pt x="224764" y="0"/>
                  </a:lnTo>
                  <a:close/>
                </a:path>
              </a:pathLst>
            </a:custGeom>
            <a:solidFill>
              <a:srgbClr val="545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299330" y="3093881"/>
              <a:ext cx="38332" cy="119636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9299321" y="3097123"/>
              <a:ext cx="38735" cy="114935"/>
            </a:xfrm>
            <a:custGeom>
              <a:avLst/>
              <a:gdLst/>
              <a:ahLst/>
              <a:cxnLst/>
              <a:rect l="l" t="t" r="r" b="b"/>
              <a:pathLst>
                <a:path w="38734" h="114935">
                  <a:moveTo>
                    <a:pt x="38341" y="111874"/>
                  </a:moveTo>
                  <a:lnTo>
                    <a:pt x="0" y="111874"/>
                  </a:lnTo>
                  <a:lnTo>
                    <a:pt x="0" y="114477"/>
                  </a:lnTo>
                  <a:lnTo>
                    <a:pt x="38341" y="114477"/>
                  </a:lnTo>
                  <a:lnTo>
                    <a:pt x="38341" y="111874"/>
                  </a:lnTo>
                  <a:close/>
                </a:path>
                <a:path w="38734" h="114935">
                  <a:moveTo>
                    <a:pt x="38341" y="106540"/>
                  </a:moveTo>
                  <a:lnTo>
                    <a:pt x="0" y="106540"/>
                  </a:lnTo>
                  <a:lnTo>
                    <a:pt x="0" y="109143"/>
                  </a:lnTo>
                  <a:lnTo>
                    <a:pt x="38341" y="109143"/>
                  </a:lnTo>
                  <a:lnTo>
                    <a:pt x="38341" y="106540"/>
                  </a:lnTo>
                  <a:close/>
                </a:path>
                <a:path w="38734" h="114935">
                  <a:moveTo>
                    <a:pt x="38341" y="101219"/>
                  </a:moveTo>
                  <a:lnTo>
                    <a:pt x="0" y="101219"/>
                  </a:lnTo>
                  <a:lnTo>
                    <a:pt x="0" y="103822"/>
                  </a:lnTo>
                  <a:lnTo>
                    <a:pt x="38341" y="103822"/>
                  </a:lnTo>
                  <a:lnTo>
                    <a:pt x="38341" y="101219"/>
                  </a:lnTo>
                  <a:close/>
                </a:path>
                <a:path w="38734" h="114935">
                  <a:moveTo>
                    <a:pt x="38341" y="95897"/>
                  </a:moveTo>
                  <a:lnTo>
                    <a:pt x="0" y="95897"/>
                  </a:lnTo>
                  <a:lnTo>
                    <a:pt x="0" y="98501"/>
                  </a:lnTo>
                  <a:lnTo>
                    <a:pt x="38341" y="98501"/>
                  </a:lnTo>
                  <a:lnTo>
                    <a:pt x="38341" y="95897"/>
                  </a:lnTo>
                  <a:close/>
                </a:path>
                <a:path w="38734" h="114935">
                  <a:moveTo>
                    <a:pt x="38341" y="90576"/>
                  </a:moveTo>
                  <a:lnTo>
                    <a:pt x="0" y="90576"/>
                  </a:lnTo>
                  <a:lnTo>
                    <a:pt x="0" y="93179"/>
                  </a:lnTo>
                  <a:lnTo>
                    <a:pt x="38341" y="93179"/>
                  </a:lnTo>
                  <a:lnTo>
                    <a:pt x="38341" y="90576"/>
                  </a:lnTo>
                  <a:close/>
                </a:path>
                <a:path w="38734" h="114935">
                  <a:moveTo>
                    <a:pt x="38341" y="85242"/>
                  </a:moveTo>
                  <a:lnTo>
                    <a:pt x="0" y="85242"/>
                  </a:lnTo>
                  <a:lnTo>
                    <a:pt x="0" y="87845"/>
                  </a:lnTo>
                  <a:lnTo>
                    <a:pt x="38341" y="87845"/>
                  </a:lnTo>
                  <a:lnTo>
                    <a:pt x="38341" y="85242"/>
                  </a:lnTo>
                  <a:close/>
                </a:path>
                <a:path w="38734" h="114935">
                  <a:moveTo>
                    <a:pt x="38341" y="79908"/>
                  </a:moveTo>
                  <a:lnTo>
                    <a:pt x="0" y="79908"/>
                  </a:lnTo>
                  <a:lnTo>
                    <a:pt x="0" y="82511"/>
                  </a:lnTo>
                  <a:lnTo>
                    <a:pt x="38341" y="82511"/>
                  </a:lnTo>
                  <a:lnTo>
                    <a:pt x="38341" y="79908"/>
                  </a:lnTo>
                  <a:close/>
                </a:path>
                <a:path w="38734" h="114935">
                  <a:moveTo>
                    <a:pt x="38341" y="74587"/>
                  </a:moveTo>
                  <a:lnTo>
                    <a:pt x="0" y="74587"/>
                  </a:lnTo>
                  <a:lnTo>
                    <a:pt x="0" y="77190"/>
                  </a:lnTo>
                  <a:lnTo>
                    <a:pt x="38341" y="77190"/>
                  </a:lnTo>
                  <a:lnTo>
                    <a:pt x="38341" y="74587"/>
                  </a:lnTo>
                  <a:close/>
                </a:path>
                <a:path w="38734" h="114935">
                  <a:moveTo>
                    <a:pt x="38341" y="69253"/>
                  </a:moveTo>
                  <a:lnTo>
                    <a:pt x="0" y="69253"/>
                  </a:lnTo>
                  <a:lnTo>
                    <a:pt x="0" y="71856"/>
                  </a:lnTo>
                  <a:lnTo>
                    <a:pt x="38341" y="71856"/>
                  </a:lnTo>
                  <a:lnTo>
                    <a:pt x="38341" y="69253"/>
                  </a:lnTo>
                  <a:close/>
                </a:path>
                <a:path w="38734" h="114935">
                  <a:moveTo>
                    <a:pt x="38341" y="63931"/>
                  </a:moveTo>
                  <a:lnTo>
                    <a:pt x="0" y="63931"/>
                  </a:lnTo>
                  <a:lnTo>
                    <a:pt x="0" y="66535"/>
                  </a:lnTo>
                  <a:lnTo>
                    <a:pt x="38341" y="66535"/>
                  </a:lnTo>
                  <a:lnTo>
                    <a:pt x="38341" y="63931"/>
                  </a:lnTo>
                  <a:close/>
                </a:path>
                <a:path w="38734" h="114935">
                  <a:moveTo>
                    <a:pt x="38341" y="58610"/>
                  </a:moveTo>
                  <a:lnTo>
                    <a:pt x="0" y="58610"/>
                  </a:lnTo>
                  <a:lnTo>
                    <a:pt x="0" y="61214"/>
                  </a:lnTo>
                  <a:lnTo>
                    <a:pt x="38341" y="61214"/>
                  </a:lnTo>
                  <a:lnTo>
                    <a:pt x="38341" y="58610"/>
                  </a:lnTo>
                  <a:close/>
                </a:path>
                <a:path w="38734" h="114935">
                  <a:moveTo>
                    <a:pt x="38341" y="53276"/>
                  </a:moveTo>
                  <a:lnTo>
                    <a:pt x="0" y="53276"/>
                  </a:lnTo>
                  <a:lnTo>
                    <a:pt x="0" y="55880"/>
                  </a:lnTo>
                  <a:lnTo>
                    <a:pt x="38341" y="55880"/>
                  </a:lnTo>
                  <a:lnTo>
                    <a:pt x="38341" y="53276"/>
                  </a:lnTo>
                  <a:close/>
                </a:path>
                <a:path w="38734" h="114935">
                  <a:moveTo>
                    <a:pt x="38341" y="47955"/>
                  </a:moveTo>
                  <a:lnTo>
                    <a:pt x="0" y="47955"/>
                  </a:lnTo>
                  <a:lnTo>
                    <a:pt x="0" y="50558"/>
                  </a:lnTo>
                  <a:lnTo>
                    <a:pt x="38341" y="50558"/>
                  </a:lnTo>
                  <a:lnTo>
                    <a:pt x="38341" y="47955"/>
                  </a:lnTo>
                  <a:close/>
                </a:path>
                <a:path w="38734" h="114935">
                  <a:moveTo>
                    <a:pt x="38341" y="42621"/>
                  </a:moveTo>
                  <a:lnTo>
                    <a:pt x="0" y="42621"/>
                  </a:lnTo>
                  <a:lnTo>
                    <a:pt x="0" y="45224"/>
                  </a:lnTo>
                  <a:lnTo>
                    <a:pt x="38341" y="45224"/>
                  </a:lnTo>
                  <a:lnTo>
                    <a:pt x="38341" y="42621"/>
                  </a:lnTo>
                  <a:close/>
                </a:path>
                <a:path w="38734" h="114935">
                  <a:moveTo>
                    <a:pt x="38341" y="37287"/>
                  </a:moveTo>
                  <a:lnTo>
                    <a:pt x="0" y="37287"/>
                  </a:lnTo>
                  <a:lnTo>
                    <a:pt x="0" y="39890"/>
                  </a:lnTo>
                  <a:lnTo>
                    <a:pt x="38341" y="39890"/>
                  </a:lnTo>
                  <a:lnTo>
                    <a:pt x="38341" y="37287"/>
                  </a:lnTo>
                  <a:close/>
                </a:path>
                <a:path w="38734" h="114935">
                  <a:moveTo>
                    <a:pt x="38341" y="31965"/>
                  </a:moveTo>
                  <a:lnTo>
                    <a:pt x="0" y="31965"/>
                  </a:lnTo>
                  <a:lnTo>
                    <a:pt x="0" y="34569"/>
                  </a:lnTo>
                  <a:lnTo>
                    <a:pt x="38341" y="34569"/>
                  </a:lnTo>
                  <a:lnTo>
                    <a:pt x="38341" y="31965"/>
                  </a:lnTo>
                  <a:close/>
                </a:path>
                <a:path w="38734" h="114935">
                  <a:moveTo>
                    <a:pt x="38341" y="26631"/>
                  </a:moveTo>
                  <a:lnTo>
                    <a:pt x="0" y="26631"/>
                  </a:lnTo>
                  <a:lnTo>
                    <a:pt x="0" y="29235"/>
                  </a:lnTo>
                  <a:lnTo>
                    <a:pt x="38341" y="29235"/>
                  </a:lnTo>
                  <a:lnTo>
                    <a:pt x="38341" y="26631"/>
                  </a:lnTo>
                  <a:close/>
                </a:path>
                <a:path w="38734" h="114935">
                  <a:moveTo>
                    <a:pt x="38341" y="21310"/>
                  </a:moveTo>
                  <a:lnTo>
                    <a:pt x="0" y="21310"/>
                  </a:lnTo>
                  <a:lnTo>
                    <a:pt x="0" y="23914"/>
                  </a:lnTo>
                  <a:lnTo>
                    <a:pt x="38341" y="23914"/>
                  </a:lnTo>
                  <a:lnTo>
                    <a:pt x="38341" y="21310"/>
                  </a:lnTo>
                  <a:close/>
                </a:path>
                <a:path w="38734" h="114935">
                  <a:moveTo>
                    <a:pt x="38341" y="15989"/>
                  </a:moveTo>
                  <a:lnTo>
                    <a:pt x="0" y="15989"/>
                  </a:lnTo>
                  <a:lnTo>
                    <a:pt x="0" y="18592"/>
                  </a:lnTo>
                  <a:lnTo>
                    <a:pt x="38341" y="18592"/>
                  </a:lnTo>
                  <a:lnTo>
                    <a:pt x="38341" y="15989"/>
                  </a:lnTo>
                  <a:close/>
                </a:path>
                <a:path w="38734" h="114935">
                  <a:moveTo>
                    <a:pt x="38341" y="10655"/>
                  </a:moveTo>
                  <a:lnTo>
                    <a:pt x="0" y="10655"/>
                  </a:lnTo>
                  <a:lnTo>
                    <a:pt x="0" y="13258"/>
                  </a:lnTo>
                  <a:lnTo>
                    <a:pt x="38341" y="13258"/>
                  </a:lnTo>
                  <a:lnTo>
                    <a:pt x="38341" y="10655"/>
                  </a:lnTo>
                  <a:close/>
                </a:path>
                <a:path w="38734" h="114935">
                  <a:moveTo>
                    <a:pt x="38341" y="5334"/>
                  </a:moveTo>
                  <a:lnTo>
                    <a:pt x="0" y="5334"/>
                  </a:lnTo>
                  <a:lnTo>
                    <a:pt x="0" y="7937"/>
                  </a:lnTo>
                  <a:lnTo>
                    <a:pt x="38341" y="7937"/>
                  </a:lnTo>
                  <a:lnTo>
                    <a:pt x="38341" y="5334"/>
                  </a:lnTo>
                  <a:close/>
                </a:path>
                <a:path w="38734" h="114935">
                  <a:moveTo>
                    <a:pt x="38341" y="0"/>
                  </a:moveTo>
                  <a:lnTo>
                    <a:pt x="0" y="0"/>
                  </a:lnTo>
                  <a:lnTo>
                    <a:pt x="0" y="2603"/>
                  </a:lnTo>
                  <a:lnTo>
                    <a:pt x="38341" y="2603"/>
                  </a:lnTo>
                  <a:lnTo>
                    <a:pt x="38341" y="0"/>
                  </a:lnTo>
                  <a:close/>
                </a:path>
              </a:pathLst>
            </a:custGeom>
            <a:solidFill>
              <a:srgbClr val="545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583341" y="3093881"/>
              <a:ext cx="38332" cy="119636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9583331" y="3095828"/>
              <a:ext cx="38735" cy="114935"/>
            </a:xfrm>
            <a:custGeom>
              <a:avLst/>
              <a:gdLst/>
              <a:ahLst/>
              <a:cxnLst/>
              <a:rect l="l" t="t" r="r" b="b"/>
              <a:pathLst>
                <a:path w="38734" h="114935">
                  <a:moveTo>
                    <a:pt x="38341" y="111861"/>
                  </a:moveTo>
                  <a:lnTo>
                    <a:pt x="0" y="111861"/>
                  </a:lnTo>
                  <a:lnTo>
                    <a:pt x="0" y="114465"/>
                  </a:lnTo>
                  <a:lnTo>
                    <a:pt x="38341" y="114465"/>
                  </a:lnTo>
                  <a:lnTo>
                    <a:pt x="38341" y="111861"/>
                  </a:lnTo>
                  <a:close/>
                </a:path>
                <a:path w="38734" h="114935">
                  <a:moveTo>
                    <a:pt x="38341" y="106540"/>
                  </a:moveTo>
                  <a:lnTo>
                    <a:pt x="0" y="106540"/>
                  </a:lnTo>
                  <a:lnTo>
                    <a:pt x="0" y="109143"/>
                  </a:lnTo>
                  <a:lnTo>
                    <a:pt x="38341" y="109143"/>
                  </a:lnTo>
                  <a:lnTo>
                    <a:pt x="38341" y="106540"/>
                  </a:lnTo>
                  <a:close/>
                </a:path>
                <a:path w="38734" h="114935">
                  <a:moveTo>
                    <a:pt x="38341" y="101206"/>
                  </a:moveTo>
                  <a:lnTo>
                    <a:pt x="0" y="101206"/>
                  </a:lnTo>
                  <a:lnTo>
                    <a:pt x="0" y="103809"/>
                  </a:lnTo>
                  <a:lnTo>
                    <a:pt x="38341" y="103809"/>
                  </a:lnTo>
                  <a:lnTo>
                    <a:pt x="38341" y="101206"/>
                  </a:lnTo>
                  <a:close/>
                </a:path>
                <a:path w="38734" h="114935">
                  <a:moveTo>
                    <a:pt x="38341" y="95897"/>
                  </a:moveTo>
                  <a:lnTo>
                    <a:pt x="0" y="95897"/>
                  </a:lnTo>
                  <a:lnTo>
                    <a:pt x="0" y="98501"/>
                  </a:lnTo>
                  <a:lnTo>
                    <a:pt x="38341" y="98501"/>
                  </a:lnTo>
                  <a:lnTo>
                    <a:pt x="38341" y="95897"/>
                  </a:lnTo>
                  <a:close/>
                </a:path>
                <a:path w="38734" h="114935">
                  <a:moveTo>
                    <a:pt x="38341" y="90563"/>
                  </a:moveTo>
                  <a:lnTo>
                    <a:pt x="0" y="90563"/>
                  </a:lnTo>
                  <a:lnTo>
                    <a:pt x="0" y="93167"/>
                  </a:lnTo>
                  <a:lnTo>
                    <a:pt x="38341" y="93167"/>
                  </a:lnTo>
                  <a:lnTo>
                    <a:pt x="38341" y="90563"/>
                  </a:lnTo>
                  <a:close/>
                </a:path>
                <a:path w="38734" h="114935">
                  <a:moveTo>
                    <a:pt x="38341" y="85242"/>
                  </a:moveTo>
                  <a:lnTo>
                    <a:pt x="0" y="85242"/>
                  </a:lnTo>
                  <a:lnTo>
                    <a:pt x="0" y="87845"/>
                  </a:lnTo>
                  <a:lnTo>
                    <a:pt x="38341" y="87845"/>
                  </a:lnTo>
                  <a:lnTo>
                    <a:pt x="38341" y="85242"/>
                  </a:lnTo>
                  <a:close/>
                </a:path>
                <a:path w="38734" h="114935">
                  <a:moveTo>
                    <a:pt x="38341" y="79908"/>
                  </a:moveTo>
                  <a:lnTo>
                    <a:pt x="0" y="79908"/>
                  </a:lnTo>
                  <a:lnTo>
                    <a:pt x="0" y="82511"/>
                  </a:lnTo>
                  <a:lnTo>
                    <a:pt x="38341" y="82511"/>
                  </a:lnTo>
                  <a:lnTo>
                    <a:pt x="38341" y="79908"/>
                  </a:lnTo>
                  <a:close/>
                </a:path>
                <a:path w="38734" h="114935">
                  <a:moveTo>
                    <a:pt x="38341" y="74574"/>
                  </a:moveTo>
                  <a:lnTo>
                    <a:pt x="0" y="74574"/>
                  </a:lnTo>
                  <a:lnTo>
                    <a:pt x="0" y="77177"/>
                  </a:lnTo>
                  <a:lnTo>
                    <a:pt x="38341" y="77177"/>
                  </a:lnTo>
                  <a:lnTo>
                    <a:pt x="38341" y="74574"/>
                  </a:lnTo>
                  <a:close/>
                </a:path>
                <a:path w="38734" h="114935">
                  <a:moveTo>
                    <a:pt x="38341" y="69253"/>
                  </a:moveTo>
                  <a:lnTo>
                    <a:pt x="0" y="69253"/>
                  </a:lnTo>
                  <a:lnTo>
                    <a:pt x="0" y="71856"/>
                  </a:lnTo>
                  <a:lnTo>
                    <a:pt x="38341" y="71856"/>
                  </a:lnTo>
                  <a:lnTo>
                    <a:pt x="38341" y="69253"/>
                  </a:lnTo>
                  <a:close/>
                </a:path>
                <a:path w="38734" h="114935">
                  <a:moveTo>
                    <a:pt x="38341" y="63919"/>
                  </a:moveTo>
                  <a:lnTo>
                    <a:pt x="0" y="63919"/>
                  </a:lnTo>
                  <a:lnTo>
                    <a:pt x="0" y="66522"/>
                  </a:lnTo>
                  <a:lnTo>
                    <a:pt x="38341" y="66522"/>
                  </a:lnTo>
                  <a:lnTo>
                    <a:pt x="38341" y="63919"/>
                  </a:lnTo>
                  <a:close/>
                </a:path>
                <a:path w="38734" h="114935">
                  <a:moveTo>
                    <a:pt x="38341" y="58597"/>
                  </a:moveTo>
                  <a:lnTo>
                    <a:pt x="0" y="58597"/>
                  </a:lnTo>
                  <a:lnTo>
                    <a:pt x="0" y="61201"/>
                  </a:lnTo>
                  <a:lnTo>
                    <a:pt x="38341" y="61201"/>
                  </a:lnTo>
                  <a:lnTo>
                    <a:pt x="38341" y="58597"/>
                  </a:lnTo>
                  <a:close/>
                </a:path>
                <a:path w="38734" h="114935">
                  <a:moveTo>
                    <a:pt x="38341" y="53276"/>
                  </a:moveTo>
                  <a:lnTo>
                    <a:pt x="0" y="53276"/>
                  </a:lnTo>
                  <a:lnTo>
                    <a:pt x="0" y="55880"/>
                  </a:lnTo>
                  <a:lnTo>
                    <a:pt x="38341" y="55880"/>
                  </a:lnTo>
                  <a:lnTo>
                    <a:pt x="38341" y="53276"/>
                  </a:lnTo>
                  <a:close/>
                </a:path>
                <a:path w="38734" h="114935">
                  <a:moveTo>
                    <a:pt x="38341" y="47942"/>
                  </a:moveTo>
                  <a:lnTo>
                    <a:pt x="0" y="47942"/>
                  </a:lnTo>
                  <a:lnTo>
                    <a:pt x="0" y="50546"/>
                  </a:lnTo>
                  <a:lnTo>
                    <a:pt x="38341" y="50546"/>
                  </a:lnTo>
                  <a:lnTo>
                    <a:pt x="38341" y="47942"/>
                  </a:lnTo>
                  <a:close/>
                </a:path>
                <a:path w="38734" h="114935">
                  <a:moveTo>
                    <a:pt x="38341" y="42621"/>
                  </a:moveTo>
                  <a:lnTo>
                    <a:pt x="0" y="42621"/>
                  </a:lnTo>
                  <a:lnTo>
                    <a:pt x="0" y="45224"/>
                  </a:lnTo>
                  <a:lnTo>
                    <a:pt x="38341" y="45224"/>
                  </a:lnTo>
                  <a:lnTo>
                    <a:pt x="38341" y="42621"/>
                  </a:lnTo>
                  <a:close/>
                </a:path>
                <a:path w="38734" h="114935">
                  <a:moveTo>
                    <a:pt x="38341" y="37287"/>
                  </a:moveTo>
                  <a:lnTo>
                    <a:pt x="0" y="37287"/>
                  </a:lnTo>
                  <a:lnTo>
                    <a:pt x="0" y="39890"/>
                  </a:lnTo>
                  <a:lnTo>
                    <a:pt x="38341" y="39890"/>
                  </a:lnTo>
                  <a:lnTo>
                    <a:pt x="38341" y="37287"/>
                  </a:lnTo>
                  <a:close/>
                </a:path>
                <a:path w="38734" h="114935">
                  <a:moveTo>
                    <a:pt x="38341" y="31953"/>
                  </a:moveTo>
                  <a:lnTo>
                    <a:pt x="0" y="31953"/>
                  </a:lnTo>
                  <a:lnTo>
                    <a:pt x="0" y="34556"/>
                  </a:lnTo>
                  <a:lnTo>
                    <a:pt x="38341" y="34556"/>
                  </a:lnTo>
                  <a:lnTo>
                    <a:pt x="38341" y="31953"/>
                  </a:lnTo>
                  <a:close/>
                </a:path>
                <a:path w="38734" h="114935">
                  <a:moveTo>
                    <a:pt x="38341" y="26631"/>
                  </a:moveTo>
                  <a:lnTo>
                    <a:pt x="0" y="26631"/>
                  </a:lnTo>
                  <a:lnTo>
                    <a:pt x="0" y="29235"/>
                  </a:lnTo>
                  <a:lnTo>
                    <a:pt x="38341" y="29235"/>
                  </a:lnTo>
                  <a:lnTo>
                    <a:pt x="38341" y="26631"/>
                  </a:lnTo>
                  <a:close/>
                </a:path>
                <a:path w="38734" h="114935">
                  <a:moveTo>
                    <a:pt x="38341" y="21297"/>
                  </a:moveTo>
                  <a:lnTo>
                    <a:pt x="0" y="21297"/>
                  </a:lnTo>
                  <a:lnTo>
                    <a:pt x="0" y="23901"/>
                  </a:lnTo>
                  <a:lnTo>
                    <a:pt x="38341" y="23901"/>
                  </a:lnTo>
                  <a:lnTo>
                    <a:pt x="38341" y="21297"/>
                  </a:lnTo>
                  <a:close/>
                </a:path>
                <a:path w="38734" h="114935">
                  <a:moveTo>
                    <a:pt x="38341" y="15976"/>
                  </a:moveTo>
                  <a:lnTo>
                    <a:pt x="0" y="15976"/>
                  </a:lnTo>
                  <a:lnTo>
                    <a:pt x="0" y="18580"/>
                  </a:lnTo>
                  <a:lnTo>
                    <a:pt x="38341" y="18580"/>
                  </a:lnTo>
                  <a:lnTo>
                    <a:pt x="38341" y="15976"/>
                  </a:lnTo>
                  <a:close/>
                </a:path>
                <a:path w="38734" h="114935">
                  <a:moveTo>
                    <a:pt x="38341" y="10655"/>
                  </a:moveTo>
                  <a:lnTo>
                    <a:pt x="0" y="10655"/>
                  </a:lnTo>
                  <a:lnTo>
                    <a:pt x="0" y="13258"/>
                  </a:lnTo>
                  <a:lnTo>
                    <a:pt x="38341" y="13258"/>
                  </a:lnTo>
                  <a:lnTo>
                    <a:pt x="38341" y="10655"/>
                  </a:lnTo>
                  <a:close/>
                </a:path>
                <a:path w="38734" h="114935">
                  <a:moveTo>
                    <a:pt x="38341" y="5321"/>
                  </a:moveTo>
                  <a:lnTo>
                    <a:pt x="0" y="5321"/>
                  </a:lnTo>
                  <a:lnTo>
                    <a:pt x="0" y="7924"/>
                  </a:lnTo>
                  <a:lnTo>
                    <a:pt x="38341" y="7924"/>
                  </a:lnTo>
                  <a:lnTo>
                    <a:pt x="38341" y="5321"/>
                  </a:lnTo>
                  <a:close/>
                </a:path>
                <a:path w="38734" h="114935">
                  <a:moveTo>
                    <a:pt x="38341" y="0"/>
                  </a:moveTo>
                  <a:lnTo>
                    <a:pt x="0" y="0"/>
                  </a:lnTo>
                  <a:lnTo>
                    <a:pt x="0" y="2603"/>
                  </a:lnTo>
                  <a:lnTo>
                    <a:pt x="38341" y="2603"/>
                  </a:lnTo>
                  <a:lnTo>
                    <a:pt x="38341" y="0"/>
                  </a:lnTo>
                  <a:close/>
                </a:path>
              </a:pathLst>
            </a:custGeom>
            <a:solidFill>
              <a:srgbClr val="545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9311639" y="3069335"/>
              <a:ext cx="292607" cy="167639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309489" y="3282023"/>
              <a:ext cx="296207" cy="166462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348114" y="3431571"/>
              <a:ext cx="226519" cy="28609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9349854" y="3444557"/>
              <a:ext cx="224790" cy="15875"/>
            </a:xfrm>
            <a:custGeom>
              <a:avLst/>
              <a:gdLst/>
              <a:ahLst/>
              <a:cxnLst/>
              <a:rect l="l" t="t" r="r" b="b"/>
              <a:pathLst>
                <a:path w="224790" h="15875">
                  <a:moveTo>
                    <a:pt x="3492" y="0"/>
                  </a:moveTo>
                  <a:lnTo>
                    <a:pt x="0" y="0"/>
                  </a:lnTo>
                  <a:lnTo>
                    <a:pt x="0" y="15633"/>
                  </a:lnTo>
                  <a:lnTo>
                    <a:pt x="3492" y="15633"/>
                  </a:lnTo>
                  <a:lnTo>
                    <a:pt x="3492" y="0"/>
                  </a:lnTo>
                  <a:close/>
                </a:path>
                <a:path w="224790" h="15875">
                  <a:moveTo>
                    <a:pt x="10617" y="0"/>
                  </a:moveTo>
                  <a:lnTo>
                    <a:pt x="7137" y="0"/>
                  </a:lnTo>
                  <a:lnTo>
                    <a:pt x="7137" y="15633"/>
                  </a:lnTo>
                  <a:lnTo>
                    <a:pt x="10617" y="15633"/>
                  </a:lnTo>
                  <a:lnTo>
                    <a:pt x="10617" y="0"/>
                  </a:lnTo>
                  <a:close/>
                </a:path>
                <a:path w="224790" h="15875">
                  <a:moveTo>
                    <a:pt x="17754" y="0"/>
                  </a:moveTo>
                  <a:lnTo>
                    <a:pt x="14274" y="0"/>
                  </a:lnTo>
                  <a:lnTo>
                    <a:pt x="14274" y="15633"/>
                  </a:lnTo>
                  <a:lnTo>
                    <a:pt x="17754" y="15633"/>
                  </a:lnTo>
                  <a:lnTo>
                    <a:pt x="17754" y="0"/>
                  </a:lnTo>
                  <a:close/>
                </a:path>
                <a:path w="224790" h="15875">
                  <a:moveTo>
                    <a:pt x="24904" y="0"/>
                  </a:moveTo>
                  <a:lnTo>
                    <a:pt x="21424" y="0"/>
                  </a:lnTo>
                  <a:lnTo>
                    <a:pt x="21424" y="15633"/>
                  </a:lnTo>
                  <a:lnTo>
                    <a:pt x="24904" y="15633"/>
                  </a:lnTo>
                  <a:lnTo>
                    <a:pt x="24904" y="0"/>
                  </a:lnTo>
                  <a:close/>
                </a:path>
                <a:path w="224790" h="15875">
                  <a:moveTo>
                    <a:pt x="32042" y="0"/>
                  </a:moveTo>
                  <a:lnTo>
                    <a:pt x="28562" y="0"/>
                  </a:lnTo>
                  <a:lnTo>
                    <a:pt x="28562" y="15633"/>
                  </a:lnTo>
                  <a:lnTo>
                    <a:pt x="32042" y="15633"/>
                  </a:lnTo>
                  <a:lnTo>
                    <a:pt x="32042" y="0"/>
                  </a:lnTo>
                  <a:close/>
                </a:path>
                <a:path w="224790" h="15875">
                  <a:moveTo>
                    <a:pt x="39179" y="0"/>
                  </a:moveTo>
                  <a:lnTo>
                    <a:pt x="35699" y="0"/>
                  </a:lnTo>
                  <a:lnTo>
                    <a:pt x="35699" y="15633"/>
                  </a:lnTo>
                  <a:lnTo>
                    <a:pt x="39179" y="15633"/>
                  </a:lnTo>
                  <a:lnTo>
                    <a:pt x="39179" y="0"/>
                  </a:lnTo>
                  <a:close/>
                </a:path>
                <a:path w="224790" h="15875">
                  <a:moveTo>
                    <a:pt x="46316" y="0"/>
                  </a:moveTo>
                  <a:lnTo>
                    <a:pt x="42837" y="0"/>
                  </a:lnTo>
                  <a:lnTo>
                    <a:pt x="42837" y="15633"/>
                  </a:lnTo>
                  <a:lnTo>
                    <a:pt x="46316" y="15633"/>
                  </a:lnTo>
                  <a:lnTo>
                    <a:pt x="46316" y="0"/>
                  </a:lnTo>
                  <a:close/>
                </a:path>
                <a:path w="224790" h="15875">
                  <a:moveTo>
                    <a:pt x="53454" y="0"/>
                  </a:moveTo>
                  <a:lnTo>
                    <a:pt x="49961" y="0"/>
                  </a:lnTo>
                  <a:lnTo>
                    <a:pt x="49961" y="15633"/>
                  </a:lnTo>
                  <a:lnTo>
                    <a:pt x="53454" y="15633"/>
                  </a:lnTo>
                  <a:lnTo>
                    <a:pt x="53454" y="0"/>
                  </a:lnTo>
                  <a:close/>
                </a:path>
                <a:path w="224790" h="15875">
                  <a:moveTo>
                    <a:pt x="60591" y="0"/>
                  </a:moveTo>
                  <a:lnTo>
                    <a:pt x="57099" y="0"/>
                  </a:lnTo>
                  <a:lnTo>
                    <a:pt x="57099" y="15633"/>
                  </a:lnTo>
                  <a:lnTo>
                    <a:pt x="60591" y="15633"/>
                  </a:lnTo>
                  <a:lnTo>
                    <a:pt x="60591" y="0"/>
                  </a:lnTo>
                  <a:close/>
                </a:path>
                <a:path w="224790" h="15875">
                  <a:moveTo>
                    <a:pt x="67729" y="0"/>
                  </a:moveTo>
                  <a:lnTo>
                    <a:pt x="64236" y="0"/>
                  </a:lnTo>
                  <a:lnTo>
                    <a:pt x="64236" y="15633"/>
                  </a:lnTo>
                  <a:lnTo>
                    <a:pt x="67729" y="15633"/>
                  </a:lnTo>
                  <a:lnTo>
                    <a:pt x="67729" y="0"/>
                  </a:lnTo>
                  <a:close/>
                </a:path>
                <a:path w="224790" h="15875">
                  <a:moveTo>
                    <a:pt x="74866" y="0"/>
                  </a:moveTo>
                  <a:lnTo>
                    <a:pt x="71374" y="0"/>
                  </a:lnTo>
                  <a:lnTo>
                    <a:pt x="71374" y="15633"/>
                  </a:lnTo>
                  <a:lnTo>
                    <a:pt x="74866" y="15633"/>
                  </a:lnTo>
                  <a:lnTo>
                    <a:pt x="74866" y="0"/>
                  </a:lnTo>
                  <a:close/>
                </a:path>
                <a:path w="224790" h="15875">
                  <a:moveTo>
                    <a:pt x="82016" y="0"/>
                  </a:moveTo>
                  <a:lnTo>
                    <a:pt x="78524" y="0"/>
                  </a:lnTo>
                  <a:lnTo>
                    <a:pt x="78524" y="15633"/>
                  </a:lnTo>
                  <a:lnTo>
                    <a:pt x="82016" y="15633"/>
                  </a:lnTo>
                  <a:lnTo>
                    <a:pt x="82016" y="0"/>
                  </a:lnTo>
                  <a:close/>
                </a:path>
                <a:path w="224790" h="15875">
                  <a:moveTo>
                    <a:pt x="89154" y="0"/>
                  </a:moveTo>
                  <a:lnTo>
                    <a:pt x="85661" y="0"/>
                  </a:lnTo>
                  <a:lnTo>
                    <a:pt x="85661" y="15633"/>
                  </a:lnTo>
                  <a:lnTo>
                    <a:pt x="89154" y="15633"/>
                  </a:lnTo>
                  <a:lnTo>
                    <a:pt x="89154" y="0"/>
                  </a:lnTo>
                  <a:close/>
                </a:path>
                <a:path w="224790" h="15875">
                  <a:moveTo>
                    <a:pt x="96291" y="0"/>
                  </a:moveTo>
                  <a:lnTo>
                    <a:pt x="92798" y="0"/>
                  </a:lnTo>
                  <a:lnTo>
                    <a:pt x="92798" y="15633"/>
                  </a:lnTo>
                  <a:lnTo>
                    <a:pt x="96291" y="15633"/>
                  </a:lnTo>
                  <a:lnTo>
                    <a:pt x="96291" y="0"/>
                  </a:lnTo>
                  <a:close/>
                </a:path>
                <a:path w="224790" h="15875">
                  <a:moveTo>
                    <a:pt x="103428" y="0"/>
                  </a:moveTo>
                  <a:lnTo>
                    <a:pt x="99936" y="0"/>
                  </a:lnTo>
                  <a:lnTo>
                    <a:pt x="99936" y="15633"/>
                  </a:lnTo>
                  <a:lnTo>
                    <a:pt x="103428" y="15633"/>
                  </a:lnTo>
                  <a:lnTo>
                    <a:pt x="103428" y="0"/>
                  </a:lnTo>
                  <a:close/>
                </a:path>
                <a:path w="224790" h="15875">
                  <a:moveTo>
                    <a:pt x="110566" y="0"/>
                  </a:moveTo>
                  <a:lnTo>
                    <a:pt x="107073" y="0"/>
                  </a:lnTo>
                  <a:lnTo>
                    <a:pt x="107073" y="15633"/>
                  </a:lnTo>
                  <a:lnTo>
                    <a:pt x="110566" y="15633"/>
                  </a:lnTo>
                  <a:lnTo>
                    <a:pt x="110566" y="0"/>
                  </a:lnTo>
                  <a:close/>
                </a:path>
                <a:path w="224790" h="15875">
                  <a:moveTo>
                    <a:pt x="117703" y="0"/>
                  </a:moveTo>
                  <a:lnTo>
                    <a:pt x="114211" y="0"/>
                  </a:lnTo>
                  <a:lnTo>
                    <a:pt x="114211" y="15633"/>
                  </a:lnTo>
                  <a:lnTo>
                    <a:pt x="117703" y="15633"/>
                  </a:lnTo>
                  <a:lnTo>
                    <a:pt x="117703" y="0"/>
                  </a:lnTo>
                  <a:close/>
                </a:path>
                <a:path w="224790" h="15875">
                  <a:moveTo>
                    <a:pt x="124841" y="0"/>
                  </a:moveTo>
                  <a:lnTo>
                    <a:pt x="121348" y="0"/>
                  </a:lnTo>
                  <a:lnTo>
                    <a:pt x="121348" y="15633"/>
                  </a:lnTo>
                  <a:lnTo>
                    <a:pt x="124841" y="15633"/>
                  </a:lnTo>
                  <a:lnTo>
                    <a:pt x="124841" y="0"/>
                  </a:lnTo>
                  <a:close/>
                </a:path>
                <a:path w="224790" h="15875">
                  <a:moveTo>
                    <a:pt x="131991" y="0"/>
                  </a:moveTo>
                  <a:lnTo>
                    <a:pt x="128498" y="0"/>
                  </a:lnTo>
                  <a:lnTo>
                    <a:pt x="128498" y="15633"/>
                  </a:lnTo>
                  <a:lnTo>
                    <a:pt x="131991" y="15633"/>
                  </a:lnTo>
                  <a:lnTo>
                    <a:pt x="131991" y="0"/>
                  </a:lnTo>
                  <a:close/>
                </a:path>
                <a:path w="224790" h="15875">
                  <a:moveTo>
                    <a:pt x="139115" y="0"/>
                  </a:moveTo>
                  <a:lnTo>
                    <a:pt x="135636" y="0"/>
                  </a:lnTo>
                  <a:lnTo>
                    <a:pt x="135636" y="15633"/>
                  </a:lnTo>
                  <a:lnTo>
                    <a:pt x="139115" y="15633"/>
                  </a:lnTo>
                  <a:lnTo>
                    <a:pt x="139115" y="0"/>
                  </a:lnTo>
                  <a:close/>
                </a:path>
                <a:path w="224790" h="15875">
                  <a:moveTo>
                    <a:pt x="146253" y="0"/>
                  </a:moveTo>
                  <a:lnTo>
                    <a:pt x="142773" y="0"/>
                  </a:lnTo>
                  <a:lnTo>
                    <a:pt x="142773" y="15633"/>
                  </a:lnTo>
                  <a:lnTo>
                    <a:pt x="146253" y="15633"/>
                  </a:lnTo>
                  <a:lnTo>
                    <a:pt x="146253" y="0"/>
                  </a:lnTo>
                  <a:close/>
                </a:path>
                <a:path w="224790" h="15875">
                  <a:moveTo>
                    <a:pt x="153390" y="0"/>
                  </a:moveTo>
                  <a:lnTo>
                    <a:pt x="149910" y="0"/>
                  </a:lnTo>
                  <a:lnTo>
                    <a:pt x="149910" y="15633"/>
                  </a:lnTo>
                  <a:lnTo>
                    <a:pt x="153390" y="15633"/>
                  </a:lnTo>
                  <a:lnTo>
                    <a:pt x="153390" y="0"/>
                  </a:lnTo>
                  <a:close/>
                </a:path>
                <a:path w="224790" h="15875">
                  <a:moveTo>
                    <a:pt x="160528" y="0"/>
                  </a:moveTo>
                  <a:lnTo>
                    <a:pt x="157048" y="0"/>
                  </a:lnTo>
                  <a:lnTo>
                    <a:pt x="157048" y="15633"/>
                  </a:lnTo>
                  <a:lnTo>
                    <a:pt x="160528" y="15633"/>
                  </a:lnTo>
                  <a:lnTo>
                    <a:pt x="160528" y="0"/>
                  </a:lnTo>
                  <a:close/>
                </a:path>
                <a:path w="224790" h="15875">
                  <a:moveTo>
                    <a:pt x="167665" y="0"/>
                  </a:moveTo>
                  <a:lnTo>
                    <a:pt x="164172" y="0"/>
                  </a:lnTo>
                  <a:lnTo>
                    <a:pt x="164172" y="15633"/>
                  </a:lnTo>
                  <a:lnTo>
                    <a:pt x="167665" y="15633"/>
                  </a:lnTo>
                  <a:lnTo>
                    <a:pt x="167665" y="0"/>
                  </a:lnTo>
                  <a:close/>
                </a:path>
                <a:path w="224790" h="15875">
                  <a:moveTo>
                    <a:pt x="174802" y="0"/>
                  </a:moveTo>
                  <a:lnTo>
                    <a:pt x="171310" y="0"/>
                  </a:lnTo>
                  <a:lnTo>
                    <a:pt x="171310" y="15633"/>
                  </a:lnTo>
                  <a:lnTo>
                    <a:pt x="174802" y="15633"/>
                  </a:lnTo>
                  <a:lnTo>
                    <a:pt x="174802" y="0"/>
                  </a:lnTo>
                  <a:close/>
                </a:path>
                <a:path w="224790" h="15875">
                  <a:moveTo>
                    <a:pt x="181940" y="0"/>
                  </a:moveTo>
                  <a:lnTo>
                    <a:pt x="178447" y="0"/>
                  </a:lnTo>
                  <a:lnTo>
                    <a:pt x="178447" y="15633"/>
                  </a:lnTo>
                  <a:lnTo>
                    <a:pt x="181940" y="15633"/>
                  </a:lnTo>
                  <a:lnTo>
                    <a:pt x="181940" y="0"/>
                  </a:lnTo>
                  <a:close/>
                </a:path>
                <a:path w="224790" h="15875">
                  <a:moveTo>
                    <a:pt x="189090" y="0"/>
                  </a:moveTo>
                  <a:lnTo>
                    <a:pt x="185597" y="0"/>
                  </a:lnTo>
                  <a:lnTo>
                    <a:pt x="185597" y="15633"/>
                  </a:lnTo>
                  <a:lnTo>
                    <a:pt x="189090" y="15633"/>
                  </a:lnTo>
                  <a:lnTo>
                    <a:pt x="189090" y="0"/>
                  </a:lnTo>
                  <a:close/>
                </a:path>
                <a:path w="224790" h="15875">
                  <a:moveTo>
                    <a:pt x="196227" y="0"/>
                  </a:moveTo>
                  <a:lnTo>
                    <a:pt x="192735" y="0"/>
                  </a:lnTo>
                  <a:lnTo>
                    <a:pt x="192735" y="15633"/>
                  </a:lnTo>
                  <a:lnTo>
                    <a:pt x="196227" y="15633"/>
                  </a:lnTo>
                  <a:lnTo>
                    <a:pt x="196227" y="0"/>
                  </a:lnTo>
                  <a:close/>
                </a:path>
                <a:path w="224790" h="15875">
                  <a:moveTo>
                    <a:pt x="203365" y="0"/>
                  </a:moveTo>
                  <a:lnTo>
                    <a:pt x="199872" y="0"/>
                  </a:lnTo>
                  <a:lnTo>
                    <a:pt x="199872" y="15633"/>
                  </a:lnTo>
                  <a:lnTo>
                    <a:pt x="203365" y="15633"/>
                  </a:lnTo>
                  <a:lnTo>
                    <a:pt x="203365" y="0"/>
                  </a:lnTo>
                  <a:close/>
                </a:path>
                <a:path w="224790" h="15875">
                  <a:moveTo>
                    <a:pt x="210502" y="0"/>
                  </a:moveTo>
                  <a:lnTo>
                    <a:pt x="207010" y="0"/>
                  </a:lnTo>
                  <a:lnTo>
                    <a:pt x="207010" y="15633"/>
                  </a:lnTo>
                  <a:lnTo>
                    <a:pt x="210502" y="15633"/>
                  </a:lnTo>
                  <a:lnTo>
                    <a:pt x="210502" y="0"/>
                  </a:lnTo>
                  <a:close/>
                </a:path>
                <a:path w="224790" h="15875">
                  <a:moveTo>
                    <a:pt x="217639" y="0"/>
                  </a:moveTo>
                  <a:lnTo>
                    <a:pt x="214147" y="0"/>
                  </a:lnTo>
                  <a:lnTo>
                    <a:pt x="214147" y="15633"/>
                  </a:lnTo>
                  <a:lnTo>
                    <a:pt x="217639" y="15633"/>
                  </a:lnTo>
                  <a:lnTo>
                    <a:pt x="217639" y="0"/>
                  </a:lnTo>
                  <a:close/>
                </a:path>
                <a:path w="224790" h="15875">
                  <a:moveTo>
                    <a:pt x="224777" y="0"/>
                  </a:moveTo>
                  <a:lnTo>
                    <a:pt x="221284" y="0"/>
                  </a:lnTo>
                  <a:lnTo>
                    <a:pt x="221284" y="15633"/>
                  </a:lnTo>
                  <a:lnTo>
                    <a:pt x="224777" y="15633"/>
                  </a:lnTo>
                  <a:lnTo>
                    <a:pt x="224777" y="0"/>
                  </a:lnTo>
                  <a:close/>
                </a:path>
              </a:pathLst>
            </a:custGeom>
            <a:solidFill>
              <a:srgbClr val="545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348114" y="3430269"/>
              <a:ext cx="226519" cy="1428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348114" y="3270316"/>
              <a:ext cx="226519" cy="28609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9348114" y="3270326"/>
              <a:ext cx="224790" cy="29209"/>
            </a:xfrm>
            <a:custGeom>
              <a:avLst/>
              <a:gdLst/>
              <a:ahLst/>
              <a:cxnLst/>
              <a:rect l="l" t="t" r="r" b="b"/>
              <a:pathLst>
                <a:path w="224790" h="29210">
                  <a:moveTo>
                    <a:pt x="3479" y="0"/>
                  </a:moveTo>
                  <a:lnTo>
                    <a:pt x="0" y="0"/>
                  </a:lnTo>
                  <a:lnTo>
                    <a:pt x="0" y="28613"/>
                  </a:lnTo>
                  <a:lnTo>
                    <a:pt x="3479" y="28613"/>
                  </a:lnTo>
                  <a:lnTo>
                    <a:pt x="3479" y="0"/>
                  </a:lnTo>
                  <a:close/>
                </a:path>
                <a:path w="224790" h="29210">
                  <a:moveTo>
                    <a:pt x="10617" y="0"/>
                  </a:moveTo>
                  <a:lnTo>
                    <a:pt x="7124" y="0"/>
                  </a:lnTo>
                  <a:lnTo>
                    <a:pt x="7124" y="28613"/>
                  </a:lnTo>
                  <a:lnTo>
                    <a:pt x="10617" y="28613"/>
                  </a:lnTo>
                  <a:lnTo>
                    <a:pt x="10617" y="0"/>
                  </a:lnTo>
                  <a:close/>
                </a:path>
                <a:path w="224790" h="29210">
                  <a:moveTo>
                    <a:pt x="17767" y="0"/>
                  </a:moveTo>
                  <a:lnTo>
                    <a:pt x="14274" y="0"/>
                  </a:lnTo>
                  <a:lnTo>
                    <a:pt x="14274" y="28613"/>
                  </a:lnTo>
                  <a:lnTo>
                    <a:pt x="17767" y="28613"/>
                  </a:lnTo>
                  <a:lnTo>
                    <a:pt x="17767" y="0"/>
                  </a:lnTo>
                  <a:close/>
                </a:path>
                <a:path w="224790" h="29210">
                  <a:moveTo>
                    <a:pt x="24904" y="0"/>
                  </a:moveTo>
                  <a:lnTo>
                    <a:pt x="21412" y="0"/>
                  </a:lnTo>
                  <a:lnTo>
                    <a:pt x="21412" y="28613"/>
                  </a:lnTo>
                  <a:lnTo>
                    <a:pt x="24904" y="28613"/>
                  </a:lnTo>
                  <a:lnTo>
                    <a:pt x="24904" y="0"/>
                  </a:lnTo>
                  <a:close/>
                </a:path>
                <a:path w="224790" h="29210">
                  <a:moveTo>
                    <a:pt x="32042" y="0"/>
                  </a:moveTo>
                  <a:lnTo>
                    <a:pt x="28549" y="0"/>
                  </a:lnTo>
                  <a:lnTo>
                    <a:pt x="28549" y="28613"/>
                  </a:lnTo>
                  <a:lnTo>
                    <a:pt x="32042" y="28613"/>
                  </a:lnTo>
                  <a:lnTo>
                    <a:pt x="32042" y="0"/>
                  </a:lnTo>
                  <a:close/>
                </a:path>
                <a:path w="224790" h="29210">
                  <a:moveTo>
                    <a:pt x="39179" y="0"/>
                  </a:moveTo>
                  <a:lnTo>
                    <a:pt x="35687" y="0"/>
                  </a:lnTo>
                  <a:lnTo>
                    <a:pt x="35687" y="28613"/>
                  </a:lnTo>
                  <a:lnTo>
                    <a:pt x="39179" y="28613"/>
                  </a:lnTo>
                  <a:lnTo>
                    <a:pt x="39179" y="0"/>
                  </a:lnTo>
                  <a:close/>
                </a:path>
                <a:path w="224790" h="29210">
                  <a:moveTo>
                    <a:pt x="46316" y="0"/>
                  </a:moveTo>
                  <a:lnTo>
                    <a:pt x="42824" y="0"/>
                  </a:lnTo>
                  <a:lnTo>
                    <a:pt x="42824" y="28613"/>
                  </a:lnTo>
                  <a:lnTo>
                    <a:pt x="46316" y="28613"/>
                  </a:lnTo>
                  <a:lnTo>
                    <a:pt x="46316" y="0"/>
                  </a:lnTo>
                  <a:close/>
                </a:path>
                <a:path w="224790" h="29210">
                  <a:moveTo>
                    <a:pt x="53454" y="0"/>
                  </a:moveTo>
                  <a:lnTo>
                    <a:pt x="49961" y="0"/>
                  </a:lnTo>
                  <a:lnTo>
                    <a:pt x="49961" y="28613"/>
                  </a:lnTo>
                  <a:lnTo>
                    <a:pt x="53454" y="28613"/>
                  </a:lnTo>
                  <a:lnTo>
                    <a:pt x="53454" y="0"/>
                  </a:lnTo>
                  <a:close/>
                </a:path>
                <a:path w="224790" h="29210">
                  <a:moveTo>
                    <a:pt x="60591" y="0"/>
                  </a:moveTo>
                  <a:lnTo>
                    <a:pt x="57099" y="0"/>
                  </a:lnTo>
                  <a:lnTo>
                    <a:pt x="57099" y="28613"/>
                  </a:lnTo>
                  <a:lnTo>
                    <a:pt x="60591" y="28613"/>
                  </a:lnTo>
                  <a:lnTo>
                    <a:pt x="60591" y="0"/>
                  </a:lnTo>
                  <a:close/>
                </a:path>
                <a:path w="224790" h="29210">
                  <a:moveTo>
                    <a:pt x="67729" y="0"/>
                  </a:moveTo>
                  <a:lnTo>
                    <a:pt x="64236" y="0"/>
                  </a:lnTo>
                  <a:lnTo>
                    <a:pt x="64236" y="28613"/>
                  </a:lnTo>
                  <a:lnTo>
                    <a:pt x="67729" y="28613"/>
                  </a:lnTo>
                  <a:lnTo>
                    <a:pt x="67729" y="0"/>
                  </a:lnTo>
                  <a:close/>
                </a:path>
                <a:path w="224790" h="29210">
                  <a:moveTo>
                    <a:pt x="74879" y="0"/>
                  </a:moveTo>
                  <a:lnTo>
                    <a:pt x="71386" y="0"/>
                  </a:lnTo>
                  <a:lnTo>
                    <a:pt x="71386" y="28613"/>
                  </a:lnTo>
                  <a:lnTo>
                    <a:pt x="74879" y="28613"/>
                  </a:lnTo>
                  <a:lnTo>
                    <a:pt x="74879" y="0"/>
                  </a:lnTo>
                  <a:close/>
                </a:path>
                <a:path w="224790" h="29210">
                  <a:moveTo>
                    <a:pt x="82016" y="0"/>
                  </a:moveTo>
                  <a:lnTo>
                    <a:pt x="78524" y="0"/>
                  </a:lnTo>
                  <a:lnTo>
                    <a:pt x="78524" y="28613"/>
                  </a:lnTo>
                  <a:lnTo>
                    <a:pt x="82016" y="28613"/>
                  </a:lnTo>
                  <a:lnTo>
                    <a:pt x="82016" y="0"/>
                  </a:lnTo>
                  <a:close/>
                </a:path>
                <a:path w="224790" h="29210">
                  <a:moveTo>
                    <a:pt x="89154" y="0"/>
                  </a:moveTo>
                  <a:lnTo>
                    <a:pt x="85661" y="0"/>
                  </a:lnTo>
                  <a:lnTo>
                    <a:pt x="85661" y="28613"/>
                  </a:lnTo>
                  <a:lnTo>
                    <a:pt x="89154" y="28613"/>
                  </a:lnTo>
                  <a:lnTo>
                    <a:pt x="89154" y="0"/>
                  </a:lnTo>
                  <a:close/>
                </a:path>
                <a:path w="224790" h="29210">
                  <a:moveTo>
                    <a:pt x="96278" y="0"/>
                  </a:moveTo>
                  <a:lnTo>
                    <a:pt x="92798" y="0"/>
                  </a:lnTo>
                  <a:lnTo>
                    <a:pt x="92798" y="28613"/>
                  </a:lnTo>
                  <a:lnTo>
                    <a:pt x="96278" y="28613"/>
                  </a:lnTo>
                  <a:lnTo>
                    <a:pt x="96278" y="0"/>
                  </a:lnTo>
                  <a:close/>
                </a:path>
                <a:path w="224790" h="29210">
                  <a:moveTo>
                    <a:pt x="103416" y="0"/>
                  </a:moveTo>
                  <a:lnTo>
                    <a:pt x="99936" y="0"/>
                  </a:lnTo>
                  <a:lnTo>
                    <a:pt x="99936" y="28613"/>
                  </a:lnTo>
                  <a:lnTo>
                    <a:pt x="103416" y="28613"/>
                  </a:lnTo>
                  <a:lnTo>
                    <a:pt x="103416" y="0"/>
                  </a:lnTo>
                  <a:close/>
                </a:path>
                <a:path w="224790" h="29210">
                  <a:moveTo>
                    <a:pt x="110553" y="0"/>
                  </a:moveTo>
                  <a:lnTo>
                    <a:pt x="107073" y="0"/>
                  </a:lnTo>
                  <a:lnTo>
                    <a:pt x="107073" y="28613"/>
                  </a:lnTo>
                  <a:lnTo>
                    <a:pt x="110553" y="28613"/>
                  </a:lnTo>
                  <a:lnTo>
                    <a:pt x="110553" y="0"/>
                  </a:lnTo>
                  <a:close/>
                </a:path>
                <a:path w="224790" h="29210">
                  <a:moveTo>
                    <a:pt x="117690" y="0"/>
                  </a:moveTo>
                  <a:lnTo>
                    <a:pt x="114211" y="0"/>
                  </a:lnTo>
                  <a:lnTo>
                    <a:pt x="114211" y="28613"/>
                  </a:lnTo>
                  <a:lnTo>
                    <a:pt x="117690" y="28613"/>
                  </a:lnTo>
                  <a:lnTo>
                    <a:pt x="117690" y="0"/>
                  </a:lnTo>
                  <a:close/>
                </a:path>
                <a:path w="224790" h="29210">
                  <a:moveTo>
                    <a:pt x="124841" y="0"/>
                  </a:moveTo>
                  <a:lnTo>
                    <a:pt x="121361" y="0"/>
                  </a:lnTo>
                  <a:lnTo>
                    <a:pt x="121361" y="28613"/>
                  </a:lnTo>
                  <a:lnTo>
                    <a:pt x="124841" y="28613"/>
                  </a:lnTo>
                  <a:lnTo>
                    <a:pt x="124841" y="0"/>
                  </a:lnTo>
                  <a:close/>
                </a:path>
                <a:path w="224790" h="29210">
                  <a:moveTo>
                    <a:pt x="131978" y="0"/>
                  </a:moveTo>
                  <a:lnTo>
                    <a:pt x="128485" y="0"/>
                  </a:lnTo>
                  <a:lnTo>
                    <a:pt x="128485" y="28613"/>
                  </a:lnTo>
                  <a:lnTo>
                    <a:pt x="131978" y="28613"/>
                  </a:lnTo>
                  <a:lnTo>
                    <a:pt x="131978" y="0"/>
                  </a:lnTo>
                  <a:close/>
                </a:path>
                <a:path w="224790" h="29210">
                  <a:moveTo>
                    <a:pt x="139115" y="0"/>
                  </a:moveTo>
                  <a:lnTo>
                    <a:pt x="135623" y="0"/>
                  </a:lnTo>
                  <a:lnTo>
                    <a:pt x="135623" y="28613"/>
                  </a:lnTo>
                  <a:lnTo>
                    <a:pt x="139115" y="28613"/>
                  </a:lnTo>
                  <a:lnTo>
                    <a:pt x="139115" y="0"/>
                  </a:lnTo>
                  <a:close/>
                </a:path>
                <a:path w="224790" h="29210">
                  <a:moveTo>
                    <a:pt x="146253" y="0"/>
                  </a:moveTo>
                  <a:lnTo>
                    <a:pt x="142760" y="0"/>
                  </a:lnTo>
                  <a:lnTo>
                    <a:pt x="142760" y="28613"/>
                  </a:lnTo>
                  <a:lnTo>
                    <a:pt x="146253" y="28613"/>
                  </a:lnTo>
                  <a:lnTo>
                    <a:pt x="146253" y="0"/>
                  </a:lnTo>
                  <a:close/>
                </a:path>
                <a:path w="224790" h="29210">
                  <a:moveTo>
                    <a:pt x="153390" y="0"/>
                  </a:moveTo>
                  <a:lnTo>
                    <a:pt x="149898" y="0"/>
                  </a:lnTo>
                  <a:lnTo>
                    <a:pt x="149898" y="28613"/>
                  </a:lnTo>
                  <a:lnTo>
                    <a:pt x="153390" y="28613"/>
                  </a:lnTo>
                  <a:lnTo>
                    <a:pt x="153390" y="0"/>
                  </a:lnTo>
                  <a:close/>
                </a:path>
                <a:path w="224790" h="29210">
                  <a:moveTo>
                    <a:pt x="160528" y="0"/>
                  </a:moveTo>
                  <a:lnTo>
                    <a:pt x="157035" y="0"/>
                  </a:lnTo>
                  <a:lnTo>
                    <a:pt x="157035" y="28613"/>
                  </a:lnTo>
                  <a:lnTo>
                    <a:pt x="160528" y="28613"/>
                  </a:lnTo>
                  <a:lnTo>
                    <a:pt x="160528" y="0"/>
                  </a:lnTo>
                  <a:close/>
                </a:path>
                <a:path w="224790" h="29210">
                  <a:moveTo>
                    <a:pt x="167665" y="0"/>
                  </a:moveTo>
                  <a:lnTo>
                    <a:pt x="164172" y="0"/>
                  </a:lnTo>
                  <a:lnTo>
                    <a:pt x="164172" y="28613"/>
                  </a:lnTo>
                  <a:lnTo>
                    <a:pt x="167665" y="28613"/>
                  </a:lnTo>
                  <a:lnTo>
                    <a:pt x="167665" y="0"/>
                  </a:lnTo>
                  <a:close/>
                </a:path>
                <a:path w="224790" h="29210">
                  <a:moveTo>
                    <a:pt x="174802" y="0"/>
                  </a:moveTo>
                  <a:lnTo>
                    <a:pt x="171310" y="0"/>
                  </a:lnTo>
                  <a:lnTo>
                    <a:pt x="171310" y="28613"/>
                  </a:lnTo>
                  <a:lnTo>
                    <a:pt x="174802" y="28613"/>
                  </a:lnTo>
                  <a:lnTo>
                    <a:pt x="174802" y="0"/>
                  </a:lnTo>
                  <a:close/>
                </a:path>
                <a:path w="224790" h="29210">
                  <a:moveTo>
                    <a:pt x="181952" y="0"/>
                  </a:moveTo>
                  <a:lnTo>
                    <a:pt x="178460" y="0"/>
                  </a:lnTo>
                  <a:lnTo>
                    <a:pt x="178460" y="28613"/>
                  </a:lnTo>
                  <a:lnTo>
                    <a:pt x="181952" y="28613"/>
                  </a:lnTo>
                  <a:lnTo>
                    <a:pt x="181952" y="0"/>
                  </a:lnTo>
                  <a:close/>
                </a:path>
                <a:path w="224790" h="29210">
                  <a:moveTo>
                    <a:pt x="189090" y="0"/>
                  </a:moveTo>
                  <a:lnTo>
                    <a:pt x="185597" y="0"/>
                  </a:lnTo>
                  <a:lnTo>
                    <a:pt x="185597" y="28613"/>
                  </a:lnTo>
                  <a:lnTo>
                    <a:pt x="189090" y="28613"/>
                  </a:lnTo>
                  <a:lnTo>
                    <a:pt x="189090" y="0"/>
                  </a:lnTo>
                  <a:close/>
                </a:path>
                <a:path w="224790" h="29210">
                  <a:moveTo>
                    <a:pt x="196227" y="0"/>
                  </a:moveTo>
                  <a:lnTo>
                    <a:pt x="192735" y="0"/>
                  </a:lnTo>
                  <a:lnTo>
                    <a:pt x="192735" y="28613"/>
                  </a:lnTo>
                  <a:lnTo>
                    <a:pt x="196227" y="28613"/>
                  </a:lnTo>
                  <a:lnTo>
                    <a:pt x="196227" y="0"/>
                  </a:lnTo>
                  <a:close/>
                </a:path>
                <a:path w="224790" h="29210">
                  <a:moveTo>
                    <a:pt x="203365" y="0"/>
                  </a:moveTo>
                  <a:lnTo>
                    <a:pt x="199872" y="0"/>
                  </a:lnTo>
                  <a:lnTo>
                    <a:pt x="199872" y="28613"/>
                  </a:lnTo>
                  <a:lnTo>
                    <a:pt x="203365" y="28613"/>
                  </a:lnTo>
                  <a:lnTo>
                    <a:pt x="203365" y="0"/>
                  </a:lnTo>
                  <a:close/>
                </a:path>
                <a:path w="224790" h="29210">
                  <a:moveTo>
                    <a:pt x="210489" y="0"/>
                  </a:moveTo>
                  <a:lnTo>
                    <a:pt x="207010" y="0"/>
                  </a:lnTo>
                  <a:lnTo>
                    <a:pt x="207010" y="28613"/>
                  </a:lnTo>
                  <a:lnTo>
                    <a:pt x="210489" y="28613"/>
                  </a:lnTo>
                  <a:lnTo>
                    <a:pt x="210489" y="0"/>
                  </a:lnTo>
                  <a:close/>
                </a:path>
                <a:path w="224790" h="29210">
                  <a:moveTo>
                    <a:pt x="217627" y="0"/>
                  </a:moveTo>
                  <a:lnTo>
                    <a:pt x="214147" y="0"/>
                  </a:lnTo>
                  <a:lnTo>
                    <a:pt x="214147" y="28613"/>
                  </a:lnTo>
                  <a:lnTo>
                    <a:pt x="217627" y="28613"/>
                  </a:lnTo>
                  <a:lnTo>
                    <a:pt x="217627" y="0"/>
                  </a:lnTo>
                  <a:close/>
                </a:path>
                <a:path w="224790" h="29210">
                  <a:moveTo>
                    <a:pt x="224764" y="0"/>
                  </a:moveTo>
                  <a:lnTo>
                    <a:pt x="221284" y="0"/>
                  </a:lnTo>
                  <a:lnTo>
                    <a:pt x="221284" y="28613"/>
                  </a:lnTo>
                  <a:lnTo>
                    <a:pt x="224764" y="28613"/>
                  </a:lnTo>
                  <a:lnTo>
                    <a:pt x="224764" y="0"/>
                  </a:lnTo>
                  <a:close/>
                </a:path>
              </a:pathLst>
            </a:custGeom>
            <a:solidFill>
              <a:srgbClr val="545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299330" y="3305425"/>
              <a:ext cx="38332" cy="119636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9299321" y="3308667"/>
              <a:ext cx="38735" cy="114935"/>
            </a:xfrm>
            <a:custGeom>
              <a:avLst/>
              <a:gdLst/>
              <a:ahLst/>
              <a:cxnLst/>
              <a:rect l="l" t="t" r="r" b="b"/>
              <a:pathLst>
                <a:path w="38734" h="114935">
                  <a:moveTo>
                    <a:pt x="38341" y="111874"/>
                  </a:moveTo>
                  <a:lnTo>
                    <a:pt x="0" y="111874"/>
                  </a:lnTo>
                  <a:lnTo>
                    <a:pt x="0" y="114477"/>
                  </a:lnTo>
                  <a:lnTo>
                    <a:pt x="38341" y="114477"/>
                  </a:lnTo>
                  <a:lnTo>
                    <a:pt x="38341" y="111874"/>
                  </a:lnTo>
                  <a:close/>
                </a:path>
                <a:path w="38734" h="114935">
                  <a:moveTo>
                    <a:pt x="38341" y="106540"/>
                  </a:moveTo>
                  <a:lnTo>
                    <a:pt x="0" y="106540"/>
                  </a:lnTo>
                  <a:lnTo>
                    <a:pt x="0" y="109143"/>
                  </a:lnTo>
                  <a:lnTo>
                    <a:pt x="38341" y="109143"/>
                  </a:lnTo>
                  <a:lnTo>
                    <a:pt x="38341" y="106540"/>
                  </a:lnTo>
                  <a:close/>
                </a:path>
                <a:path w="38734" h="114935">
                  <a:moveTo>
                    <a:pt x="38341" y="101219"/>
                  </a:moveTo>
                  <a:lnTo>
                    <a:pt x="0" y="101219"/>
                  </a:lnTo>
                  <a:lnTo>
                    <a:pt x="0" y="103822"/>
                  </a:lnTo>
                  <a:lnTo>
                    <a:pt x="38341" y="103822"/>
                  </a:lnTo>
                  <a:lnTo>
                    <a:pt x="38341" y="101219"/>
                  </a:lnTo>
                  <a:close/>
                </a:path>
                <a:path w="38734" h="114935">
                  <a:moveTo>
                    <a:pt x="38341" y="95897"/>
                  </a:moveTo>
                  <a:lnTo>
                    <a:pt x="0" y="95897"/>
                  </a:lnTo>
                  <a:lnTo>
                    <a:pt x="0" y="98501"/>
                  </a:lnTo>
                  <a:lnTo>
                    <a:pt x="38341" y="98501"/>
                  </a:lnTo>
                  <a:lnTo>
                    <a:pt x="38341" y="95897"/>
                  </a:lnTo>
                  <a:close/>
                </a:path>
                <a:path w="38734" h="114935">
                  <a:moveTo>
                    <a:pt x="38341" y="90576"/>
                  </a:moveTo>
                  <a:lnTo>
                    <a:pt x="0" y="90576"/>
                  </a:lnTo>
                  <a:lnTo>
                    <a:pt x="0" y="93179"/>
                  </a:lnTo>
                  <a:lnTo>
                    <a:pt x="38341" y="93179"/>
                  </a:lnTo>
                  <a:lnTo>
                    <a:pt x="38341" y="90576"/>
                  </a:lnTo>
                  <a:close/>
                </a:path>
                <a:path w="38734" h="114935">
                  <a:moveTo>
                    <a:pt x="38341" y="85242"/>
                  </a:moveTo>
                  <a:lnTo>
                    <a:pt x="0" y="85242"/>
                  </a:lnTo>
                  <a:lnTo>
                    <a:pt x="0" y="87845"/>
                  </a:lnTo>
                  <a:lnTo>
                    <a:pt x="38341" y="87845"/>
                  </a:lnTo>
                  <a:lnTo>
                    <a:pt x="38341" y="85242"/>
                  </a:lnTo>
                  <a:close/>
                </a:path>
                <a:path w="38734" h="114935">
                  <a:moveTo>
                    <a:pt x="38341" y="79908"/>
                  </a:moveTo>
                  <a:lnTo>
                    <a:pt x="0" y="79908"/>
                  </a:lnTo>
                  <a:lnTo>
                    <a:pt x="0" y="82511"/>
                  </a:lnTo>
                  <a:lnTo>
                    <a:pt x="38341" y="82511"/>
                  </a:lnTo>
                  <a:lnTo>
                    <a:pt x="38341" y="79908"/>
                  </a:lnTo>
                  <a:close/>
                </a:path>
                <a:path w="38734" h="114935">
                  <a:moveTo>
                    <a:pt x="38341" y="74587"/>
                  </a:moveTo>
                  <a:lnTo>
                    <a:pt x="0" y="74587"/>
                  </a:lnTo>
                  <a:lnTo>
                    <a:pt x="0" y="77190"/>
                  </a:lnTo>
                  <a:lnTo>
                    <a:pt x="38341" y="77190"/>
                  </a:lnTo>
                  <a:lnTo>
                    <a:pt x="38341" y="74587"/>
                  </a:lnTo>
                  <a:close/>
                </a:path>
                <a:path w="38734" h="114935">
                  <a:moveTo>
                    <a:pt x="38341" y="69253"/>
                  </a:moveTo>
                  <a:lnTo>
                    <a:pt x="0" y="69253"/>
                  </a:lnTo>
                  <a:lnTo>
                    <a:pt x="0" y="71856"/>
                  </a:lnTo>
                  <a:lnTo>
                    <a:pt x="38341" y="71856"/>
                  </a:lnTo>
                  <a:lnTo>
                    <a:pt x="38341" y="69253"/>
                  </a:lnTo>
                  <a:close/>
                </a:path>
                <a:path w="38734" h="114935">
                  <a:moveTo>
                    <a:pt x="38341" y="63931"/>
                  </a:moveTo>
                  <a:lnTo>
                    <a:pt x="0" y="63931"/>
                  </a:lnTo>
                  <a:lnTo>
                    <a:pt x="0" y="66535"/>
                  </a:lnTo>
                  <a:lnTo>
                    <a:pt x="38341" y="66535"/>
                  </a:lnTo>
                  <a:lnTo>
                    <a:pt x="38341" y="63931"/>
                  </a:lnTo>
                  <a:close/>
                </a:path>
                <a:path w="38734" h="114935">
                  <a:moveTo>
                    <a:pt x="38341" y="58610"/>
                  </a:moveTo>
                  <a:lnTo>
                    <a:pt x="0" y="58610"/>
                  </a:lnTo>
                  <a:lnTo>
                    <a:pt x="0" y="61214"/>
                  </a:lnTo>
                  <a:lnTo>
                    <a:pt x="38341" y="61214"/>
                  </a:lnTo>
                  <a:lnTo>
                    <a:pt x="38341" y="58610"/>
                  </a:lnTo>
                  <a:close/>
                </a:path>
                <a:path w="38734" h="114935">
                  <a:moveTo>
                    <a:pt x="38341" y="53276"/>
                  </a:moveTo>
                  <a:lnTo>
                    <a:pt x="0" y="53276"/>
                  </a:lnTo>
                  <a:lnTo>
                    <a:pt x="0" y="55880"/>
                  </a:lnTo>
                  <a:lnTo>
                    <a:pt x="38341" y="55880"/>
                  </a:lnTo>
                  <a:lnTo>
                    <a:pt x="38341" y="53276"/>
                  </a:lnTo>
                  <a:close/>
                </a:path>
                <a:path w="38734" h="114935">
                  <a:moveTo>
                    <a:pt x="38341" y="47955"/>
                  </a:moveTo>
                  <a:lnTo>
                    <a:pt x="0" y="47955"/>
                  </a:lnTo>
                  <a:lnTo>
                    <a:pt x="0" y="50558"/>
                  </a:lnTo>
                  <a:lnTo>
                    <a:pt x="38341" y="50558"/>
                  </a:lnTo>
                  <a:lnTo>
                    <a:pt x="38341" y="47955"/>
                  </a:lnTo>
                  <a:close/>
                </a:path>
                <a:path w="38734" h="114935">
                  <a:moveTo>
                    <a:pt x="38341" y="42621"/>
                  </a:moveTo>
                  <a:lnTo>
                    <a:pt x="0" y="42621"/>
                  </a:lnTo>
                  <a:lnTo>
                    <a:pt x="0" y="45224"/>
                  </a:lnTo>
                  <a:lnTo>
                    <a:pt x="38341" y="45224"/>
                  </a:lnTo>
                  <a:lnTo>
                    <a:pt x="38341" y="42621"/>
                  </a:lnTo>
                  <a:close/>
                </a:path>
                <a:path w="38734" h="114935">
                  <a:moveTo>
                    <a:pt x="38341" y="37287"/>
                  </a:moveTo>
                  <a:lnTo>
                    <a:pt x="0" y="37287"/>
                  </a:lnTo>
                  <a:lnTo>
                    <a:pt x="0" y="39890"/>
                  </a:lnTo>
                  <a:lnTo>
                    <a:pt x="38341" y="39890"/>
                  </a:lnTo>
                  <a:lnTo>
                    <a:pt x="38341" y="37287"/>
                  </a:lnTo>
                  <a:close/>
                </a:path>
                <a:path w="38734" h="114935">
                  <a:moveTo>
                    <a:pt x="38341" y="31965"/>
                  </a:moveTo>
                  <a:lnTo>
                    <a:pt x="0" y="31965"/>
                  </a:lnTo>
                  <a:lnTo>
                    <a:pt x="0" y="34569"/>
                  </a:lnTo>
                  <a:lnTo>
                    <a:pt x="38341" y="34569"/>
                  </a:lnTo>
                  <a:lnTo>
                    <a:pt x="38341" y="31965"/>
                  </a:lnTo>
                  <a:close/>
                </a:path>
                <a:path w="38734" h="114935">
                  <a:moveTo>
                    <a:pt x="38341" y="26631"/>
                  </a:moveTo>
                  <a:lnTo>
                    <a:pt x="0" y="26631"/>
                  </a:lnTo>
                  <a:lnTo>
                    <a:pt x="0" y="29235"/>
                  </a:lnTo>
                  <a:lnTo>
                    <a:pt x="38341" y="29235"/>
                  </a:lnTo>
                  <a:lnTo>
                    <a:pt x="38341" y="26631"/>
                  </a:lnTo>
                  <a:close/>
                </a:path>
                <a:path w="38734" h="114935">
                  <a:moveTo>
                    <a:pt x="38341" y="21310"/>
                  </a:moveTo>
                  <a:lnTo>
                    <a:pt x="0" y="21310"/>
                  </a:lnTo>
                  <a:lnTo>
                    <a:pt x="0" y="23914"/>
                  </a:lnTo>
                  <a:lnTo>
                    <a:pt x="38341" y="23914"/>
                  </a:lnTo>
                  <a:lnTo>
                    <a:pt x="38341" y="21310"/>
                  </a:lnTo>
                  <a:close/>
                </a:path>
                <a:path w="38734" h="114935">
                  <a:moveTo>
                    <a:pt x="38341" y="15989"/>
                  </a:moveTo>
                  <a:lnTo>
                    <a:pt x="0" y="15989"/>
                  </a:lnTo>
                  <a:lnTo>
                    <a:pt x="0" y="18592"/>
                  </a:lnTo>
                  <a:lnTo>
                    <a:pt x="38341" y="18592"/>
                  </a:lnTo>
                  <a:lnTo>
                    <a:pt x="38341" y="15989"/>
                  </a:lnTo>
                  <a:close/>
                </a:path>
                <a:path w="38734" h="114935">
                  <a:moveTo>
                    <a:pt x="38341" y="10655"/>
                  </a:moveTo>
                  <a:lnTo>
                    <a:pt x="0" y="10655"/>
                  </a:lnTo>
                  <a:lnTo>
                    <a:pt x="0" y="13258"/>
                  </a:lnTo>
                  <a:lnTo>
                    <a:pt x="38341" y="13258"/>
                  </a:lnTo>
                  <a:lnTo>
                    <a:pt x="38341" y="10655"/>
                  </a:lnTo>
                  <a:close/>
                </a:path>
                <a:path w="38734" h="114935">
                  <a:moveTo>
                    <a:pt x="38341" y="5334"/>
                  </a:moveTo>
                  <a:lnTo>
                    <a:pt x="0" y="5334"/>
                  </a:lnTo>
                  <a:lnTo>
                    <a:pt x="0" y="7937"/>
                  </a:lnTo>
                  <a:lnTo>
                    <a:pt x="38341" y="7937"/>
                  </a:lnTo>
                  <a:lnTo>
                    <a:pt x="38341" y="5334"/>
                  </a:lnTo>
                  <a:close/>
                </a:path>
                <a:path w="38734" h="114935">
                  <a:moveTo>
                    <a:pt x="38341" y="0"/>
                  </a:moveTo>
                  <a:lnTo>
                    <a:pt x="0" y="0"/>
                  </a:lnTo>
                  <a:lnTo>
                    <a:pt x="0" y="2603"/>
                  </a:lnTo>
                  <a:lnTo>
                    <a:pt x="38341" y="2603"/>
                  </a:lnTo>
                  <a:lnTo>
                    <a:pt x="38341" y="0"/>
                  </a:lnTo>
                  <a:close/>
                </a:path>
              </a:pathLst>
            </a:custGeom>
            <a:solidFill>
              <a:srgbClr val="545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583341" y="3305425"/>
              <a:ext cx="38332" cy="119636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9583331" y="3307371"/>
              <a:ext cx="38735" cy="114935"/>
            </a:xfrm>
            <a:custGeom>
              <a:avLst/>
              <a:gdLst/>
              <a:ahLst/>
              <a:cxnLst/>
              <a:rect l="l" t="t" r="r" b="b"/>
              <a:pathLst>
                <a:path w="38734" h="114935">
                  <a:moveTo>
                    <a:pt x="38341" y="111861"/>
                  </a:moveTo>
                  <a:lnTo>
                    <a:pt x="0" y="111861"/>
                  </a:lnTo>
                  <a:lnTo>
                    <a:pt x="0" y="114465"/>
                  </a:lnTo>
                  <a:lnTo>
                    <a:pt x="38341" y="114465"/>
                  </a:lnTo>
                  <a:lnTo>
                    <a:pt x="38341" y="111861"/>
                  </a:lnTo>
                  <a:close/>
                </a:path>
                <a:path w="38734" h="114935">
                  <a:moveTo>
                    <a:pt x="38341" y="106540"/>
                  </a:moveTo>
                  <a:lnTo>
                    <a:pt x="0" y="106540"/>
                  </a:lnTo>
                  <a:lnTo>
                    <a:pt x="0" y="109143"/>
                  </a:lnTo>
                  <a:lnTo>
                    <a:pt x="38341" y="109143"/>
                  </a:lnTo>
                  <a:lnTo>
                    <a:pt x="38341" y="106540"/>
                  </a:lnTo>
                  <a:close/>
                </a:path>
                <a:path w="38734" h="114935">
                  <a:moveTo>
                    <a:pt x="38341" y="101206"/>
                  </a:moveTo>
                  <a:lnTo>
                    <a:pt x="0" y="101206"/>
                  </a:lnTo>
                  <a:lnTo>
                    <a:pt x="0" y="103809"/>
                  </a:lnTo>
                  <a:lnTo>
                    <a:pt x="38341" y="103809"/>
                  </a:lnTo>
                  <a:lnTo>
                    <a:pt x="38341" y="101206"/>
                  </a:lnTo>
                  <a:close/>
                </a:path>
                <a:path w="38734" h="114935">
                  <a:moveTo>
                    <a:pt x="38341" y="95897"/>
                  </a:moveTo>
                  <a:lnTo>
                    <a:pt x="0" y="95897"/>
                  </a:lnTo>
                  <a:lnTo>
                    <a:pt x="0" y="98501"/>
                  </a:lnTo>
                  <a:lnTo>
                    <a:pt x="38341" y="98501"/>
                  </a:lnTo>
                  <a:lnTo>
                    <a:pt x="38341" y="95897"/>
                  </a:lnTo>
                  <a:close/>
                </a:path>
                <a:path w="38734" h="114935">
                  <a:moveTo>
                    <a:pt x="38341" y="90563"/>
                  </a:moveTo>
                  <a:lnTo>
                    <a:pt x="0" y="90563"/>
                  </a:lnTo>
                  <a:lnTo>
                    <a:pt x="0" y="93167"/>
                  </a:lnTo>
                  <a:lnTo>
                    <a:pt x="38341" y="93167"/>
                  </a:lnTo>
                  <a:lnTo>
                    <a:pt x="38341" y="90563"/>
                  </a:lnTo>
                  <a:close/>
                </a:path>
                <a:path w="38734" h="114935">
                  <a:moveTo>
                    <a:pt x="38341" y="85242"/>
                  </a:moveTo>
                  <a:lnTo>
                    <a:pt x="0" y="85242"/>
                  </a:lnTo>
                  <a:lnTo>
                    <a:pt x="0" y="87845"/>
                  </a:lnTo>
                  <a:lnTo>
                    <a:pt x="38341" y="87845"/>
                  </a:lnTo>
                  <a:lnTo>
                    <a:pt x="38341" y="85242"/>
                  </a:lnTo>
                  <a:close/>
                </a:path>
                <a:path w="38734" h="114935">
                  <a:moveTo>
                    <a:pt x="38341" y="79908"/>
                  </a:moveTo>
                  <a:lnTo>
                    <a:pt x="0" y="79908"/>
                  </a:lnTo>
                  <a:lnTo>
                    <a:pt x="0" y="82524"/>
                  </a:lnTo>
                  <a:lnTo>
                    <a:pt x="38341" y="82524"/>
                  </a:lnTo>
                  <a:lnTo>
                    <a:pt x="38341" y="79908"/>
                  </a:lnTo>
                  <a:close/>
                </a:path>
                <a:path w="38734" h="114935">
                  <a:moveTo>
                    <a:pt x="38341" y="74574"/>
                  </a:moveTo>
                  <a:lnTo>
                    <a:pt x="0" y="74574"/>
                  </a:lnTo>
                  <a:lnTo>
                    <a:pt x="0" y="77177"/>
                  </a:lnTo>
                  <a:lnTo>
                    <a:pt x="38341" y="77177"/>
                  </a:lnTo>
                  <a:lnTo>
                    <a:pt x="38341" y="74574"/>
                  </a:lnTo>
                  <a:close/>
                </a:path>
                <a:path w="38734" h="114935">
                  <a:moveTo>
                    <a:pt x="38341" y="69253"/>
                  </a:moveTo>
                  <a:lnTo>
                    <a:pt x="0" y="69253"/>
                  </a:lnTo>
                  <a:lnTo>
                    <a:pt x="0" y="71856"/>
                  </a:lnTo>
                  <a:lnTo>
                    <a:pt x="38341" y="71856"/>
                  </a:lnTo>
                  <a:lnTo>
                    <a:pt x="38341" y="69253"/>
                  </a:lnTo>
                  <a:close/>
                </a:path>
                <a:path w="38734" h="114935">
                  <a:moveTo>
                    <a:pt x="38341" y="63919"/>
                  </a:moveTo>
                  <a:lnTo>
                    <a:pt x="0" y="63919"/>
                  </a:lnTo>
                  <a:lnTo>
                    <a:pt x="0" y="66535"/>
                  </a:lnTo>
                  <a:lnTo>
                    <a:pt x="38341" y="66535"/>
                  </a:lnTo>
                  <a:lnTo>
                    <a:pt x="38341" y="63919"/>
                  </a:lnTo>
                  <a:close/>
                </a:path>
                <a:path w="38734" h="114935">
                  <a:moveTo>
                    <a:pt x="38341" y="58597"/>
                  </a:moveTo>
                  <a:lnTo>
                    <a:pt x="0" y="58597"/>
                  </a:lnTo>
                  <a:lnTo>
                    <a:pt x="0" y="61201"/>
                  </a:lnTo>
                  <a:lnTo>
                    <a:pt x="38341" y="61201"/>
                  </a:lnTo>
                  <a:lnTo>
                    <a:pt x="38341" y="58597"/>
                  </a:lnTo>
                  <a:close/>
                </a:path>
                <a:path w="38734" h="114935">
                  <a:moveTo>
                    <a:pt x="38341" y="53276"/>
                  </a:moveTo>
                  <a:lnTo>
                    <a:pt x="0" y="53276"/>
                  </a:lnTo>
                  <a:lnTo>
                    <a:pt x="0" y="55880"/>
                  </a:lnTo>
                  <a:lnTo>
                    <a:pt x="38341" y="55880"/>
                  </a:lnTo>
                  <a:lnTo>
                    <a:pt x="38341" y="53276"/>
                  </a:lnTo>
                  <a:close/>
                </a:path>
                <a:path w="38734" h="114935">
                  <a:moveTo>
                    <a:pt x="38341" y="47942"/>
                  </a:moveTo>
                  <a:lnTo>
                    <a:pt x="0" y="47942"/>
                  </a:lnTo>
                  <a:lnTo>
                    <a:pt x="0" y="50546"/>
                  </a:lnTo>
                  <a:lnTo>
                    <a:pt x="38341" y="50546"/>
                  </a:lnTo>
                  <a:lnTo>
                    <a:pt x="38341" y="47942"/>
                  </a:lnTo>
                  <a:close/>
                </a:path>
                <a:path w="38734" h="114935">
                  <a:moveTo>
                    <a:pt x="38341" y="42621"/>
                  </a:moveTo>
                  <a:lnTo>
                    <a:pt x="0" y="42621"/>
                  </a:lnTo>
                  <a:lnTo>
                    <a:pt x="0" y="45224"/>
                  </a:lnTo>
                  <a:lnTo>
                    <a:pt x="38341" y="45224"/>
                  </a:lnTo>
                  <a:lnTo>
                    <a:pt x="38341" y="42621"/>
                  </a:lnTo>
                  <a:close/>
                </a:path>
                <a:path w="38734" h="114935">
                  <a:moveTo>
                    <a:pt x="38341" y="37287"/>
                  </a:moveTo>
                  <a:lnTo>
                    <a:pt x="0" y="37287"/>
                  </a:lnTo>
                  <a:lnTo>
                    <a:pt x="0" y="39890"/>
                  </a:lnTo>
                  <a:lnTo>
                    <a:pt x="38341" y="39890"/>
                  </a:lnTo>
                  <a:lnTo>
                    <a:pt x="38341" y="37287"/>
                  </a:lnTo>
                  <a:close/>
                </a:path>
                <a:path w="38734" h="114935">
                  <a:moveTo>
                    <a:pt x="38341" y="31953"/>
                  </a:moveTo>
                  <a:lnTo>
                    <a:pt x="0" y="31953"/>
                  </a:lnTo>
                  <a:lnTo>
                    <a:pt x="0" y="34556"/>
                  </a:lnTo>
                  <a:lnTo>
                    <a:pt x="38341" y="34556"/>
                  </a:lnTo>
                  <a:lnTo>
                    <a:pt x="38341" y="31953"/>
                  </a:lnTo>
                  <a:close/>
                </a:path>
                <a:path w="38734" h="114935">
                  <a:moveTo>
                    <a:pt x="38341" y="26631"/>
                  </a:moveTo>
                  <a:lnTo>
                    <a:pt x="0" y="26631"/>
                  </a:lnTo>
                  <a:lnTo>
                    <a:pt x="0" y="29235"/>
                  </a:lnTo>
                  <a:lnTo>
                    <a:pt x="38341" y="29235"/>
                  </a:lnTo>
                  <a:lnTo>
                    <a:pt x="38341" y="26631"/>
                  </a:lnTo>
                  <a:close/>
                </a:path>
                <a:path w="38734" h="114935">
                  <a:moveTo>
                    <a:pt x="38341" y="21297"/>
                  </a:moveTo>
                  <a:lnTo>
                    <a:pt x="0" y="21297"/>
                  </a:lnTo>
                  <a:lnTo>
                    <a:pt x="0" y="23901"/>
                  </a:lnTo>
                  <a:lnTo>
                    <a:pt x="38341" y="23901"/>
                  </a:lnTo>
                  <a:lnTo>
                    <a:pt x="38341" y="21297"/>
                  </a:lnTo>
                  <a:close/>
                </a:path>
                <a:path w="38734" h="114935">
                  <a:moveTo>
                    <a:pt x="38341" y="15976"/>
                  </a:moveTo>
                  <a:lnTo>
                    <a:pt x="0" y="15976"/>
                  </a:lnTo>
                  <a:lnTo>
                    <a:pt x="0" y="18580"/>
                  </a:lnTo>
                  <a:lnTo>
                    <a:pt x="38341" y="18580"/>
                  </a:lnTo>
                  <a:lnTo>
                    <a:pt x="38341" y="15976"/>
                  </a:lnTo>
                  <a:close/>
                </a:path>
                <a:path w="38734" h="114935">
                  <a:moveTo>
                    <a:pt x="38341" y="10655"/>
                  </a:moveTo>
                  <a:lnTo>
                    <a:pt x="0" y="10655"/>
                  </a:lnTo>
                  <a:lnTo>
                    <a:pt x="0" y="13258"/>
                  </a:lnTo>
                  <a:lnTo>
                    <a:pt x="38341" y="13258"/>
                  </a:lnTo>
                  <a:lnTo>
                    <a:pt x="38341" y="10655"/>
                  </a:lnTo>
                  <a:close/>
                </a:path>
                <a:path w="38734" h="114935">
                  <a:moveTo>
                    <a:pt x="38341" y="5321"/>
                  </a:moveTo>
                  <a:lnTo>
                    <a:pt x="0" y="5321"/>
                  </a:lnTo>
                  <a:lnTo>
                    <a:pt x="0" y="7924"/>
                  </a:lnTo>
                  <a:lnTo>
                    <a:pt x="38341" y="7924"/>
                  </a:lnTo>
                  <a:lnTo>
                    <a:pt x="38341" y="5321"/>
                  </a:lnTo>
                  <a:close/>
                </a:path>
                <a:path w="38734" h="114935">
                  <a:moveTo>
                    <a:pt x="38341" y="0"/>
                  </a:moveTo>
                  <a:lnTo>
                    <a:pt x="0" y="0"/>
                  </a:lnTo>
                  <a:lnTo>
                    <a:pt x="0" y="2603"/>
                  </a:lnTo>
                  <a:lnTo>
                    <a:pt x="38341" y="2603"/>
                  </a:lnTo>
                  <a:lnTo>
                    <a:pt x="38341" y="0"/>
                  </a:lnTo>
                  <a:close/>
                </a:path>
              </a:pathLst>
            </a:custGeom>
            <a:solidFill>
              <a:srgbClr val="545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9311639" y="3279647"/>
              <a:ext cx="292607" cy="167639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309489" y="2224302"/>
              <a:ext cx="296207" cy="166462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348114" y="2373850"/>
              <a:ext cx="226519" cy="28609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9349854" y="2386837"/>
              <a:ext cx="224790" cy="15875"/>
            </a:xfrm>
            <a:custGeom>
              <a:avLst/>
              <a:gdLst/>
              <a:ahLst/>
              <a:cxnLst/>
              <a:rect l="l" t="t" r="r" b="b"/>
              <a:pathLst>
                <a:path w="224790" h="15875">
                  <a:moveTo>
                    <a:pt x="3492" y="0"/>
                  </a:moveTo>
                  <a:lnTo>
                    <a:pt x="0" y="0"/>
                  </a:lnTo>
                  <a:lnTo>
                    <a:pt x="0" y="15633"/>
                  </a:lnTo>
                  <a:lnTo>
                    <a:pt x="3492" y="15633"/>
                  </a:lnTo>
                  <a:lnTo>
                    <a:pt x="3492" y="0"/>
                  </a:lnTo>
                  <a:close/>
                </a:path>
                <a:path w="224790" h="15875">
                  <a:moveTo>
                    <a:pt x="10617" y="0"/>
                  </a:moveTo>
                  <a:lnTo>
                    <a:pt x="7137" y="0"/>
                  </a:lnTo>
                  <a:lnTo>
                    <a:pt x="7137" y="15633"/>
                  </a:lnTo>
                  <a:lnTo>
                    <a:pt x="10617" y="15633"/>
                  </a:lnTo>
                  <a:lnTo>
                    <a:pt x="10617" y="0"/>
                  </a:lnTo>
                  <a:close/>
                </a:path>
                <a:path w="224790" h="15875">
                  <a:moveTo>
                    <a:pt x="17754" y="0"/>
                  </a:moveTo>
                  <a:lnTo>
                    <a:pt x="14274" y="0"/>
                  </a:lnTo>
                  <a:lnTo>
                    <a:pt x="14274" y="15633"/>
                  </a:lnTo>
                  <a:lnTo>
                    <a:pt x="17754" y="15633"/>
                  </a:lnTo>
                  <a:lnTo>
                    <a:pt x="17754" y="0"/>
                  </a:lnTo>
                  <a:close/>
                </a:path>
                <a:path w="224790" h="15875">
                  <a:moveTo>
                    <a:pt x="24904" y="0"/>
                  </a:moveTo>
                  <a:lnTo>
                    <a:pt x="21424" y="0"/>
                  </a:lnTo>
                  <a:lnTo>
                    <a:pt x="21424" y="15633"/>
                  </a:lnTo>
                  <a:lnTo>
                    <a:pt x="24904" y="15633"/>
                  </a:lnTo>
                  <a:lnTo>
                    <a:pt x="24904" y="0"/>
                  </a:lnTo>
                  <a:close/>
                </a:path>
                <a:path w="224790" h="15875">
                  <a:moveTo>
                    <a:pt x="32042" y="0"/>
                  </a:moveTo>
                  <a:lnTo>
                    <a:pt x="28562" y="0"/>
                  </a:lnTo>
                  <a:lnTo>
                    <a:pt x="28562" y="15633"/>
                  </a:lnTo>
                  <a:lnTo>
                    <a:pt x="32042" y="15633"/>
                  </a:lnTo>
                  <a:lnTo>
                    <a:pt x="32042" y="0"/>
                  </a:lnTo>
                  <a:close/>
                </a:path>
                <a:path w="224790" h="15875">
                  <a:moveTo>
                    <a:pt x="39179" y="0"/>
                  </a:moveTo>
                  <a:lnTo>
                    <a:pt x="35699" y="0"/>
                  </a:lnTo>
                  <a:lnTo>
                    <a:pt x="35699" y="15633"/>
                  </a:lnTo>
                  <a:lnTo>
                    <a:pt x="39179" y="15633"/>
                  </a:lnTo>
                  <a:lnTo>
                    <a:pt x="39179" y="0"/>
                  </a:lnTo>
                  <a:close/>
                </a:path>
                <a:path w="224790" h="15875">
                  <a:moveTo>
                    <a:pt x="46316" y="0"/>
                  </a:moveTo>
                  <a:lnTo>
                    <a:pt x="42837" y="0"/>
                  </a:lnTo>
                  <a:lnTo>
                    <a:pt x="42837" y="15633"/>
                  </a:lnTo>
                  <a:lnTo>
                    <a:pt x="46316" y="15633"/>
                  </a:lnTo>
                  <a:lnTo>
                    <a:pt x="46316" y="0"/>
                  </a:lnTo>
                  <a:close/>
                </a:path>
                <a:path w="224790" h="15875">
                  <a:moveTo>
                    <a:pt x="53454" y="0"/>
                  </a:moveTo>
                  <a:lnTo>
                    <a:pt x="49961" y="0"/>
                  </a:lnTo>
                  <a:lnTo>
                    <a:pt x="49961" y="15633"/>
                  </a:lnTo>
                  <a:lnTo>
                    <a:pt x="53454" y="15633"/>
                  </a:lnTo>
                  <a:lnTo>
                    <a:pt x="53454" y="0"/>
                  </a:lnTo>
                  <a:close/>
                </a:path>
                <a:path w="224790" h="15875">
                  <a:moveTo>
                    <a:pt x="60591" y="0"/>
                  </a:moveTo>
                  <a:lnTo>
                    <a:pt x="57099" y="0"/>
                  </a:lnTo>
                  <a:lnTo>
                    <a:pt x="57099" y="15633"/>
                  </a:lnTo>
                  <a:lnTo>
                    <a:pt x="60591" y="15633"/>
                  </a:lnTo>
                  <a:lnTo>
                    <a:pt x="60591" y="0"/>
                  </a:lnTo>
                  <a:close/>
                </a:path>
                <a:path w="224790" h="15875">
                  <a:moveTo>
                    <a:pt x="67729" y="0"/>
                  </a:moveTo>
                  <a:lnTo>
                    <a:pt x="64236" y="0"/>
                  </a:lnTo>
                  <a:lnTo>
                    <a:pt x="64236" y="15633"/>
                  </a:lnTo>
                  <a:lnTo>
                    <a:pt x="67729" y="15633"/>
                  </a:lnTo>
                  <a:lnTo>
                    <a:pt x="67729" y="0"/>
                  </a:lnTo>
                  <a:close/>
                </a:path>
                <a:path w="224790" h="15875">
                  <a:moveTo>
                    <a:pt x="74866" y="0"/>
                  </a:moveTo>
                  <a:lnTo>
                    <a:pt x="71374" y="0"/>
                  </a:lnTo>
                  <a:lnTo>
                    <a:pt x="71374" y="15633"/>
                  </a:lnTo>
                  <a:lnTo>
                    <a:pt x="74866" y="15633"/>
                  </a:lnTo>
                  <a:lnTo>
                    <a:pt x="74866" y="0"/>
                  </a:lnTo>
                  <a:close/>
                </a:path>
                <a:path w="224790" h="15875">
                  <a:moveTo>
                    <a:pt x="82016" y="0"/>
                  </a:moveTo>
                  <a:lnTo>
                    <a:pt x="78524" y="0"/>
                  </a:lnTo>
                  <a:lnTo>
                    <a:pt x="78524" y="15633"/>
                  </a:lnTo>
                  <a:lnTo>
                    <a:pt x="82016" y="15633"/>
                  </a:lnTo>
                  <a:lnTo>
                    <a:pt x="82016" y="0"/>
                  </a:lnTo>
                  <a:close/>
                </a:path>
                <a:path w="224790" h="15875">
                  <a:moveTo>
                    <a:pt x="89154" y="0"/>
                  </a:moveTo>
                  <a:lnTo>
                    <a:pt x="85661" y="0"/>
                  </a:lnTo>
                  <a:lnTo>
                    <a:pt x="85661" y="15633"/>
                  </a:lnTo>
                  <a:lnTo>
                    <a:pt x="89154" y="15633"/>
                  </a:lnTo>
                  <a:lnTo>
                    <a:pt x="89154" y="0"/>
                  </a:lnTo>
                  <a:close/>
                </a:path>
                <a:path w="224790" h="15875">
                  <a:moveTo>
                    <a:pt x="96291" y="0"/>
                  </a:moveTo>
                  <a:lnTo>
                    <a:pt x="92798" y="0"/>
                  </a:lnTo>
                  <a:lnTo>
                    <a:pt x="92798" y="15633"/>
                  </a:lnTo>
                  <a:lnTo>
                    <a:pt x="96291" y="15633"/>
                  </a:lnTo>
                  <a:lnTo>
                    <a:pt x="96291" y="0"/>
                  </a:lnTo>
                  <a:close/>
                </a:path>
                <a:path w="224790" h="15875">
                  <a:moveTo>
                    <a:pt x="103428" y="0"/>
                  </a:moveTo>
                  <a:lnTo>
                    <a:pt x="99936" y="0"/>
                  </a:lnTo>
                  <a:lnTo>
                    <a:pt x="99936" y="15633"/>
                  </a:lnTo>
                  <a:lnTo>
                    <a:pt x="103428" y="15633"/>
                  </a:lnTo>
                  <a:lnTo>
                    <a:pt x="103428" y="0"/>
                  </a:lnTo>
                  <a:close/>
                </a:path>
                <a:path w="224790" h="15875">
                  <a:moveTo>
                    <a:pt x="110566" y="0"/>
                  </a:moveTo>
                  <a:lnTo>
                    <a:pt x="107073" y="0"/>
                  </a:lnTo>
                  <a:lnTo>
                    <a:pt x="107073" y="15633"/>
                  </a:lnTo>
                  <a:lnTo>
                    <a:pt x="110566" y="15633"/>
                  </a:lnTo>
                  <a:lnTo>
                    <a:pt x="110566" y="0"/>
                  </a:lnTo>
                  <a:close/>
                </a:path>
                <a:path w="224790" h="15875">
                  <a:moveTo>
                    <a:pt x="117703" y="0"/>
                  </a:moveTo>
                  <a:lnTo>
                    <a:pt x="114211" y="0"/>
                  </a:lnTo>
                  <a:lnTo>
                    <a:pt x="114211" y="15633"/>
                  </a:lnTo>
                  <a:lnTo>
                    <a:pt x="117703" y="15633"/>
                  </a:lnTo>
                  <a:lnTo>
                    <a:pt x="117703" y="0"/>
                  </a:lnTo>
                  <a:close/>
                </a:path>
                <a:path w="224790" h="15875">
                  <a:moveTo>
                    <a:pt x="124841" y="0"/>
                  </a:moveTo>
                  <a:lnTo>
                    <a:pt x="121348" y="0"/>
                  </a:lnTo>
                  <a:lnTo>
                    <a:pt x="121348" y="15633"/>
                  </a:lnTo>
                  <a:lnTo>
                    <a:pt x="124841" y="15633"/>
                  </a:lnTo>
                  <a:lnTo>
                    <a:pt x="124841" y="0"/>
                  </a:lnTo>
                  <a:close/>
                </a:path>
                <a:path w="224790" h="15875">
                  <a:moveTo>
                    <a:pt x="131991" y="0"/>
                  </a:moveTo>
                  <a:lnTo>
                    <a:pt x="128498" y="0"/>
                  </a:lnTo>
                  <a:lnTo>
                    <a:pt x="128498" y="15633"/>
                  </a:lnTo>
                  <a:lnTo>
                    <a:pt x="131991" y="15633"/>
                  </a:lnTo>
                  <a:lnTo>
                    <a:pt x="131991" y="0"/>
                  </a:lnTo>
                  <a:close/>
                </a:path>
                <a:path w="224790" h="15875">
                  <a:moveTo>
                    <a:pt x="139115" y="0"/>
                  </a:moveTo>
                  <a:lnTo>
                    <a:pt x="135636" y="0"/>
                  </a:lnTo>
                  <a:lnTo>
                    <a:pt x="135636" y="15633"/>
                  </a:lnTo>
                  <a:lnTo>
                    <a:pt x="139115" y="15633"/>
                  </a:lnTo>
                  <a:lnTo>
                    <a:pt x="139115" y="0"/>
                  </a:lnTo>
                  <a:close/>
                </a:path>
                <a:path w="224790" h="15875">
                  <a:moveTo>
                    <a:pt x="146253" y="0"/>
                  </a:moveTo>
                  <a:lnTo>
                    <a:pt x="142773" y="0"/>
                  </a:lnTo>
                  <a:lnTo>
                    <a:pt x="142773" y="15633"/>
                  </a:lnTo>
                  <a:lnTo>
                    <a:pt x="146253" y="15633"/>
                  </a:lnTo>
                  <a:lnTo>
                    <a:pt x="146253" y="0"/>
                  </a:lnTo>
                  <a:close/>
                </a:path>
                <a:path w="224790" h="15875">
                  <a:moveTo>
                    <a:pt x="153390" y="0"/>
                  </a:moveTo>
                  <a:lnTo>
                    <a:pt x="149910" y="0"/>
                  </a:lnTo>
                  <a:lnTo>
                    <a:pt x="149910" y="15633"/>
                  </a:lnTo>
                  <a:lnTo>
                    <a:pt x="153390" y="15633"/>
                  </a:lnTo>
                  <a:lnTo>
                    <a:pt x="153390" y="0"/>
                  </a:lnTo>
                  <a:close/>
                </a:path>
                <a:path w="224790" h="15875">
                  <a:moveTo>
                    <a:pt x="160528" y="0"/>
                  </a:moveTo>
                  <a:lnTo>
                    <a:pt x="157048" y="0"/>
                  </a:lnTo>
                  <a:lnTo>
                    <a:pt x="157048" y="15633"/>
                  </a:lnTo>
                  <a:lnTo>
                    <a:pt x="160528" y="15633"/>
                  </a:lnTo>
                  <a:lnTo>
                    <a:pt x="160528" y="0"/>
                  </a:lnTo>
                  <a:close/>
                </a:path>
                <a:path w="224790" h="15875">
                  <a:moveTo>
                    <a:pt x="167665" y="0"/>
                  </a:moveTo>
                  <a:lnTo>
                    <a:pt x="164172" y="0"/>
                  </a:lnTo>
                  <a:lnTo>
                    <a:pt x="164172" y="15633"/>
                  </a:lnTo>
                  <a:lnTo>
                    <a:pt x="167665" y="15633"/>
                  </a:lnTo>
                  <a:lnTo>
                    <a:pt x="167665" y="0"/>
                  </a:lnTo>
                  <a:close/>
                </a:path>
                <a:path w="224790" h="15875">
                  <a:moveTo>
                    <a:pt x="174802" y="0"/>
                  </a:moveTo>
                  <a:lnTo>
                    <a:pt x="171310" y="0"/>
                  </a:lnTo>
                  <a:lnTo>
                    <a:pt x="171310" y="15633"/>
                  </a:lnTo>
                  <a:lnTo>
                    <a:pt x="174802" y="15633"/>
                  </a:lnTo>
                  <a:lnTo>
                    <a:pt x="174802" y="0"/>
                  </a:lnTo>
                  <a:close/>
                </a:path>
                <a:path w="224790" h="15875">
                  <a:moveTo>
                    <a:pt x="181940" y="0"/>
                  </a:moveTo>
                  <a:lnTo>
                    <a:pt x="178447" y="0"/>
                  </a:lnTo>
                  <a:lnTo>
                    <a:pt x="178447" y="15633"/>
                  </a:lnTo>
                  <a:lnTo>
                    <a:pt x="181940" y="15633"/>
                  </a:lnTo>
                  <a:lnTo>
                    <a:pt x="181940" y="0"/>
                  </a:lnTo>
                  <a:close/>
                </a:path>
                <a:path w="224790" h="15875">
                  <a:moveTo>
                    <a:pt x="189090" y="0"/>
                  </a:moveTo>
                  <a:lnTo>
                    <a:pt x="185597" y="0"/>
                  </a:lnTo>
                  <a:lnTo>
                    <a:pt x="185597" y="15633"/>
                  </a:lnTo>
                  <a:lnTo>
                    <a:pt x="189090" y="15633"/>
                  </a:lnTo>
                  <a:lnTo>
                    <a:pt x="189090" y="0"/>
                  </a:lnTo>
                  <a:close/>
                </a:path>
                <a:path w="224790" h="15875">
                  <a:moveTo>
                    <a:pt x="196227" y="0"/>
                  </a:moveTo>
                  <a:lnTo>
                    <a:pt x="192735" y="0"/>
                  </a:lnTo>
                  <a:lnTo>
                    <a:pt x="192735" y="15633"/>
                  </a:lnTo>
                  <a:lnTo>
                    <a:pt x="196227" y="15633"/>
                  </a:lnTo>
                  <a:lnTo>
                    <a:pt x="196227" y="0"/>
                  </a:lnTo>
                  <a:close/>
                </a:path>
                <a:path w="224790" h="15875">
                  <a:moveTo>
                    <a:pt x="203365" y="0"/>
                  </a:moveTo>
                  <a:lnTo>
                    <a:pt x="199872" y="0"/>
                  </a:lnTo>
                  <a:lnTo>
                    <a:pt x="199872" y="15633"/>
                  </a:lnTo>
                  <a:lnTo>
                    <a:pt x="203365" y="15633"/>
                  </a:lnTo>
                  <a:lnTo>
                    <a:pt x="203365" y="0"/>
                  </a:lnTo>
                  <a:close/>
                </a:path>
                <a:path w="224790" h="15875">
                  <a:moveTo>
                    <a:pt x="210502" y="0"/>
                  </a:moveTo>
                  <a:lnTo>
                    <a:pt x="207010" y="0"/>
                  </a:lnTo>
                  <a:lnTo>
                    <a:pt x="207010" y="15633"/>
                  </a:lnTo>
                  <a:lnTo>
                    <a:pt x="210502" y="15633"/>
                  </a:lnTo>
                  <a:lnTo>
                    <a:pt x="210502" y="0"/>
                  </a:lnTo>
                  <a:close/>
                </a:path>
                <a:path w="224790" h="15875">
                  <a:moveTo>
                    <a:pt x="217639" y="0"/>
                  </a:moveTo>
                  <a:lnTo>
                    <a:pt x="214147" y="0"/>
                  </a:lnTo>
                  <a:lnTo>
                    <a:pt x="214147" y="15633"/>
                  </a:lnTo>
                  <a:lnTo>
                    <a:pt x="217639" y="15633"/>
                  </a:lnTo>
                  <a:lnTo>
                    <a:pt x="217639" y="0"/>
                  </a:lnTo>
                  <a:close/>
                </a:path>
                <a:path w="224790" h="15875">
                  <a:moveTo>
                    <a:pt x="224777" y="0"/>
                  </a:moveTo>
                  <a:lnTo>
                    <a:pt x="221284" y="0"/>
                  </a:lnTo>
                  <a:lnTo>
                    <a:pt x="221284" y="15633"/>
                  </a:lnTo>
                  <a:lnTo>
                    <a:pt x="224777" y="15633"/>
                  </a:lnTo>
                  <a:lnTo>
                    <a:pt x="224777" y="0"/>
                  </a:lnTo>
                  <a:close/>
                </a:path>
              </a:pathLst>
            </a:custGeom>
            <a:solidFill>
              <a:srgbClr val="545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348114" y="2372549"/>
              <a:ext cx="226519" cy="14280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348114" y="2212596"/>
              <a:ext cx="226519" cy="28609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9348114" y="2212606"/>
              <a:ext cx="224790" cy="29209"/>
            </a:xfrm>
            <a:custGeom>
              <a:avLst/>
              <a:gdLst/>
              <a:ahLst/>
              <a:cxnLst/>
              <a:rect l="l" t="t" r="r" b="b"/>
              <a:pathLst>
                <a:path w="224790" h="29210">
                  <a:moveTo>
                    <a:pt x="3479" y="0"/>
                  </a:moveTo>
                  <a:lnTo>
                    <a:pt x="0" y="0"/>
                  </a:lnTo>
                  <a:lnTo>
                    <a:pt x="0" y="28600"/>
                  </a:lnTo>
                  <a:lnTo>
                    <a:pt x="3479" y="28600"/>
                  </a:lnTo>
                  <a:lnTo>
                    <a:pt x="3479" y="0"/>
                  </a:lnTo>
                  <a:close/>
                </a:path>
                <a:path w="224790" h="29210">
                  <a:moveTo>
                    <a:pt x="10617" y="0"/>
                  </a:moveTo>
                  <a:lnTo>
                    <a:pt x="7124" y="0"/>
                  </a:lnTo>
                  <a:lnTo>
                    <a:pt x="7124" y="28600"/>
                  </a:lnTo>
                  <a:lnTo>
                    <a:pt x="10617" y="28600"/>
                  </a:lnTo>
                  <a:lnTo>
                    <a:pt x="10617" y="0"/>
                  </a:lnTo>
                  <a:close/>
                </a:path>
                <a:path w="224790" h="29210">
                  <a:moveTo>
                    <a:pt x="17767" y="0"/>
                  </a:moveTo>
                  <a:lnTo>
                    <a:pt x="14274" y="0"/>
                  </a:lnTo>
                  <a:lnTo>
                    <a:pt x="14274" y="28600"/>
                  </a:lnTo>
                  <a:lnTo>
                    <a:pt x="17767" y="28600"/>
                  </a:lnTo>
                  <a:lnTo>
                    <a:pt x="17767" y="0"/>
                  </a:lnTo>
                  <a:close/>
                </a:path>
                <a:path w="224790" h="29210">
                  <a:moveTo>
                    <a:pt x="24904" y="0"/>
                  </a:moveTo>
                  <a:lnTo>
                    <a:pt x="21412" y="0"/>
                  </a:lnTo>
                  <a:lnTo>
                    <a:pt x="21412" y="28600"/>
                  </a:lnTo>
                  <a:lnTo>
                    <a:pt x="24904" y="28600"/>
                  </a:lnTo>
                  <a:lnTo>
                    <a:pt x="24904" y="0"/>
                  </a:lnTo>
                  <a:close/>
                </a:path>
                <a:path w="224790" h="29210">
                  <a:moveTo>
                    <a:pt x="32042" y="0"/>
                  </a:moveTo>
                  <a:lnTo>
                    <a:pt x="28549" y="0"/>
                  </a:lnTo>
                  <a:lnTo>
                    <a:pt x="28549" y="28600"/>
                  </a:lnTo>
                  <a:lnTo>
                    <a:pt x="32042" y="28600"/>
                  </a:lnTo>
                  <a:lnTo>
                    <a:pt x="32042" y="0"/>
                  </a:lnTo>
                  <a:close/>
                </a:path>
                <a:path w="224790" h="29210">
                  <a:moveTo>
                    <a:pt x="39179" y="0"/>
                  </a:moveTo>
                  <a:lnTo>
                    <a:pt x="35687" y="0"/>
                  </a:lnTo>
                  <a:lnTo>
                    <a:pt x="35687" y="28600"/>
                  </a:lnTo>
                  <a:lnTo>
                    <a:pt x="39179" y="28600"/>
                  </a:lnTo>
                  <a:lnTo>
                    <a:pt x="39179" y="0"/>
                  </a:lnTo>
                  <a:close/>
                </a:path>
                <a:path w="224790" h="29210">
                  <a:moveTo>
                    <a:pt x="46316" y="0"/>
                  </a:moveTo>
                  <a:lnTo>
                    <a:pt x="42824" y="0"/>
                  </a:lnTo>
                  <a:lnTo>
                    <a:pt x="42824" y="28600"/>
                  </a:lnTo>
                  <a:lnTo>
                    <a:pt x="46316" y="28600"/>
                  </a:lnTo>
                  <a:lnTo>
                    <a:pt x="46316" y="0"/>
                  </a:lnTo>
                  <a:close/>
                </a:path>
                <a:path w="224790" h="29210">
                  <a:moveTo>
                    <a:pt x="53454" y="0"/>
                  </a:moveTo>
                  <a:lnTo>
                    <a:pt x="49961" y="0"/>
                  </a:lnTo>
                  <a:lnTo>
                    <a:pt x="49961" y="28600"/>
                  </a:lnTo>
                  <a:lnTo>
                    <a:pt x="53454" y="28600"/>
                  </a:lnTo>
                  <a:lnTo>
                    <a:pt x="53454" y="0"/>
                  </a:lnTo>
                  <a:close/>
                </a:path>
                <a:path w="224790" h="29210">
                  <a:moveTo>
                    <a:pt x="60591" y="0"/>
                  </a:moveTo>
                  <a:lnTo>
                    <a:pt x="57099" y="0"/>
                  </a:lnTo>
                  <a:lnTo>
                    <a:pt x="57099" y="28600"/>
                  </a:lnTo>
                  <a:lnTo>
                    <a:pt x="60591" y="28600"/>
                  </a:lnTo>
                  <a:lnTo>
                    <a:pt x="60591" y="0"/>
                  </a:lnTo>
                  <a:close/>
                </a:path>
                <a:path w="224790" h="29210">
                  <a:moveTo>
                    <a:pt x="67729" y="0"/>
                  </a:moveTo>
                  <a:lnTo>
                    <a:pt x="64236" y="0"/>
                  </a:lnTo>
                  <a:lnTo>
                    <a:pt x="64236" y="28600"/>
                  </a:lnTo>
                  <a:lnTo>
                    <a:pt x="67729" y="28600"/>
                  </a:lnTo>
                  <a:lnTo>
                    <a:pt x="67729" y="0"/>
                  </a:lnTo>
                  <a:close/>
                </a:path>
                <a:path w="224790" h="29210">
                  <a:moveTo>
                    <a:pt x="74879" y="0"/>
                  </a:moveTo>
                  <a:lnTo>
                    <a:pt x="71386" y="0"/>
                  </a:lnTo>
                  <a:lnTo>
                    <a:pt x="71386" y="28600"/>
                  </a:lnTo>
                  <a:lnTo>
                    <a:pt x="74879" y="28600"/>
                  </a:lnTo>
                  <a:lnTo>
                    <a:pt x="74879" y="0"/>
                  </a:lnTo>
                  <a:close/>
                </a:path>
                <a:path w="224790" h="29210">
                  <a:moveTo>
                    <a:pt x="82016" y="0"/>
                  </a:moveTo>
                  <a:lnTo>
                    <a:pt x="78524" y="0"/>
                  </a:lnTo>
                  <a:lnTo>
                    <a:pt x="78524" y="28600"/>
                  </a:lnTo>
                  <a:lnTo>
                    <a:pt x="82016" y="28600"/>
                  </a:lnTo>
                  <a:lnTo>
                    <a:pt x="82016" y="0"/>
                  </a:lnTo>
                  <a:close/>
                </a:path>
                <a:path w="224790" h="29210">
                  <a:moveTo>
                    <a:pt x="89154" y="0"/>
                  </a:moveTo>
                  <a:lnTo>
                    <a:pt x="85661" y="0"/>
                  </a:lnTo>
                  <a:lnTo>
                    <a:pt x="85661" y="28600"/>
                  </a:lnTo>
                  <a:lnTo>
                    <a:pt x="89154" y="28600"/>
                  </a:lnTo>
                  <a:lnTo>
                    <a:pt x="89154" y="0"/>
                  </a:lnTo>
                  <a:close/>
                </a:path>
                <a:path w="224790" h="29210">
                  <a:moveTo>
                    <a:pt x="96278" y="0"/>
                  </a:moveTo>
                  <a:lnTo>
                    <a:pt x="92798" y="0"/>
                  </a:lnTo>
                  <a:lnTo>
                    <a:pt x="92798" y="28600"/>
                  </a:lnTo>
                  <a:lnTo>
                    <a:pt x="96278" y="28600"/>
                  </a:lnTo>
                  <a:lnTo>
                    <a:pt x="96278" y="0"/>
                  </a:lnTo>
                  <a:close/>
                </a:path>
                <a:path w="224790" h="29210">
                  <a:moveTo>
                    <a:pt x="103416" y="0"/>
                  </a:moveTo>
                  <a:lnTo>
                    <a:pt x="99936" y="0"/>
                  </a:lnTo>
                  <a:lnTo>
                    <a:pt x="99936" y="28600"/>
                  </a:lnTo>
                  <a:lnTo>
                    <a:pt x="103416" y="28600"/>
                  </a:lnTo>
                  <a:lnTo>
                    <a:pt x="103416" y="0"/>
                  </a:lnTo>
                  <a:close/>
                </a:path>
                <a:path w="224790" h="29210">
                  <a:moveTo>
                    <a:pt x="110553" y="0"/>
                  </a:moveTo>
                  <a:lnTo>
                    <a:pt x="107073" y="0"/>
                  </a:lnTo>
                  <a:lnTo>
                    <a:pt x="107073" y="28600"/>
                  </a:lnTo>
                  <a:lnTo>
                    <a:pt x="110553" y="28600"/>
                  </a:lnTo>
                  <a:lnTo>
                    <a:pt x="110553" y="0"/>
                  </a:lnTo>
                  <a:close/>
                </a:path>
                <a:path w="224790" h="29210">
                  <a:moveTo>
                    <a:pt x="117690" y="0"/>
                  </a:moveTo>
                  <a:lnTo>
                    <a:pt x="114211" y="0"/>
                  </a:lnTo>
                  <a:lnTo>
                    <a:pt x="114211" y="28600"/>
                  </a:lnTo>
                  <a:lnTo>
                    <a:pt x="117690" y="28600"/>
                  </a:lnTo>
                  <a:lnTo>
                    <a:pt x="117690" y="0"/>
                  </a:lnTo>
                  <a:close/>
                </a:path>
                <a:path w="224790" h="29210">
                  <a:moveTo>
                    <a:pt x="124841" y="0"/>
                  </a:moveTo>
                  <a:lnTo>
                    <a:pt x="121361" y="0"/>
                  </a:lnTo>
                  <a:lnTo>
                    <a:pt x="121361" y="28600"/>
                  </a:lnTo>
                  <a:lnTo>
                    <a:pt x="124841" y="28600"/>
                  </a:lnTo>
                  <a:lnTo>
                    <a:pt x="124841" y="0"/>
                  </a:lnTo>
                  <a:close/>
                </a:path>
                <a:path w="224790" h="29210">
                  <a:moveTo>
                    <a:pt x="131978" y="0"/>
                  </a:moveTo>
                  <a:lnTo>
                    <a:pt x="128485" y="0"/>
                  </a:lnTo>
                  <a:lnTo>
                    <a:pt x="128485" y="28600"/>
                  </a:lnTo>
                  <a:lnTo>
                    <a:pt x="131978" y="28600"/>
                  </a:lnTo>
                  <a:lnTo>
                    <a:pt x="131978" y="0"/>
                  </a:lnTo>
                  <a:close/>
                </a:path>
                <a:path w="224790" h="29210">
                  <a:moveTo>
                    <a:pt x="139115" y="0"/>
                  </a:moveTo>
                  <a:lnTo>
                    <a:pt x="135623" y="0"/>
                  </a:lnTo>
                  <a:lnTo>
                    <a:pt x="135623" y="28600"/>
                  </a:lnTo>
                  <a:lnTo>
                    <a:pt x="139115" y="28600"/>
                  </a:lnTo>
                  <a:lnTo>
                    <a:pt x="139115" y="0"/>
                  </a:lnTo>
                  <a:close/>
                </a:path>
                <a:path w="224790" h="29210">
                  <a:moveTo>
                    <a:pt x="146253" y="0"/>
                  </a:moveTo>
                  <a:lnTo>
                    <a:pt x="142760" y="0"/>
                  </a:lnTo>
                  <a:lnTo>
                    <a:pt x="142760" y="28600"/>
                  </a:lnTo>
                  <a:lnTo>
                    <a:pt x="146253" y="28600"/>
                  </a:lnTo>
                  <a:lnTo>
                    <a:pt x="146253" y="0"/>
                  </a:lnTo>
                  <a:close/>
                </a:path>
                <a:path w="224790" h="29210">
                  <a:moveTo>
                    <a:pt x="153390" y="0"/>
                  </a:moveTo>
                  <a:lnTo>
                    <a:pt x="149898" y="0"/>
                  </a:lnTo>
                  <a:lnTo>
                    <a:pt x="149898" y="28600"/>
                  </a:lnTo>
                  <a:lnTo>
                    <a:pt x="153390" y="28600"/>
                  </a:lnTo>
                  <a:lnTo>
                    <a:pt x="153390" y="0"/>
                  </a:lnTo>
                  <a:close/>
                </a:path>
                <a:path w="224790" h="29210">
                  <a:moveTo>
                    <a:pt x="160528" y="0"/>
                  </a:moveTo>
                  <a:lnTo>
                    <a:pt x="157035" y="0"/>
                  </a:lnTo>
                  <a:lnTo>
                    <a:pt x="157035" y="28600"/>
                  </a:lnTo>
                  <a:lnTo>
                    <a:pt x="160528" y="28600"/>
                  </a:lnTo>
                  <a:lnTo>
                    <a:pt x="160528" y="0"/>
                  </a:lnTo>
                  <a:close/>
                </a:path>
                <a:path w="224790" h="29210">
                  <a:moveTo>
                    <a:pt x="167665" y="0"/>
                  </a:moveTo>
                  <a:lnTo>
                    <a:pt x="164172" y="0"/>
                  </a:lnTo>
                  <a:lnTo>
                    <a:pt x="164172" y="28600"/>
                  </a:lnTo>
                  <a:lnTo>
                    <a:pt x="167665" y="28600"/>
                  </a:lnTo>
                  <a:lnTo>
                    <a:pt x="167665" y="0"/>
                  </a:lnTo>
                  <a:close/>
                </a:path>
                <a:path w="224790" h="29210">
                  <a:moveTo>
                    <a:pt x="174802" y="0"/>
                  </a:moveTo>
                  <a:lnTo>
                    <a:pt x="171310" y="0"/>
                  </a:lnTo>
                  <a:lnTo>
                    <a:pt x="171310" y="28600"/>
                  </a:lnTo>
                  <a:lnTo>
                    <a:pt x="174802" y="28600"/>
                  </a:lnTo>
                  <a:lnTo>
                    <a:pt x="174802" y="0"/>
                  </a:lnTo>
                  <a:close/>
                </a:path>
                <a:path w="224790" h="29210">
                  <a:moveTo>
                    <a:pt x="181952" y="0"/>
                  </a:moveTo>
                  <a:lnTo>
                    <a:pt x="178460" y="0"/>
                  </a:lnTo>
                  <a:lnTo>
                    <a:pt x="178460" y="28600"/>
                  </a:lnTo>
                  <a:lnTo>
                    <a:pt x="181952" y="28600"/>
                  </a:lnTo>
                  <a:lnTo>
                    <a:pt x="181952" y="0"/>
                  </a:lnTo>
                  <a:close/>
                </a:path>
                <a:path w="224790" h="29210">
                  <a:moveTo>
                    <a:pt x="189090" y="0"/>
                  </a:moveTo>
                  <a:lnTo>
                    <a:pt x="185597" y="0"/>
                  </a:lnTo>
                  <a:lnTo>
                    <a:pt x="185597" y="28600"/>
                  </a:lnTo>
                  <a:lnTo>
                    <a:pt x="189090" y="28600"/>
                  </a:lnTo>
                  <a:lnTo>
                    <a:pt x="189090" y="0"/>
                  </a:lnTo>
                  <a:close/>
                </a:path>
                <a:path w="224790" h="29210">
                  <a:moveTo>
                    <a:pt x="196227" y="0"/>
                  </a:moveTo>
                  <a:lnTo>
                    <a:pt x="192735" y="0"/>
                  </a:lnTo>
                  <a:lnTo>
                    <a:pt x="192735" y="28600"/>
                  </a:lnTo>
                  <a:lnTo>
                    <a:pt x="196227" y="28600"/>
                  </a:lnTo>
                  <a:lnTo>
                    <a:pt x="196227" y="0"/>
                  </a:lnTo>
                  <a:close/>
                </a:path>
                <a:path w="224790" h="29210">
                  <a:moveTo>
                    <a:pt x="203365" y="0"/>
                  </a:moveTo>
                  <a:lnTo>
                    <a:pt x="199872" y="0"/>
                  </a:lnTo>
                  <a:lnTo>
                    <a:pt x="199872" y="28600"/>
                  </a:lnTo>
                  <a:lnTo>
                    <a:pt x="203365" y="28600"/>
                  </a:lnTo>
                  <a:lnTo>
                    <a:pt x="203365" y="0"/>
                  </a:lnTo>
                  <a:close/>
                </a:path>
                <a:path w="224790" h="29210">
                  <a:moveTo>
                    <a:pt x="210489" y="0"/>
                  </a:moveTo>
                  <a:lnTo>
                    <a:pt x="207010" y="0"/>
                  </a:lnTo>
                  <a:lnTo>
                    <a:pt x="207010" y="28600"/>
                  </a:lnTo>
                  <a:lnTo>
                    <a:pt x="210489" y="28600"/>
                  </a:lnTo>
                  <a:lnTo>
                    <a:pt x="210489" y="0"/>
                  </a:lnTo>
                  <a:close/>
                </a:path>
                <a:path w="224790" h="29210">
                  <a:moveTo>
                    <a:pt x="217627" y="0"/>
                  </a:moveTo>
                  <a:lnTo>
                    <a:pt x="214147" y="0"/>
                  </a:lnTo>
                  <a:lnTo>
                    <a:pt x="214147" y="28600"/>
                  </a:lnTo>
                  <a:lnTo>
                    <a:pt x="217627" y="28600"/>
                  </a:lnTo>
                  <a:lnTo>
                    <a:pt x="217627" y="0"/>
                  </a:lnTo>
                  <a:close/>
                </a:path>
                <a:path w="224790" h="29210">
                  <a:moveTo>
                    <a:pt x="224764" y="0"/>
                  </a:moveTo>
                  <a:lnTo>
                    <a:pt x="221284" y="0"/>
                  </a:lnTo>
                  <a:lnTo>
                    <a:pt x="221284" y="28600"/>
                  </a:lnTo>
                  <a:lnTo>
                    <a:pt x="224764" y="28600"/>
                  </a:lnTo>
                  <a:lnTo>
                    <a:pt x="224764" y="0"/>
                  </a:lnTo>
                  <a:close/>
                </a:path>
              </a:pathLst>
            </a:custGeom>
            <a:solidFill>
              <a:srgbClr val="545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8" name="object 10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299330" y="2247705"/>
              <a:ext cx="38332" cy="119636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9299321" y="2250935"/>
              <a:ext cx="38735" cy="114935"/>
            </a:xfrm>
            <a:custGeom>
              <a:avLst/>
              <a:gdLst/>
              <a:ahLst/>
              <a:cxnLst/>
              <a:rect l="l" t="t" r="r" b="b"/>
              <a:pathLst>
                <a:path w="38734" h="114935">
                  <a:moveTo>
                    <a:pt x="38341" y="111887"/>
                  </a:moveTo>
                  <a:lnTo>
                    <a:pt x="0" y="111887"/>
                  </a:lnTo>
                  <a:lnTo>
                    <a:pt x="0" y="114490"/>
                  </a:lnTo>
                  <a:lnTo>
                    <a:pt x="38341" y="114490"/>
                  </a:lnTo>
                  <a:lnTo>
                    <a:pt x="38341" y="111887"/>
                  </a:lnTo>
                  <a:close/>
                </a:path>
                <a:path w="38734" h="114935">
                  <a:moveTo>
                    <a:pt x="38341" y="106553"/>
                  </a:moveTo>
                  <a:lnTo>
                    <a:pt x="0" y="106553"/>
                  </a:lnTo>
                  <a:lnTo>
                    <a:pt x="0" y="109156"/>
                  </a:lnTo>
                  <a:lnTo>
                    <a:pt x="38341" y="109156"/>
                  </a:lnTo>
                  <a:lnTo>
                    <a:pt x="38341" y="106553"/>
                  </a:lnTo>
                  <a:close/>
                </a:path>
                <a:path w="38734" h="114935">
                  <a:moveTo>
                    <a:pt x="38341" y="101231"/>
                  </a:moveTo>
                  <a:lnTo>
                    <a:pt x="0" y="101231"/>
                  </a:lnTo>
                  <a:lnTo>
                    <a:pt x="0" y="103835"/>
                  </a:lnTo>
                  <a:lnTo>
                    <a:pt x="38341" y="103835"/>
                  </a:lnTo>
                  <a:lnTo>
                    <a:pt x="38341" y="101231"/>
                  </a:lnTo>
                  <a:close/>
                </a:path>
                <a:path w="38734" h="114935">
                  <a:moveTo>
                    <a:pt x="38341" y="95910"/>
                  </a:moveTo>
                  <a:lnTo>
                    <a:pt x="0" y="95910"/>
                  </a:lnTo>
                  <a:lnTo>
                    <a:pt x="0" y="98513"/>
                  </a:lnTo>
                  <a:lnTo>
                    <a:pt x="38341" y="98513"/>
                  </a:lnTo>
                  <a:lnTo>
                    <a:pt x="38341" y="95910"/>
                  </a:lnTo>
                  <a:close/>
                </a:path>
                <a:path w="38734" h="114935">
                  <a:moveTo>
                    <a:pt x="38341" y="90589"/>
                  </a:moveTo>
                  <a:lnTo>
                    <a:pt x="0" y="90589"/>
                  </a:lnTo>
                  <a:lnTo>
                    <a:pt x="0" y="93192"/>
                  </a:lnTo>
                  <a:lnTo>
                    <a:pt x="38341" y="93192"/>
                  </a:lnTo>
                  <a:lnTo>
                    <a:pt x="38341" y="90589"/>
                  </a:lnTo>
                  <a:close/>
                </a:path>
                <a:path w="38734" h="114935">
                  <a:moveTo>
                    <a:pt x="38341" y="85255"/>
                  </a:moveTo>
                  <a:lnTo>
                    <a:pt x="0" y="85255"/>
                  </a:lnTo>
                  <a:lnTo>
                    <a:pt x="0" y="87858"/>
                  </a:lnTo>
                  <a:lnTo>
                    <a:pt x="38341" y="87858"/>
                  </a:lnTo>
                  <a:lnTo>
                    <a:pt x="38341" y="85255"/>
                  </a:lnTo>
                  <a:close/>
                </a:path>
                <a:path w="38734" h="114935">
                  <a:moveTo>
                    <a:pt x="38341" y="79921"/>
                  </a:moveTo>
                  <a:lnTo>
                    <a:pt x="0" y="79921"/>
                  </a:lnTo>
                  <a:lnTo>
                    <a:pt x="0" y="82524"/>
                  </a:lnTo>
                  <a:lnTo>
                    <a:pt x="38341" y="82524"/>
                  </a:lnTo>
                  <a:lnTo>
                    <a:pt x="38341" y="79921"/>
                  </a:lnTo>
                  <a:close/>
                </a:path>
                <a:path w="38734" h="114935">
                  <a:moveTo>
                    <a:pt x="38341" y="74599"/>
                  </a:moveTo>
                  <a:lnTo>
                    <a:pt x="0" y="74599"/>
                  </a:lnTo>
                  <a:lnTo>
                    <a:pt x="0" y="77203"/>
                  </a:lnTo>
                  <a:lnTo>
                    <a:pt x="38341" y="77203"/>
                  </a:lnTo>
                  <a:lnTo>
                    <a:pt x="38341" y="74599"/>
                  </a:lnTo>
                  <a:close/>
                </a:path>
                <a:path w="38734" h="114935">
                  <a:moveTo>
                    <a:pt x="38341" y="69265"/>
                  </a:moveTo>
                  <a:lnTo>
                    <a:pt x="0" y="69265"/>
                  </a:lnTo>
                  <a:lnTo>
                    <a:pt x="0" y="71869"/>
                  </a:lnTo>
                  <a:lnTo>
                    <a:pt x="38341" y="71869"/>
                  </a:lnTo>
                  <a:lnTo>
                    <a:pt x="38341" y="69265"/>
                  </a:lnTo>
                  <a:close/>
                </a:path>
                <a:path w="38734" h="114935">
                  <a:moveTo>
                    <a:pt x="38341" y="63944"/>
                  </a:moveTo>
                  <a:lnTo>
                    <a:pt x="0" y="63944"/>
                  </a:lnTo>
                  <a:lnTo>
                    <a:pt x="0" y="66548"/>
                  </a:lnTo>
                  <a:lnTo>
                    <a:pt x="38341" y="66548"/>
                  </a:lnTo>
                  <a:lnTo>
                    <a:pt x="38341" y="63944"/>
                  </a:lnTo>
                  <a:close/>
                </a:path>
                <a:path w="38734" h="114935">
                  <a:moveTo>
                    <a:pt x="38341" y="58610"/>
                  </a:moveTo>
                  <a:lnTo>
                    <a:pt x="0" y="58610"/>
                  </a:lnTo>
                  <a:lnTo>
                    <a:pt x="0" y="61226"/>
                  </a:lnTo>
                  <a:lnTo>
                    <a:pt x="38341" y="61226"/>
                  </a:lnTo>
                  <a:lnTo>
                    <a:pt x="38341" y="58610"/>
                  </a:lnTo>
                  <a:close/>
                </a:path>
                <a:path w="38734" h="114935">
                  <a:moveTo>
                    <a:pt x="38341" y="53289"/>
                  </a:moveTo>
                  <a:lnTo>
                    <a:pt x="0" y="53289"/>
                  </a:lnTo>
                  <a:lnTo>
                    <a:pt x="0" y="55892"/>
                  </a:lnTo>
                  <a:lnTo>
                    <a:pt x="38341" y="55892"/>
                  </a:lnTo>
                  <a:lnTo>
                    <a:pt x="38341" y="53289"/>
                  </a:lnTo>
                  <a:close/>
                </a:path>
                <a:path w="38734" h="114935">
                  <a:moveTo>
                    <a:pt x="38341" y="47967"/>
                  </a:moveTo>
                  <a:lnTo>
                    <a:pt x="0" y="47967"/>
                  </a:lnTo>
                  <a:lnTo>
                    <a:pt x="0" y="50571"/>
                  </a:lnTo>
                  <a:lnTo>
                    <a:pt x="38341" y="50571"/>
                  </a:lnTo>
                  <a:lnTo>
                    <a:pt x="38341" y="47967"/>
                  </a:lnTo>
                  <a:close/>
                </a:path>
                <a:path w="38734" h="114935">
                  <a:moveTo>
                    <a:pt x="38341" y="42633"/>
                  </a:moveTo>
                  <a:lnTo>
                    <a:pt x="0" y="42633"/>
                  </a:lnTo>
                  <a:lnTo>
                    <a:pt x="0" y="45237"/>
                  </a:lnTo>
                  <a:lnTo>
                    <a:pt x="38341" y="45237"/>
                  </a:lnTo>
                  <a:lnTo>
                    <a:pt x="38341" y="42633"/>
                  </a:lnTo>
                  <a:close/>
                </a:path>
                <a:path w="38734" h="114935">
                  <a:moveTo>
                    <a:pt x="38341" y="37299"/>
                  </a:moveTo>
                  <a:lnTo>
                    <a:pt x="0" y="37299"/>
                  </a:lnTo>
                  <a:lnTo>
                    <a:pt x="0" y="39903"/>
                  </a:lnTo>
                  <a:lnTo>
                    <a:pt x="38341" y="39903"/>
                  </a:lnTo>
                  <a:lnTo>
                    <a:pt x="38341" y="37299"/>
                  </a:lnTo>
                  <a:close/>
                </a:path>
                <a:path w="38734" h="114935">
                  <a:moveTo>
                    <a:pt x="38341" y="31978"/>
                  </a:moveTo>
                  <a:lnTo>
                    <a:pt x="0" y="31978"/>
                  </a:lnTo>
                  <a:lnTo>
                    <a:pt x="0" y="34582"/>
                  </a:lnTo>
                  <a:lnTo>
                    <a:pt x="38341" y="34582"/>
                  </a:lnTo>
                  <a:lnTo>
                    <a:pt x="38341" y="31978"/>
                  </a:lnTo>
                  <a:close/>
                </a:path>
                <a:path w="38734" h="114935">
                  <a:moveTo>
                    <a:pt x="38341" y="26644"/>
                  </a:moveTo>
                  <a:lnTo>
                    <a:pt x="0" y="26644"/>
                  </a:lnTo>
                  <a:lnTo>
                    <a:pt x="0" y="29248"/>
                  </a:lnTo>
                  <a:lnTo>
                    <a:pt x="38341" y="29248"/>
                  </a:lnTo>
                  <a:lnTo>
                    <a:pt x="38341" y="26644"/>
                  </a:lnTo>
                  <a:close/>
                </a:path>
                <a:path w="38734" h="114935">
                  <a:moveTo>
                    <a:pt x="38341" y="21323"/>
                  </a:moveTo>
                  <a:lnTo>
                    <a:pt x="0" y="21323"/>
                  </a:lnTo>
                  <a:lnTo>
                    <a:pt x="0" y="23926"/>
                  </a:lnTo>
                  <a:lnTo>
                    <a:pt x="38341" y="23926"/>
                  </a:lnTo>
                  <a:lnTo>
                    <a:pt x="38341" y="21323"/>
                  </a:lnTo>
                  <a:close/>
                </a:path>
                <a:path w="38734" h="114935">
                  <a:moveTo>
                    <a:pt x="38341" y="15989"/>
                  </a:moveTo>
                  <a:lnTo>
                    <a:pt x="0" y="15989"/>
                  </a:lnTo>
                  <a:lnTo>
                    <a:pt x="0" y="18592"/>
                  </a:lnTo>
                  <a:lnTo>
                    <a:pt x="38341" y="18592"/>
                  </a:lnTo>
                  <a:lnTo>
                    <a:pt x="38341" y="15989"/>
                  </a:lnTo>
                  <a:close/>
                </a:path>
                <a:path w="38734" h="114935">
                  <a:moveTo>
                    <a:pt x="38341" y="10668"/>
                  </a:moveTo>
                  <a:lnTo>
                    <a:pt x="0" y="10668"/>
                  </a:lnTo>
                  <a:lnTo>
                    <a:pt x="0" y="13271"/>
                  </a:lnTo>
                  <a:lnTo>
                    <a:pt x="38341" y="13271"/>
                  </a:lnTo>
                  <a:lnTo>
                    <a:pt x="38341" y="10668"/>
                  </a:lnTo>
                  <a:close/>
                </a:path>
                <a:path w="38734" h="114935">
                  <a:moveTo>
                    <a:pt x="38341" y="5346"/>
                  </a:moveTo>
                  <a:lnTo>
                    <a:pt x="0" y="5346"/>
                  </a:lnTo>
                  <a:lnTo>
                    <a:pt x="0" y="7950"/>
                  </a:lnTo>
                  <a:lnTo>
                    <a:pt x="38341" y="7950"/>
                  </a:lnTo>
                  <a:lnTo>
                    <a:pt x="38341" y="5346"/>
                  </a:lnTo>
                  <a:close/>
                </a:path>
                <a:path w="38734" h="114935">
                  <a:moveTo>
                    <a:pt x="38341" y="0"/>
                  </a:moveTo>
                  <a:lnTo>
                    <a:pt x="0" y="0"/>
                  </a:lnTo>
                  <a:lnTo>
                    <a:pt x="0" y="2603"/>
                  </a:lnTo>
                  <a:lnTo>
                    <a:pt x="38341" y="2603"/>
                  </a:lnTo>
                  <a:lnTo>
                    <a:pt x="38341" y="0"/>
                  </a:lnTo>
                  <a:close/>
                </a:path>
              </a:pathLst>
            </a:custGeom>
            <a:solidFill>
              <a:srgbClr val="545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0" name="object 11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583341" y="2247705"/>
              <a:ext cx="38332" cy="119636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9583331" y="2249652"/>
              <a:ext cx="38735" cy="114935"/>
            </a:xfrm>
            <a:custGeom>
              <a:avLst/>
              <a:gdLst/>
              <a:ahLst/>
              <a:cxnLst/>
              <a:rect l="l" t="t" r="r" b="b"/>
              <a:pathLst>
                <a:path w="38734" h="114935">
                  <a:moveTo>
                    <a:pt x="38341" y="111861"/>
                  </a:moveTo>
                  <a:lnTo>
                    <a:pt x="0" y="111861"/>
                  </a:lnTo>
                  <a:lnTo>
                    <a:pt x="0" y="114465"/>
                  </a:lnTo>
                  <a:lnTo>
                    <a:pt x="38341" y="114465"/>
                  </a:lnTo>
                  <a:lnTo>
                    <a:pt x="38341" y="111861"/>
                  </a:lnTo>
                  <a:close/>
                </a:path>
                <a:path w="38734" h="114935">
                  <a:moveTo>
                    <a:pt x="38341" y="106540"/>
                  </a:moveTo>
                  <a:lnTo>
                    <a:pt x="0" y="106540"/>
                  </a:lnTo>
                  <a:lnTo>
                    <a:pt x="0" y="109143"/>
                  </a:lnTo>
                  <a:lnTo>
                    <a:pt x="38341" y="109143"/>
                  </a:lnTo>
                  <a:lnTo>
                    <a:pt x="38341" y="106540"/>
                  </a:lnTo>
                  <a:close/>
                </a:path>
                <a:path w="38734" h="114935">
                  <a:moveTo>
                    <a:pt x="38341" y="101206"/>
                  </a:moveTo>
                  <a:lnTo>
                    <a:pt x="0" y="101206"/>
                  </a:lnTo>
                  <a:lnTo>
                    <a:pt x="0" y="103809"/>
                  </a:lnTo>
                  <a:lnTo>
                    <a:pt x="38341" y="103809"/>
                  </a:lnTo>
                  <a:lnTo>
                    <a:pt x="38341" y="101206"/>
                  </a:lnTo>
                  <a:close/>
                </a:path>
                <a:path w="38734" h="114935">
                  <a:moveTo>
                    <a:pt x="38341" y="95897"/>
                  </a:moveTo>
                  <a:lnTo>
                    <a:pt x="0" y="95897"/>
                  </a:lnTo>
                  <a:lnTo>
                    <a:pt x="0" y="98501"/>
                  </a:lnTo>
                  <a:lnTo>
                    <a:pt x="38341" y="98501"/>
                  </a:lnTo>
                  <a:lnTo>
                    <a:pt x="38341" y="95897"/>
                  </a:lnTo>
                  <a:close/>
                </a:path>
                <a:path w="38734" h="114935">
                  <a:moveTo>
                    <a:pt x="38341" y="90563"/>
                  </a:moveTo>
                  <a:lnTo>
                    <a:pt x="0" y="90563"/>
                  </a:lnTo>
                  <a:lnTo>
                    <a:pt x="0" y="93167"/>
                  </a:lnTo>
                  <a:lnTo>
                    <a:pt x="38341" y="93167"/>
                  </a:lnTo>
                  <a:lnTo>
                    <a:pt x="38341" y="90563"/>
                  </a:lnTo>
                  <a:close/>
                </a:path>
                <a:path w="38734" h="114935">
                  <a:moveTo>
                    <a:pt x="38341" y="85242"/>
                  </a:moveTo>
                  <a:lnTo>
                    <a:pt x="0" y="85242"/>
                  </a:lnTo>
                  <a:lnTo>
                    <a:pt x="0" y="87845"/>
                  </a:lnTo>
                  <a:lnTo>
                    <a:pt x="38341" y="87845"/>
                  </a:lnTo>
                  <a:lnTo>
                    <a:pt x="38341" y="85242"/>
                  </a:lnTo>
                  <a:close/>
                </a:path>
                <a:path w="38734" h="114935">
                  <a:moveTo>
                    <a:pt x="38341" y="79908"/>
                  </a:moveTo>
                  <a:lnTo>
                    <a:pt x="0" y="79908"/>
                  </a:lnTo>
                  <a:lnTo>
                    <a:pt x="0" y="82511"/>
                  </a:lnTo>
                  <a:lnTo>
                    <a:pt x="38341" y="82511"/>
                  </a:lnTo>
                  <a:lnTo>
                    <a:pt x="38341" y="79908"/>
                  </a:lnTo>
                  <a:close/>
                </a:path>
                <a:path w="38734" h="114935">
                  <a:moveTo>
                    <a:pt x="38341" y="74574"/>
                  </a:moveTo>
                  <a:lnTo>
                    <a:pt x="0" y="74574"/>
                  </a:lnTo>
                  <a:lnTo>
                    <a:pt x="0" y="77177"/>
                  </a:lnTo>
                  <a:lnTo>
                    <a:pt x="38341" y="77177"/>
                  </a:lnTo>
                  <a:lnTo>
                    <a:pt x="38341" y="74574"/>
                  </a:lnTo>
                  <a:close/>
                </a:path>
                <a:path w="38734" h="114935">
                  <a:moveTo>
                    <a:pt x="38341" y="69253"/>
                  </a:moveTo>
                  <a:lnTo>
                    <a:pt x="0" y="69253"/>
                  </a:lnTo>
                  <a:lnTo>
                    <a:pt x="0" y="71856"/>
                  </a:lnTo>
                  <a:lnTo>
                    <a:pt x="38341" y="71856"/>
                  </a:lnTo>
                  <a:lnTo>
                    <a:pt x="38341" y="69253"/>
                  </a:lnTo>
                  <a:close/>
                </a:path>
                <a:path w="38734" h="114935">
                  <a:moveTo>
                    <a:pt x="38341" y="63919"/>
                  </a:moveTo>
                  <a:lnTo>
                    <a:pt x="0" y="63919"/>
                  </a:lnTo>
                  <a:lnTo>
                    <a:pt x="0" y="66522"/>
                  </a:lnTo>
                  <a:lnTo>
                    <a:pt x="38341" y="66522"/>
                  </a:lnTo>
                  <a:lnTo>
                    <a:pt x="38341" y="63919"/>
                  </a:lnTo>
                  <a:close/>
                </a:path>
                <a:path w="38734" h="114935">
                  <a:moveTo>
                    <a:pt x="38341" y="58597"/>
                  </a:moveTo>
                  <a:lnTo>
                    <a:pt x="0" y="58597"/>
                  </a:lnTo>
                  <a:lnTo>
                    <a:pt x="0" y="61201"/>
                  </a:lnTo>
                  <a:lnTo>
                    <a:pt x="38341" y="61201"/>
                  </a:lnTo>
                  <a:lnTo>
                    <a:pt x="38341" y="58597"/>
                  </a:lnTo>
                  <a:close/>
                </a:path>
                <a:path w="38734" h="114935">
                  <a:moveTo>
                    <a:pt x="38341" y="53276"/>
                  </a:moveTo>
                  <a:lnTo>
                    <a:pt x="0" y="53276"/>
                  </a:lnTo>
                  <a:lnTo>
                    <a:pt x="0" y="55880"/>
                  </a:lnTo>
                  <a:lnTo>
                    <a:pt x="38341" y="55880"/>
                  </a:lnTo>
                  <a:lnTo>
                    <a:pt x="38341" y="53276"/>
                  </a:lnTo>
                  <a:close/>
                </a:path>
                <a:path w="38734" h="114935">
                  <a:moveTo>
                    <a:pt x="38341" y="47942"/>
                  </a:moveTo>
                  <a:lnTo>
                    <a:pt x="0" y="47942"/>
                  </a:lnTo>
                  <a:lnTo>
                    <a:pt x="0" y="50546"/>
                  </a:lnTo>
                  <a:lnTo>
                    <a:pt x="38341" y="50546"/>
                  </a:lnTo>
                  <a:lnTo>
                    <a:pt x="38341" y="47942"/>
                  </a:lnTo>
                  <a:close/>
                </a:path>
                <a:path w="38734" h="114935">
                  <a:moveTo>
                    <a:pt x="38341" y="42621"/>
                  </a:moveTo>
                  <a:lnTo>
                    <a:pt x="0" y="42621"/>
                  </a:lnTo>
                  <a:lnTo>
                    <a:pt x="0" y="45224"/>
                  </a:lnTo>
                  <a:lnTo>
                    <a:pt x="38341" y="45224"/>
                  </a:lnTo>
                  <a:lnTo>
                    <a:pt x="38341" y="42621"/>
                  </a:lnTo>
                  <a:close/>
                </a:path>
                <a:path w="38734" h="114935">
                  <a:moveTo>
                    <a:pt x="38341" y="37287"/>
                  </a:moveTo>
                  <a:lnTo>
                    <a:pt x="0" y="37287"/>
                  </a:lnTo>
                  <a:lnTo>
                    <a:pt x="0" y="39890"/>
                  </a:lnTo>
                  <a:lnTo>
                    <a:pt x="38341" y="39890"/>
                  </a:lnTo>
                  <a:lnTo>
                    <a:pt x="38341" y="37287"/>
                  </a:lnTo>
                  <a:close/>
                </a:path>
                <a:path w="38734" h="114935">
                  <a:moveTo>
                    <a:pt x="38341" y="31953"/>
                  </a:moveTo>
                  <a:lnTo>
                    <a:pt x="0" y="31953"/>
                  </a:lnTo>
                  <a:lnTo>
                    <a:pt x="0" y="34556"/>
                  </a:lnTo>
                  <a:lnTo>
                    <a:pt x="38341" y="34556"/>
                  </a:lnTo>
                  <a:lnTo>
                    <a:pt x="38341" y="31953"/>
                  </a:lnTo>
                  <a:close/>
                </a:path>
                <a:path w="38734" h="114935">
                  <a:moveTo>
                    <a:pt x="38341" y="26631"/>
                  </a:moveTo>
                  <a:lnTo>
                    <a:pt x="0" y="26631"/>
                  </a:lnTo>
                  <a:lnTo>
                    <a:pt x="0" y="29235"/>
                  </a:lnTo>
                  <a:lnTo>
                    <a:pt x="38341" y="29235"/>
                  </a:lnTo>
                  <a:lnTo>
                    <a:pt x="38341" y="26631"/>
                  </a:lnTo>
                  <a:close/>
                </a:path>
                <a:path w="38734" h="114935">
                  <a:moveTo>
                    <a:pt x="38341" y="21297"/>
                  </a:moveTo>
                  <a:lnTo>
                    <a:pt x="0" y="21297"/>
                  </a:lnTo>
                  <a:lnTo>
                    <a:pt x="0" y="23901"/>
                  </a:lnTo>
                  <a:lnTo>
                    <a:pt x="38341" y="23901"/>
                  </a:lnTo>
                  <a:lnTo>
                    <a:pt x="38341" y="21297"/>
                  </a:lnTo>
                  <a:close/>
                </a:path>
                <a:path w="38734" h="114935">
                  <a:moveTo>
                    <a:pt x="38341" y="15976"/>
                  </a:moveTo>
                  <a:lnTo>
                    <a:pt x="0" y="15976"/>
                  </a:lnTo>
                  <a:lnTo>
                    <a:pt x="0" y="18580"/>
                  </a:lnTo>
                  <a:lnTo>
                    <a:pt x="38341" y="18580"/>
                  </a:lnTo>
                  <a:lnTo>
                    <a:pt x="38341" y="15976"/>
                  </a:lnTo>
                  <a:close/>
                </a:path>
                <a:path w="38734" h="114935">
                  <a:moveTo>
                    <a:pt x="38341" y="10655"/>
                  </a:moveTo>
                  <a:lnTo>
                    <a:pt x="0" y="10655"/>
                  </a:lnTo>
                  <a:lnTo>
                    <a:pt x="0" y="13258"/>
                  </a:lnTo>
                  <a:lnTo>
                    <a:pt x="38341" y="13258"/>
                  </a:lnTo>
                  <a:lnTo>
                    <a:pt x="38341" y="10655"/>
                  </a:lnTo>
                  <a:close/>
                </a:path>
                <a:path w="38734" h="114935">
                  <a:moveTo>
                    <a:pt x="38341" y="5321"/>
                  </a:moveTo>
                  <a:lnTo>
                    <a:pt x="0" y="5321"/>
                  </a:lnTo>
                  <a:lnTo>
                    <a:pt x="0" y="7924"/>
                  </a:lnTo>
                  <a:lnTo>
                    <a:pt x="38341" y="7924"/>
                  </a:lnTo>
                  <a:lnTo>
                    <a:pt x="38341" y="5321"/>
                  </a:lnTo>
                  <a:close/>
                </a:path>
                <a:path w="38734" h="114935">
                  <a:moveTo>
                    <a:pt x="38341" y="0"/>
                  </a:moveTo>
                  <a:lnTo>
                    <a:pt x="0" y="0"/>
                  </a:lnTo>
                  <a:lnTo>
                    <a:pt x="0" y="2603"/>
                  </a:lnTo>
                  <a:lnTo>
                    <a:pt x="38341" y="2603"/>
                  </a:lnTo>
                  <a:lnTo>
                    <a:pt x="38341" y="0"/>
                  </a:lnTo>
                  <a:close/>
                </a:path>
              </a:pathLst>
            </a:custGeom>
            <a:solidFill>
              <a:srgbClr val="545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2" name="object 11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9311639" y="2221991"/>
              <a:ext cx="292607" cy="167639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309489" y="2435846"/>
              <a:ext cx="296207" cy="166462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348114" y="2585394"/>
              <a:ext cx="226519" cy="28609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9349854" y="2598381"/>
              <a:ext cx="224790" cy="15875"/>
            </a:xfrm>
            <a:custGeom>
              <a:avLst/>
              <a:gdLst/>
              <a:ahLst/>
              <a:cxnLst/>
              <a:rect l="l" t="t" r="r" b="b"/>
              <a:pathLst>
                <a:path w="224790" h="15875">
                  <a:moveTo>
                    <a:pt x="3492" y="0"/>
                  </a:moveTo>
                  <a:lnTo>
                    <a:pt x="0" y="0"/>
                  </a:lnTo>
                  <a:lnTo>
                    <a:pt x="0" y="15633"/>
                  </a:lnTo>
                  <a:lnTo>
                    <a:pt x="3492" y="15633"/>
                  </a:lnTo>
                  <a:lnTo>
                    <a:pt x="3492" y="0"/>
                  </a:lnTo>
                  <a:close/>
                </a:path>
                <a:path w="224790" h="15875">
                  <a:moveTo>
                    <a:pt x="10617" y="0"/>
                  </a:moveTo>
                  <a:lnTo>
                    <a:pt x="7137" y="0"/>
                  </a:lnTo>
                  <a:lnTo>
                    <a:pt x="7137" y="15633"/>
                  </a:lnTo>
                  <a:lnTo>
                    <a:pt x="10617" y="15633"/>
                  </a:lnTo>
                  <a:lnTo>
                    <a:pt x="10617" y="0"/>
                  </a:lnTo>
                  <a:close/>
                </a:path>
                <a:path w="224790" h="15875">
                  <a:moveTo>
                    <a:pt x="17754" y="0"/>
                  </a:moveTo>
                  <a:lnTo>
                    <a:pt x="14274" y="0"/>
                  </a:lnTo>
                  <a:lnTo>
                    <a:pt x="14274" y="15633"/>
                  </a:lnTo>
                  <a:lnTo>
                    <a:pt x="17754" y="15633"/>
                  </a:lnTo>
                  <a:lnTo>
                    <a:pt x="17754" y="0"/>
                  </a:lnTo>
                  <a:close/>
                </a:path>
                <a:path w="224790" h="15875">
                  <a:moveTo>
                    <a:pt x="24904" y="0"/>
                  </a:moveTo>
                  <a:lnTo>
                    <a:pt x="21424" y="0"/>
                  </a:lnTo>
                  <a:lnTo>
                    <a:pt x="21424" y="15633"/>
                  </a:lnTo>
                  <a:lnTo>
                    <a:pt x="24904" y="15633"/>
                  </a:lnTo>
                  <a:lnTo>
                    <a:pt x="24904" y="0"/>
                  </a:lnTo>
                  <a:close/>
                </a:path>
                <a:path w="224790" h="15875">
                  <a:moveTo>
                    <a:pt x="32042" y="0"/>
                  </a:moveTo>
                  <a:lnTo>
                    <a:pt x="28562" y="0"/>
                  </a:lnTo>
                  <a:lnTo>
                    <a:pt x="28562" y="15633"/>
                  </a:lnTo>
                  <a:lnTo>
                    <a:pt x="32042" y="15633"/>
                  </a:lnTo>
                  <a:lnTo>
                    <a:pt x="32042" y="0"/>
                  </a:lnTo>
                  <a:close/>
                </a:path>
                <a:path w="224790" h="15875">
                  <a:moveTo>
                    <a:pt x="39179" y="0"/>
                  </a:moveTo>
                  <a:lnTo>
                    <a:pt x="35699" y="0"/>
                  </a:lnTo>
                  <a:lnTo>
                    <a:pt x="35699" y="15633"/>
                  </a:lnTo>
                  <a:lnTo>
                    <a:pt x="39179" y="15633"/>
                  </a:lnTo>
                  <a:lnTo>
                    <a:pt x="39179" y="0"/>
                  </a:lnTo>
                  <a:close/>
                </a:path>
                <a:path w="224790" h="15875">
                  <a:moveTo>
                    <a:pt x="46316" y="0"/>
                  </a:moveTo>
                  <a:lnTo>
                    <a:pt x="42837" y="0"/>
                  </a:lnTo>
                  <a:lnTo>
                    <a:pt x="42837" y="15633"/>
                  </a:lnTo>
                  <a:lnTo>
                    <a:pt x="46316" y="15633"/>
                  </a:lnTo>
                  <a:lnTo>
                    <a:pt x="46316" y="0"/>
                  </a:lnTo>
                  <a:close/>
                </a:path>
                <a:path w="224790" h="15875">
                  <a:moveTo>
                    <a:pt x="53454" y="0"/>
                  </a:moveTo>
                  <a:lnTo>
                    <a:pt x="49961" y="0"/>
                  </a:lnTo>
                  <a:lnTo>
                    <a:pt x="49961" y="15633"/>
                  </a:lnTo>
                  <a:lnTo>
                    <a:pt x="53454" y="15633"/>
                  </a:lnTo>
                  <a:lnTo>
                    <a:pt x="53454" y="0"/>
                  </a:lnTo>
                  <a:close/>
                </a:path>
                <a:path w="224790" h="15875">
                  <a:moveTo>
                    <a:pt x="60591" y="0"/>
                  </a:moveTo>
                  <a:lnTo>
                    <a:pt x="57099" y="0"/>
                  </a:lnTo>
                  <a:lnTo>
                    <a:pt x="57099" y="15633"/>
                  </a:lnTo>
                  <a:lnTo>
                    <a:pt x="60591" y="15633"/>
                  </a:lnTo>
                  <a:lnTo>
                    <a:pt x="60591" y="0"/>
                  </a:lnTo>
                  <a:close/>
                </a:path>
                <a:path w="224790" h="15875">
                  <a:moveTo>
                    <a:pt x="67729" y="0"/>
                  </a:moveTo>
                  <a:lnTo>
                    <a:pt x="64236" y="0"/>
                  </a:lnTo>
                  <a:lnTo>
                    <a:pt x="64236" y="15633"/>
                  </a:lnTo>
                  <a:lnTo>
                    <a:pt x="67729" y="15633"/>
                  </a:lnTo>
                  <a:lnTo>
                    <a:pt x="67729" y="0"/>
                  </a:lnTo>
                  <a:close/>
                </a:path>
                <a:path w="224790" h="15875">
                  <a:moveTo>
                    <a:pt x="74866" y="0"/>
                  </a:moveTo>
                  <a:lnTo>
                    <a:pt x="71374" y="0"/>
                  </a:lnTo>
                  <a:lnTo>
                    <a:pt x="71374" y="15633"/>
                  </a:lnTo>
                  <a:lnTo>
                    <a:pt x="74866" y="15633"/>
                  </a:lnTo>
                  <a:lnTo>
                    <a:pt x="74866" y="0"/>
                  </a:lnTo>
                  <a:close/>
                </a:path>
                <a:path w="224790" h="15875">
                  <a:moveTo>
                    <a:pt x="82016" y="0"/>
                  </a:moveTo>
                  <a:lnTo>
                    <a:pt x="78524" y="0"/>
                  </a:lnTo>
                  <a:lnTo>
                    <a:pt x="78524" y="15633"/>
                  </a:lnTo>
                  <a:lnTo>
                    <a:pt x="82016" y="15633"/>
                  </a:lnTo>
                  <a:lnTo>
                    <a:pt x="82016" y="0"/>
                  </a:lnTo>
                  <a:close/>
                </a:path>
                <a:path w="224790" h="15875">
                  <a:moveTo>
                    <a:pt x="89154" y="0"/>
                  </a:moveTo>
                  <a:lnTo>
                    <a:pt x="85661" y="0"/>
                  </a:lnTo>
                  <a:lnTo>
                    <a:pt x="85661" y="15633"/>
                  </a:lnTo>
                  <a:lnTo>
                    <a:pt x="89154" y="15633"/>
                  </a:lnTo>
                  <a:lnTo>
                    <a:pt x="89154" y="0"/>
                  </a:lnTo>
                  <a:close/>
                </a:path>
                <a:path w="224790" h="15875">
                  <a:moveTo>
                    <a:pt x="96291" y="0"/>
                  </a:moveTo>
                  <a:lnTo>
                    <a:pt x="92798" y="0"/>
                  </a:lnTo>
                  <a:lnTo>
                    <a:pt x="92798" y="15633"/>
                  </a:lnTo>
                  <a:lnTo>
                    <a:pt x="96291" y="15633"/>
                  </a:lnTo>
                  <a:lnTo>
                    <a:pt x="96291" y="0"/>
                  </a:lnTo>
                  <a:close/>
                </a:path>
                <a:path w="224790" h="15875">
                  <a:moveTo>
                    <a:pt x="103428" y="0"/>
                  </a:moveTo>
                  <a:lnTo>
                    <a:pt x="99936" y="0"/>
                  </a:lnTo>
                  <a:lnTo>
                    <a:pt x="99936" y="15633"/>
                  </a:lnTo>
                  <a:lnTo>
                    <a:pt x="103428" y="15633"/>
                  </a:lnTo>
                  <a:lnTo>
                    <a:pt x="103428" y="0"/>
                  </a:lnTo>
                  <a:close/>
                </a:path>
                <a:path w="224790" h="15875">
                  <a:moveTo>
                    <a:pt x="110566" y="0"/>
                  </a:moveTo>
                  <a:lnTo>
                    <a:pt x="107073" y="0"/>
                  </a:lnTo>
                  <a:lnTo>
                    <a:pt x="107073" y="15633"/>
                  </a:lnTo>
                  <a:lnTo>
                    <a:pt x="110566" y="15633"/>
                  </a:lnTo>
                  <a:lnTo>
                    <a:pt x="110566" y="0"/>
                  </a:lnTo>
                  <a:close/>
                </a:path>
                <a:path w="224790" h="15875">
                  <a:moveTo>
                    <a:pt x="117703" y="0"/>
                  </a:moveTo>
                  <a:lnTo>
                    <a:pt x="114211" y="0"/>
                  </a:lnTo>
                  <a:lnTo>
                    <a:pt x="114211" y="15633"/>
                  </a:lnTo>
                  <a:lnTo>
                    <a:pt x="117703" y="15633"/>
                  </a:lnTo>
                  <a:lnTo>
                    <a:pt x="117703" y="0"/>
                  </a:lnTo>
                  <a:close/>
                </a:path>
                <a:path w="224790" h="15875">
                  <a:moveTo>
                    <a:pt x="124841" y="0"/>
                  </a:moveTo>
                  <a:lnTo>
                    <a:pt x="121348" y="0"/>
                  </a:lnTo>
                  <a:lnTo>
                    <a:pt x="121348" y="15633"/>
                  </a:lnTo>
                  <a:lnTo>
                    <a:pt x="124841" y="15633"/>
                  </a:lnTo>
                  <a:lnTo>
                    <a:pt x="124841" y="0"/>
                  </a:lnTo>
                  <a:close/>
                </a:path>
                <a:path w="224790" h="15875">
                  <a:moveTo>
                    <a:pt x="131991" y="0"/>
                  </a:moveTo>
                  <a:lnTo>
                    <a:pt x="128498" y="0"/>
                  </a:lnTo>
                  <a:lnTo>
                    <a:pt x="128498" y="15633"/>
                  </a:lnTo>
                  <a:lnTo>
                    <a:pt x="131991" y="15633"/>
                  </a:lnTo>
                  <a:lnTo>
                    <a:pt x="131991" y="0"/>
                  </a:lnTo>
                  <a:close/>
                </a:path>
                <a:path w="224790" h="15875">
                  <a:moveTo>
                    <a:pt x="139115" y="0"/>
                  </a:moveTo>
                  <a:lnTo>
                    <a:pt x="135636" y="0"/>
                  </a:lnTo>
                  <a:lnTo>
                    <a:pt x="135636" y="15633"/>
                  </a:lnTo>
                  <a:lnTo>
                    <a:pt x="139115" y="15633"/>
                  </a:lnTo>
                  <a:lnTo>
                    <a:pt x="139115" y="0"/>
                  </a:lnTo>
                  <a:close/>
                </a:path>
                <a:path w="224790" h="15875">
                  <a:moveTo>
                    <a:pt x="146253" y="0"/>
                  </a:moveTo>
                  <a:lnTo>
                    <a:pt x="142773" y="0"/>
                  </a:lnTo>
                  <a:lnTo>
                    <a:pt x="142773" y="15633"/>
                  </a:lnTo>
                  <a:lnTo>
                    <a:pt x="146253" y="15633"/>
                  </a:lnTo>
                  <a:lnTo>
                    <a:pt x="146253" y="0"/>
                  </a:lnTo>
                  <a:close/>
                </a:path>
                <a:path w="224790" h="15875">
                  <a:moveTo>
                    <a:pt x="153390" y="0"/>
                  </a:moveTo>
                  <a:lnTo>
                    <a:pt x="149910" y="0"/>
                  </a:lnTo>
                  <a:lnTo>
                    <a:pt x="149910" y="15633"/>
                  </a:lnTo>
                  <a:lnTo>
                    <a:pt x="153390" y="15633"/>
                  </a:lnTo>
                  <a:lnTo>
                    <a:pt x="153390" y="0"/>
                  </a:lnTo>
                  <a:close/>
                </a:path>
                <a:path w="224790" h="15875">
                  <a:moveTo>
                    <a:pt x="160528" y="0"/>
                  </a:moveTo>
                  <a:lnTo>
                    <a:pt x="157048" y="0"/>
                  </a:lnTo>
                  <a:lnTo>
                    <a:pt x="157048" y="15633"/>
                  </a:lnTo>
                  <a:lnTo>
                    <a:pt x="160528" y="15633"/>
                  </a:lnTo>
                  <a:lnTo>
                    <a:pt x="160528" y="0"/>
                  </a:lnTo>
                  <a:close/>
                </a:path>
                <a:path w="224790" h="15875">
                  <a:moveTo>
                    <a:pt x="167665" y="0"/>
                  </a:moveTo>
                  <a:lnTo>
                    <a:pt x="164172" y="0"/>
                  </a:lnTo>
                  <a:lnTo>
                    <a:pt x="164172" y="15633"/>
                  </a:lnTo>
                  <a:lnTo>
                    <a:pt x="167665" y="15633"/>
                  </a:lnTo>
                  <a:lnTo>
                    <a:pt x="167665" y="0"/>
                  </a:lnTo>
                  <a:close/>
                </a:path>
                <a:path w="224790" h="15875">
                  <a:moveTo>
                    <a:pt x="174802" y="0"/>
                  </a:moveTo>
                  <a:lnTo>
                    <a:pt x="171310" y="0"/>
                  </a:lnTo>
                  <a:lnTo>
                    <a:pt x="171310" y="15633"/>
                  </a:lnTo>
                  <a:lnTo>
                    <a:pt x="174802" y="15633"/>
                  </a:lnTo>
                  <a:lnTo>
                    <a:pt x="174802" y="0"/>
                  </a:lnTo>
                  <a:close/>
                </a:path>
                <a:path w="224790" h="15875">
                  <a:moveTo>
                    <a:pt x="181940" y="0"/>
                  </a:moveTo>
                  <a:lnTo>
                    <a:pt x="178447" y="0"/>
                  </a:lnTo>
                  <a:lnTo>
                    <a:pt x="178447" y="15633"/>
                  </a:lnTo>
                  <a:lnTo>
                    <a:pt x="181940" y="15633"/>
                  </a:lnTo>
                  <a:lnTo>
                    <a:pt x="181940" y="0"/>
                  </a:lnTo>
                  <a:close/>
                </a:path>
                <a:path w="224790" h="15875">
                  <a:moveTo>
                    <a:pt x="189090" y="0"/>
                  </a:moveTo>
                  <a:lnTo>
                    <a:pt x="185597" y="0"/>
                  </a:lnTo>
                  <a:lnTo>
                    <a:pt x="185597" y="15633"/>
                  </a:lnTo>
                  <a:lnTo>
                    <a:pt x="189090" y="15633"/>
                  </a:lnTo>
                  <a:lnTo>
                    <a:pt x="189090" y="0"/>
                  </a:lnTo>
                  <a:close/>
                </a:path>
                <a:path w="224790" h="15875">
                  <a:moveTo>
                    <a:pt x="196227" y="0"/>
                  </a:moveTo>
                  <a:lnTo>
                    <a:pt x="192735" y="0"/>
                  </a:lnTo>
                  <a:lnTo>
                    <a:pt x="192735" y="15633"/>
                  </a:lnTo>
                  <a:lnTo>
                    <a:pt x="196227" y="15633"/>
                  </a:lnTo>
                  <a:lnTo>
                    <a:pt x="196227" y="0"/>
                  </a:lnTo>
                  <a:close/>
                </a:path>
                <a:path w="224790" h="15875">
                  <a:moveTo>
                    <a:pt x="203365" y="0"/>
                  </a:moveTo>
                  <a:lnTo>
                    <a:pt x="199872" y="0"/>
                  </a:lnTo>
                  <a:lnTo>
                    <a:pt x="199872" y="15633"/>
                  </a:lnTo>
                  <a:lnTo>
                    <a:pt x="203365" y="15633"/>
                  </a:lnTo>
                  <a:lnTo>
                    <a:pt x="203365" y="0"/>
                  </a:lnTo>
                  <a:close/>
                </a:path>
                <a:path w="224790" h="15875">
                  <a:moveTo>
                    <a:pt x="210502" y="0"/>
                  </a:moveTo>
                  <a:lnTo>
                    <a:pt x="207010" y="0"/>
                  </a:lnTo>
                  <a:lnTo>
                    <a:pt x="207010" y="15633"/>
                  </a:lnTo>
                  <a:lnTo>
                    <a:pt x="210502" y="15633"/>
                  </a:lnTo>
                  <a:lnTo>
                    <a:pt x="210502" y="0"/>
                  </a:lnTo>
                  <a:close/>
                </a:path>
                <a:path w="224790" h="15875">
                  <a:moveTo>
                    <a:pt x="217639" y="0"/>
                  </a:moveTo>
                  <a:lnTo>
                    <a:pt x="214147" y="0"/>
                  </a:lnTo>
                  <a:lnTo>
                    <a:pt x="214147" y="15633"/>
                  </a:lnTo>
                  <a:lnTo>
                    <a:pt x="217639" y="15633"/>
                  </a:lnTo>
                  <a:lnTo>
                    <a:pt x="217639" y="0"/>
                  </a:lnTo>
                  <a:close/>
                </a:path>
                <a:path w="224790" h="15875">
                  <a:moveTo>
                    <a:pt x="224777" y="0"/>
                  </a:moveTo>
                  <a:lnTo>
                    <a:pt x="221284" y="0"/>
                  </a:lnTo>
                  <a:lnTo>
                    <a:pt x="221284" y="15633"/>
                  </a:lnTo>
                  <a:lnTo>
                    <a:pt x="224777" y="15633"/>
                  </a:lnTo>
                  <a:lnTo>
                    <a:pt x="224777" y="0"/>
                  </a:lnTo>
                  <a:close/>
                </a:path>
              </a:pathLst>
            </a:custGeom>
            <a:solidFill>
              <a:srgbClr val="545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6" name="object 11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348114" y="2584093"/>
              <a:ext cx="226519" cy="14280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348114" y="2424140"/>
              <a:ext cx="226519" cy="28609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9348114" y="2424150"/>
              <a:ext cx="224790" cy="29209"/>
            </a:xfrm>
            <a:custGeom>
              <a:avLst/>
              <a:gdLst/>
              <a:ahLst/>
              <a:cxnLst/>
              <a:rect l="l" t="t" r="r" b="b"/>
              <a:pathLst>
                <a:path w="224790" h="29210">
                  <a:moveTo>
                    <a:pt x="3479" y="0"/>
                  </a:moveTo>
                  <a:lnTo>
                    <a:pt x="0" y="0"/>
                  </a:lnTo>
                  <a:lnTo>
                    <a:pt x="0" y="28600"/>
                  </a:lnTo>
                  <a:lnTo>
                    <a:pt x="3479" y="28600"/>
                  </a:lnTo>
                  <a:lnTo>
                    <a:pt x="3479" y="0"/>
                  </a:lnTo>
                  <a:close/>
                </a:path>
                <a:path w="224790" h="29210">
                  <a:moveTo>
                    <a:pt x="10617" y="0"/>
                  </a:moveTo>
                  <a:lnTo>
                    <a:pt x="7124" y="0"/>
                  </a:lnTo>
                  <a:lnTo>
                    <a:pt x="7124" y="28600"/>
                  </a:lnTo>
                  <a:lnTo>
                    <a:pt x="10617" y="28600"/>
                  </a:lnTo>
                  <a:lnTo>
                    <a:pt x="10617" y="0"/>
                  </a:lnTo>
                  <a:close/>
                </a:path>
                <a:path w="224790" h="29210">
                  <a:moveTo>
                    <a:pt x="17767" y="0"/>
                  </a:moveTo>
                  <a:lnTo>
                    <a:pt x="14274" y="0"/>
                  </a:lnTo>
                  <a:lnTo>
                    <a:pt x="14274" y="28600"/>
                  </a:lnTo>
                  <a:lnTo>
                    <a:pt x="17767" y="28600"/>
                  </a:lnTo>
                  <a:lnTo>
                    <a:pt x="17767" y="0"/>
                  </a:lnTo>
                  <a:close/>
                </a:path>
                <a:path w="224790" h="29210">
                  <a:moveTo>
                    <a:pt x="24904" y="0"/>
                  </a:moveTo>
                  <a:lnTo>
                    <a:pt x="21412" y="0"/>
                  </a:lnTo>
                  <a:lnTo>
                    <a:pt x="21412" y="28600"/>
                  </a:lnTo>
                  <a:lnTo>
                    <a:pt x="24904" y="28600"/>
                  </a:lnTo>
                  <a:lnTo>
                    <a:pt x="24904" y="0"/>
                  </a:lnTo>
                  <a:close/>
                </a:path>
                <a:path w="224790" h="29210">
                  <a:moveTo>
                    <a:pt x="32042" y="0"/>
                  </a:moveTo>
                  <a:lnTo>
                    <a:pt x="28549" y="0"/>
                  </a:lnTo>
                  <a:lnTo>
                    <a:pt x="28549" y="28600"/>
                  </a:lnTo>
                  <a:lnTo>
                    <a:pt x="32042" y="28600"/>
                  </a:lnTo>
                  <a:lnTo>
                    <a:pt x="32042" y="0"/>
                  </a:lnTo>
                  <a:close/>
                </a:path>
                <a:path w="224790" h="29210">
                  <a:moveTo>
                    <a:pt x="39179" y="0"/>
                  </a:moveTo>
                  <a:lnTo>
                    <a:pt x="35687" y="0"/>
                  </a:lnTo>
                  <a:lnTo>
                    <a:pt x="35687" y="28600"/>
                  </a:lnTo>
                  <a:lnTo>
                    <a:pt x="39179" y="28600"/>
                  </a:lnTo>
                  <a:lnTo>
                    <a:pt x="39179" y="0"/>
                  </a:lnTo>
                  <a:close/>
                </a:path>
                <a:path w="224790" h="29210">
                  <a:moveTo>
                    <a:pt x="46316" y="0"/>
                  </a:moveTo>
                  <a:lnTo>
                    <a:pt x="42824" y="0"/>
                  </a:lnTo>
                  <a:lnTo>
                    <a:pt x="42824" y="28600"/>
                  </a:lnTo>
                  <a:lnTo>
                    <a:pt x="46316" y="28600"/>
                  </a:lnTo>
                  <a:lnTo>
                    <a:pt x="46316" y="0"/>
                  </a:lnTo>
                  <a:close/>
                </a:path>
                <a:path w="224790" h="29210">
                  <a:moveTo>
                    <a:pt x="53454" y="0"/>
                  </a:moveTo>
                  <a:lnTo>
                    <a:pt x="49961" y="0"/>
                  </a:lnTo>
                  <a:lnTo>
                    <a:pt x="49961" y="28600"/>
                  </a:lnTo>
                  <a:lnTo>
                    <a:pt x="53454" y="28600"/>
                  </a:lnTo>
                  <a:lnTo>
                    <a:pt x="53454" y="0"/>
                  </a:lnTo>
                  <a:close/>
                </a:path>
                <a:path w="224790" h="29210">
                  <a:moveTo>
                    <a:pt x="60591" y="0"/>
                  </a:moveTo>
                  <a:lnTo>
                    <a:pt x="57099" y="0"/>
                  </a:lnTo>
                  <a:lnTo>
                    <a:pt x="57099" y="28600"/>
                  </a:lnTo>
                  <a:lnTo>
                    <a:pt x="60591" y="28600"/>
                  </a:lnTo>
                  <a:lnTo>
                    <a:pt x="60591" y="0"/>
                  </a:lnTo>
                  <a:close/>
                </a:path>
                <a:path w="224790" h="29210">
                  <a:moveTo>
                    <a:pt x="67729" y="0"/>
                  </a:moveTo>
                  <a:lnTo>
                    <a:pt x="64236" y="0"/>
                  </a:lnTo>
                  <a:lnTo>
                    <a:pt x="64236" y="28600"/>
                  </a:lnTo>
                  <a:lnTo>
                    <a:pt x="67729" y="28600"/>
                  </a:lnTo>
                  <a:lnTo>
                    <a:pt x="67729" y="0"/>
                  </a:lnTo>
                  <a:close/>
                </a:path>
                <a:path w="224790" h="29210">
                  <a:moveTo>
                    <a:pt x="74879" y="0"/>
                  </a:moveTo>
                  <a:lnTo>
                    <a:pt x="71386" y="0"/>
                  </a:lnTo>
                  <a:lnTo>
                    <a:pt x="71386" y="28600"/>
                  </a:lnTo>
                  <a:lnTo>
                    <a:pt x="74879" y="28600"/>
                  </a:lnTo>
                  <a:lnTo>
                    <a:pt x="74879" y="0"/>
                  </a:lnTo>
                  <a:close/>
                </a:path>
                <a:path w="224790" h="29210">
                  <a:moveTo>
                    <a:pt x="82016" y="0"/>
                  </a:moveTo>
                  <a:lnTo>
                    <a:pt x="78524" y="0"/>
                  </a:lnTo>
                  <a:lnTo>
                    <a:pt x="78524" y="28600"/>
                  </a:lnTo>
                  <a:lnTo>
                    <a:pt x="82016" y="28600"/>
                  </a:lnTo>
                  <a:lnTo>
                    <a:pt x="82016" y="0"/>
                  </a:lnTo>
                  <a:close/>
                </a:path>
                <a:path w="224790" h="29210">
                  <a:moveTo>
                    <a:pt x="89154" y="0"/>
                  </a:moveTo>
                  <a:lnTo>
                    <a:pt x="85661" y="0"/>
                  </a:lnTo>
                  <a:lnTo>
                    <a:pt x="85661" y="28600"/>
                  </a:lnTo>
                  <a:lnTo>
                    <a:pt x="89154" y="28600"/>
                  </a:lnTo>
                  <a:lnTo>
                    <a:pt x="89154" y="0"/>
                  </a:lnTo>
                  <a:close/>
                </a:path>
                <a:path w="224790" h="29210">
                  <a:moveTo>
                    <a:pt x="96278" y="0"/>
                  </a:moveTo>
                  <a:lnTo>
                    <a:pt x="92798" y="0"/>
                  </a:lnTo>
                  <a:lnTo>
                    <a:pt x="92798" y="28600"/>
                  </a:lnTo>
                  <a:lnTo>
                    <a:pt x="96278" y="28600"/>
                  </a:lnTo>
                  <a:lnTo>
                    <a:pt x="96278" y="0"/>
                  </a:lnTo>
                  <a:close/>
                </a:path>
                <a:path w="224790" h="29210">
                  <a:moveTo>
                    <a:pt x="103416" y="0"/>
                  </a:moveTo>
                  <a:lnTo>
                    <a:pt x="99936" y="0"/>
                  </a:lnTo>
                  <a:lnTo>
                    <a:pt x="99936" y="28600"/>
                  </a:lnTo>
                  <a:lnTo>
                    <a:pt x="103416" y="28600"/>
                  </a:lnTo>
                  <a:lnTo>
                    <a:pt x="103416" y="0"/>
                  </a:lnTo>
                  <a:close/>
                </a:path>
                <a:path w="224790" h="29210">
                  <a:moveTo>
                    <a:pt x="110553" y="0"/>
                  </a:moveTo>
                  <a:lnTo>
                    <a:pt x="107073" y="0"/>
                  </a:lnTo>
                  <a:lnTo>
                    <a:pt x="107073" y="28600"/>
                  </a:lnTo>
                  <a:lnTo>
                    <a:pt x="110553" y="28600"/>
                  </a:lnTo>
                  <a:lnTo>
                    <a:pt x="110553" y="0"/>
                  </a:lnTo>
                  <a:close/>
                </a:path>
                <a:path w="224790" h="29210">
                  <a:moveTo>
                    <a:pt x="117690" y="0"/>
                  </a:moveTo>
                  <a:lnTo>
                    <a:pt x="114211" y="0"/>
                  </a:lnTo>
                  <a:lnTo>
                    <a:pt x="114211" y="28600"/>
                  </a:lnTo>
                  <a:lnTo>
                    <a:pt x="117690" y="28600"/>
                  </a:lnTo>
                  <a:lnTo>
                    <a:pt x="117690" y="0"/>
                  </a:lnTo>
                  <a:close/>
                </a:path>
                <a:path w="224790" h="29210">
                  <a:moveTo>
                    <a:pt x="124841" y="0"/>
                  </a:moveTo>
                  <a:lnTo>
                    <a:pt x="121361" y="0"/>
                  </a:lnTo>
                  <a:lnTo>
                    <a:pt x="121361" y="28600"/>
                  </a:lnTo>
                  <a:lnTo>
                    <a:pt x="124841" y="28600"/>
                  </a:lnTo>
                  <a:lnTo>
                    <a:pt x="124841" y="0"/>
                  </a:lnTo>
                  <a:close/>
                </a:path>
                <a:path w="224790" h="29210">
                  <a:moveTo>
                    <a:pt x="131978" y="0"/>
                  </a:moveTo>
                  <a:lnTo>
                    <a:pt x="128485" y="0"/>
                  </a:lnTo>
                  <a:lnTo>
                    <a:pt x="128485" y="28600"/>
                  </a:lnTo>
                  <a:lnTo>
                    <a:pt x="131978" y="28600"/>
                  </a:lnTo>
                  <a:lnTo>
                    <a:pt x="131978" y="0"/>
                  </a:lnTo>
                  <a:close/>
                </a:path>
                <a:path w="224790" h="29210">
                  <a:moveTo>
                    <a:pt x="139115" y="0"/>
                  </a:moveTo>
                  <a:lnTo>
                    <a:pt x="135623" y="0"/>
                  </a:lnTo>
                  <a:lnTo>
                    <a:pt x="135623" y="28600"/>
                  </a:lnTo>
                  <a:lnTo>
                    <a:pt x="139115" y="28600"/>
                  </a:lnTo>
                  <a:lnTo>
                    <a:pt x="139115" y="0"/>
                  </a:lnTo>
                  <a:close/>
                </a:path>
                <a:path w="224790" h="29210">
                  <a:moveTo>
                    <a:pt x="146253" y="0"/>
                  </a:moveTo>
                  <a:lnTo>
                    <a:pt x="142760" y="0"/>
                  </a:lnTo>
                  <a:lnTo>
                    <a:pt x="142760" y="28600"/>
                  </a:lnTo>
                  <a:lnTo>
                    <a:pt x="146253" y="28600"/>
                  </a:lnTo>
                  <a:lnTo>
                    <a:pt x="146253" y="0"/>
                  </a:lnTo>
                  <a:close/>
                </a:path>
                <a:path w="224790" h="29210">
                  <a:moveTo>
                    <a:pt x="153390" y="0"/>
                  </a:moveTo>
                  <a:lnTo>
                    <a:pt x="149898" y="0"/>
                  </a:lnTo>
                  <a:lnTo>
                    <a:pt x="149898" y="28600"/>
                  </a:lnTo>
                  <a:lnTo>
                    <a:pt x="153390" y="28600"/>
                  </a:lnTo>
                  <a:lnTo>
                    <a:pt x="153390" y="0"/>
                  </a:lnTo>
                  <a:close/>
                </a:path>
                <a:path w="224790" h="29210">
                  <a:moveTo>
                    <a:pt x="160528" y="0"/>
                  </a:moveTo>
                  <a:lnTo>
                    <a:pt x="157035" y="0"/>
                  </a:lnTo>
                  <a:lnTo>
                    <a:pt x="157035" y="28600"/>
                  </a:lnTo>
                  <a:lnTo>
                    <a:pt x="160528" y="28600"/>
                  </a:lnTo>
                  <a:lnTo>
                    <a:pt x="160528" y="0"/>
                  </a:lnTo>
                  <a:close/>
                </a:path>
                <a:path w="224790" h="29210">
                  <a:moveTo>
                    <a:pt x="167665" y="0"/>
                  </a:moveTo>
                  <a:lnTo>
                    <a:pt x="164172" y="0"/>
                  </a:lnTo>
                  <a:lnTo>
                    <a:pt x="164172" y="28600"/>
                  </a:lnTo>
                  <a:lnTo>
                    <a:pt x="167665" y="28600"/>
                  </a:lnTo>
                  <a:lnTo>
                    <a:pt x="167665" y="0"/>
                  </a:lnTo>
                  <a:close/>
                </a:path>
                <a:path w="224790" h="29210">
                  <a:moveTo>
                    <a:pt x="174802" y="0"/>
                  </a:moveTo>
                  <a:lnTo>
                    <a:pt x="171310" y="0"/>
                  </a:lnTo>
                  <a:lnTo>
                    <a:pt x="171310" y="28600"/>
                  </a:lnTo>
                  <a:lnTo>
                    <a:pt x="174802" y="28600"/>
                  </a:lnTo>
                  <a:lnTo>
                    <a:pt x="174802" y="0"/>
                  </a:lnTo>
                  <a:close/>
                </a:path>
                <a:path w="224790" h="29210">
                  <a:moveTo>
                    <a:pt x="181952" y="0"/>
                  </a:moveTo>
                  <a:lnTo>
                    <a:pt x="178460" y="0"/>
                  </a:lnTo>
                  <a:lnTo>
                    <a:pt x="178460" y="28600"/>
                  </a:lnTo>
                  <a:lnTo>
                    <a:pt x="181952" y="28600"/>
                  </a:lnTo>
                  <a:lnTo>
                    <a:pt x="181952" y="0"/>
                  </a:lnTo>
                  <a:close/>
                </a:path>
                <a:path w="224790" h="29210">
                  <a:moveTo>
                    <a:pt x="189090" y="0"/>
                  </a:moveTo>
                  <a:lnTo>
                    <a:pt x="185597" y="0"/>
                  </a:lnTo>
                  <a:lnTo>
                    <a:pt x="185597" y="28600"/>
                  </a:lnTo>
                  <a:lnTo>
                    <a:pt x="189090" y="28600"/>
                  </a:lnTo>
                  <a:lnTo>
                    <a:pt x="189090" y="0"/>
                  </a:lnTo>
                  <a:close/>
                </a:path>
                <a:path w="224790" h="29210">
                  <a:moveTo>
                    <a:pt x="196227" y="0"/>
                  </a:moveTo>
                  <a:lnTo>
                    <a:pt x="192735" y="0"/>
                  </a:lnTo>
                  <a:lnTo>
                    <a:pt x="192735" y="28600"/>
                  </a:lnTo>
                  <a:lnTo>
                    <a:pt x="196227" y="28600"/>
                  </a:lnTo>
                  <a:lnTo>
                    <a:pt x="196227" y="0"/>
                  </a:lnTo>
                  <a:close/>
                </a:path>
                <a:path w="224790" h="29210">
                  <a:moveTo>
                    <a:pt x="203365" y="0"/>
                  </a:moveTo>
                  <a:lnTo>
                    <a:pt x="199872" y="0"/>
                  </a:lnTo>
                  <a:lnTo>
                    <a:pt x="199872" y="28600"/>
                  </a:lnTo>
                  <a:lnTo>
                    <a:pt x="203365" y="28600"/>
                  </a:lnTo>
                  <a:lnTo>
                    <a:pt x="203365" y="0"/>
                  </a:lnTo>
                  <a:close/>
                </a:path>
                <a:path w="224790" h="29210">
                  <a:moveTo>
                    <a:pt x="210489" y="0"/>
                  </a:moveTo>
                  <a:lnTo>
                    <a:pt x="207010" y="0"/>
                  </a:lnTo>
                  <a:lnTo>
                    <a:pt x="207010" y="28600"/>
                  </a:lnTo>
                  <a:lnTo>
                    <a:pt x="210489" y="28600"/>
                  </a:lnTo>
                  <a:lnTo>
                    <a:pt x="210489" y="0"/>
                  </a:lnTo>
                  <a:close/>
                </a:path>
                <a:path w="224790" h="29210">
                  <a:moveTo>
                    <a:pt x="217627" y="0"/>
                  </a:moveTo>
                  <a:lnTo>
                    <a:pt x="214147" y="0"/>
                  </a:lnTo>
                  <a:lnTo>
                    <a:pt x="214147" y="28600"/>
                  </a:lnTo>
                  <a:lnTo>
                    <a:pt x="217627" y="28600"/>
                  </a:lnTo>
                  <a:lnTo>
                    <a:pt x="217627" y="0"/>
                  </a:lnTo>
                  <a:close/>
                </a:path>
                <a:path w="224790" h="29210">
                  <a:moveTo>
                    <a:pt x="224764" y="0"/>
                  </a:moveTo>
                  <a:lnTo>
                    <a:pt x="221284" y="0"/>
                  </a:lnTo>
                  <a:lnTo>
                    <a:pt x="221284" y="28600"/>
                  </a:lnTo>
                  <a:lnTo>
                    <a:pt x="224764" y="28600"/>
                  </a:lnTo>
                  <a:lnTo>
                    <a:pt x="224764" y="0"/>
                  </a:lnTo>
                  <a:close/>
                </a:path>
              </a:pathLst>
            </a:custGeom>
            <a:solidFill>
              <a:srgbClr val="545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9" name="object 11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299330" y="2459249"/>
              <a:ext cx="38332" cy="119636"/>
            </a:xfrm>
            <a:prstGeom prst="rect">
              <a:avLst/>
            </a:prstGeom>
          </p:spPr>
        </p:pic>
        <p:sp>
          <p:nvSpPr>
            <p:cNvPr id="120" name="object 120"/>
            <p:cNvSpPr/>
            <p:nvPr/>
          </p:nvSpPr>
          <p:spPr>
            <a:xfrm>
              <a:off x="9299321" y="2462479"/>
              <a:ext cx="38735" cy="114935"/>
            </a:xfrm>
            <a:custGeom>
              <a:avLst/>
              <a:gdLst/>
              <a:ahLst/>
              <a:cxnLst/>
              <a:rect l="l" t="t" r="r" b="b"/>
              <a:pathLst>
                <a:path w="38734" h="114935">
                  <a:moveTo>
                    <a:pt x="38341" y="111887"/>
                  </a:moveTo>
                  <a:lnTo>
                    <a:pt x="0" y="111887"/>
                  </a:lnTo>
                  <a:lnTo>
                    <a:pt x="0" y="114490"/>
                  </a:lnTo>
                  <a:lnTo>
                    <a:pt x="38341" y="114490"/>
                  </a:lnTo>
                  <a:lnTo>
                    <a:pt x="38341" y="111887"/>
                  </a:lnTo>
                  <a:close/>
                </a:path>
                <a:path w="38734" h="114935">
                  <a:moveTo>
                    <a:pt x="38341" y="106553"/>
                  </a:moveTo>
                  <a:lnTo>
                    <a:pt x="0" y="106553"/>
                  </a:lnTo>
                  <a:lnTo>
                    <a:pt x="0" y="109156"/>
                  </a:lnTo>
                  <a:lnTo>
                    <a:pt x="38341" y="109156"/>
                  </a:lnTo>
                  <a:lnTo>
                    <a:pt x="38341" y="106553"/>
                  </a:lnTo>
                  <a:close/>
                </a:path>
                <a:path w="38734" h="114935">
                  <a:moveTo>
                    <a:pt x="38341" y="101231"/>
                  </a:moveTo>
                  <a:lnTo>
                    <a:pt x="0" y="101231"/>
                  </a:lnTo>
                  <a:lnTo>
                    <a:pt x="0" y="103835"/>
                  </a:lnTo>
                  <a:lnTo>
                    <a:pt x="38341" y="103835"/>
                  </a:lnTo>
                  <a:lnTo>
                    <a:pt x="38341" y="101231"/>
                  </a:lnTo>
                  <a:close/>
                </a:path>
                <a:path w="38734" h="114935">
                  <a:moveTo>
                    <a:pt x="38341" y="95910"/>
                  </a:moveTo>
                  <a:lnTo>
                    <a:pt x="0" y="95910"/>
                  </a:lnTo>
                  <a:lnTo>
                    <a:pt x="0" y="98513"/>
                  </a:lnTo>
                  <a:lnTo>
                    <a:pt x="38341" y="98513"/>
                  </a:lnTo>
                  <a:lnTo>
                    <a:pt x="38341" y="95910"/>
                  </a:lnTo>
                  <a:close/>
                </a:path>
                <a:path w="38734" h="114935">
                  <a:moveTo>
                    <a:pt x="38341" y="90589"/>
                  </a:moveTo>
                  <a:lnTo>
                    <a:pt x="0" y="90589"/>
                  </a:lnTo>
                  <a:lnTo>
                    <a:pt x="0" y="93192"/>
                  </a:lnTo>
                  <a:lnTo>
                    <a:pt x="38341" y="93192"/>
                  </a:lnTo>
                  <a:lnTo>
                    <a:pt x="38341" y="90589"/>
                  </a:lnTo>
                  <a:close/>
                </a:path>
                <a:path w="38734" h="114935">
                  <a:moveTo>
                    <a:pt x="38341" y="85255"/>
                  </a:moveTo>
                  <a:lnTo>
                    <a:pt x="0" y="85255"/>
                  </a:lnTo>
                  <a:lnTo>
                    <a:pt x="0" y="87858"/>
                  </a:lnTo>
                  <a:lnTo>
                    <a:pt x="38341" y="87858"/>
                  </a:lnTo>
                  <a:lnTo>
                    <a:pt x="38341" y="85255"/>
                  </a:lnTo>
                  <a:close/>
                </a:path>
                <a:path w="38734" h="114935">
                  <a:moveTo>
                    <a:pt x="38341" y="79921"/>
                  </a:moveTo>
                  <a:lnTo>
                    <a:pt x="0" y="79921"/>
                  </a:lnTo>
                  <a:lnTo>
                    <a:pt x="0" y="82524"/>
                  </a:lnTo>
                  <a:lnTo>
                    <a:pt x="38341" y="82524"/>
                  </a:lnTo>
                  <a:lnTo>
                    <a:pt x="38341" y="79921"/>
                  </a:lnTo>
                  <a:close/>
                </a:path>
                <a:path w="38734" h="114935">
                  <a:moveTo>
                    <a:pt x="38341" y="74599"/>
                  </a:moveTo>
                  <a:lnTo>
                    <a:pt x="0" y="74599"/>
                  </a:lnTo>
                  <a:lnTo>
                    <a:pt x="0" y="77203"/>
                  </a:lnTo>
                  <a:lnTo>
                    <a:pt x="38341" y="77203"/>
                  </a:lnTo>
                  <a:lnTo>
                    <a:pt x="38341" y="74599"/>
                  </a:lnTo>
                  <a:close/>
                </a:path>
                <a:path w="38734" h="114935">
                  <a:moveTo>
                    <a:pt x="38341" y="69265"/>
                  </a:moveTo>
                  <a:lnTo>
                    <a:pt x="0" y="69265"/>
                  </a:lnTo>
                  <a:lnTo>
                    <a:pt x="0" y="71869"/>
                  </a:lnTo>
                  <a:lnTo>
                    <a:pt x="38341" y="71869"/>
                  </a:lnTo>
                  <a:lnTo>
                    <a:pt x="38341" y="69265"/>
                  </a:lnTo>
                  <a:close/>
                </a:path>
                <a:path w="38734" h="114935">
                  <a:moveTo>
                    <a:pt x="38341" y="63944"/>
                  </a:moveTo>
                  <a:lnTo>
                    <a:pt x="0" y="63944"/>
                  </a:lnTo>
                  <a:lnTo>
                    <a:pt x="0" y="66548"/>
                  </a:lnTo>
                  <a:lnTo>
                    <a:pt x="38341" y="66548"/>
                  </a:lnTo>
                  <a:lnTo>
                    <a:pt x="38341" y="63944"/>
                  </a:lnTo>
                  <a:close/>
                </a:path>
                <a:path w="38734" h="114935">
                  <a:moveTo>
                    <a:pt x="38341" y="58610"/>
                  </a:moveTo>
                  <a:lnTo>
                    <a:pt x="0" y="58610"/>
                  </a:lnTo>
                  <a:lnTo>
                    <a:pt x="0" y="61226"/>
                  </a:lnTo>
                  <a:lnTo>
                    <a:pt x="38341" y="61226"/>
                  </a:lnTo>
                  <a:lnTo>
                    <a:pt x="38341" y="58610"/>
                  </a:lnTo>
                  <a:close/>
                </a:path>
                <a:path w="38734" h="114935">
                  <a:moveTo>
                    <a:pt x="38341" y="53289"/>
                  </a:moveTo>
                  <a:lnTo>
                    <a:pt x="0" y="53289"/>
                  </a:lnTo>
                  <a:lnTo>
                    <a:pt x="0" y="55892"/>
                  </a:lnTo>
                  <a:lnTo>
                    <a:pt x="38341" y="55892"/>
                  </a:lnTo>
                  <a:lnTo>
                    <a:pt x="38341" y="53289"/>
                  </a:lnTo>
                  <a:close/>
                </a:path>
                <a:path w="38734" h="114935">
                  <a:moveTo>
                    <a:pt x="38341" y="47967"/>
                  </a:moveTo>
                  <a:lnTo>
                    <a:pt x="0" y="47967"/>
                  </a:lnTo>
                  <a:lnTo>
                    <a:pt x="0" y="50571"/>
                  </a:lnTo>
                  <a:lnTo>
                    <a:pt x="38341" y="50571"/>
                  </a:lnTo>
                  <a:lnTo>
                    <a:pt x="38341" y="47967"/>
                  </a:lnTo>
                  <a:close/>
                </a:path>
                <a:path w="38734" h="114935">
                  <a:moveTo>
                    <a:pt x="38341" y="42633"/>
                  </a:moveTo>
                  <a:lnTo>
                    <a:pt x="0" y="42633"/>
                  </a:lnTo>
                  <a:lnTo>
                    <a:pt x="0" y="45237"/>
                  </a:lnTo>
                  <a:lnTo>
                    <a:pt x="38341" y="45237"/>
                  </a:lnTo>
                  <a:lnTo>
                    <a:pt x="38341" y="42633"/>
                  </a:lnTo>
                  <a:close/>
                </a:path>
                <a:path w="38734" h="114935">
                  <a:moveTo>
                    <a:pt x="38341" y="37299"/>
                  </a:moveTo>
                  <a:lnTo>
                    <a:pt x="0" y="37299"/>
                  </a:lnTo>
                  <a:lnTo>
                    <a:pt x="0" y="39903"/>
                  </a:lnTo>
                  <a:lnTo>
                    <a:pt x="38341" y="39903"/>
                  </a:lnTo>
                  <a:lnTo>
                    <a:pt x="38341" y="37299"/>
                  </a:lnTo>
                  <a:close/>
                </a:path>
                <a:path w="38734" h="114935">
                  <a:moveTo>
                    <a:pt x="38341" y="31978"/>
                  </a:moveTo>
                  <a:lnTo>
                    <a:pt x="0" y="31978"/>
                  </a:lnTo>
                  <a:lnTo>
                    <a:pt x="0" y="34582"/>
                  </a:lnTo>
                  <a:lnTo>
                    <a:pt x="38341" y="34582"/>
                  </a:lnTo>
                  <a:lnTo>
                    <a:pt x="38341" y="31978"/>
                  </a:lnTo>
                  <a:close/>
                </a:path>
                <a:path w="38734" h="114935">
                  <a:moveTo>
                    <a:pt x="38341" y="26644"/>
                  </a:moveTo>
                  <a:lnTo>
                    <a:pt x="0" y="26644"/>
                  </a:lnTo>
                  <a:lnTo>
                    <a:pt x="0" y="29248"/>
                  </a:lnTo>
                  <a:lnTo>
                    <a:pt x="38341" y="29248"/>
                  </a:lnTo>
                  <a:lnTo>
                    <a:pt x="38341" y="26644"/>
                  </a:lnTo>
                  <a:close/>
                </a:path>
                <a:path w="38734" h="114935">
                  <a:moveTo>
                    <a:pt x="38341" y="21323"/>
                  </a:moveTo>
                  <a:lnTo>
                    <a:pt x="0" y="21323"/>
                  </a:lnTo>
                  <a:lnTo>
                    <a:pt x="0" y="23926"/>
                  </a:lnTo>
                  <a:lnTo>
                    <a:pt x="38341" y="23926"/>
                  </a:lnTo>
                  <a:lnTo>
                    <a:pt x="38341" y="21323"/>
                  </a:lnTo>
                  <a:close/>
                </a:path>
                <a:path w="38734" h="114935">
                  <a:moveTo>
                    <a:pt x="38341" y="15989"/>
                  </a:moveTo>
                  <a:lnTo>
                    <a:pt x="0" y="15989"/>
                  </a:lnTo>
                  <a:lnTo>
                    <a:pt x="0" y="18592"/>
                  </a:lnTo>
                  <a:lnTo>
                    <a:pt x="38341" y="18592"/>
                  </a:lnTo>
                  <a:lnTo>
                    <a:pt x="38341" y="15989"/>
                  </a:lnTo>
                  <a:close/>
                </a:path>
                <a:path w="38734" h="114935">
                  <a:moveTo>
                    <a:pt x="38341" y="10668"/>
                  </a:moveTo>
                  <a:lnTo>
                    <a:pt x="0" y="10668"/>
                  </a:lnTo>
                  <a:lnTo>
                    <a:pt x="0" y="13271"/>
                  </a:lnTo>
                  <a:lnTo>
                    <a:pt x="38341" y="13271"/>
                  </a:lnTo>
                  <a:lnTo>
                    <a:pt x="38341" y="10668"/>
                  </a:lnTo>
                  <a:close/>
                </a:path>
                <a:path w="38734" h="114935">
                  <a:moveTo>
                    <a:pt x="38341" y="5346"/>
                  </a:moveTo>
                  <a:lnTo>
                    <a:pt x="0" y="5346"/>
                  </a:lnTo>
                  <a:lnTo>
                    <a:pt x="0" y="7950"/>
                  </a:lnTo>
                  <a:lnTo>
                    <a:pt x="38341" y="7950"/>
                  </a:lnTo>
                  <a:lnTo>
                    <a:pt x="38341" y="5346"/>
                  </a:lnTo>
                  <a:close/>
                </a:path>
                <a:path w="38734" h="114935">
                  <a:moveTo>
                    <a:pt x="38341" y="0"/>
                  </a:moveTo>
                  <a:lnTo>
                    <a:pt x="0" y="0"/>
                  </a:lnTo>
                  <a:lnTo>
                    <a:pt x="0" y="2603"/>
                  </a:lnTo>
                  <a:lnTo>
                    <a:pt x="38341" y="2603"/>
                  </a:lnTo>
                  <a:lnTo>
                    <a:pt x="38341" y="0"/>
                  </a:lnTo>
                  <a:close/>
                </a:path>
              </a:pathLst>
            </a:custGeom>
            <a:solidFill>
              <a:srgbClr val="545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1" name="object 12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583341" y="2459249"/>
              <a:ext cx="38332" cy="119636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9583331" y="2461196"/>
              <a:ext cx="38735" cy="114935"/>
            </a:xfrm>
            <a:custGeom>
              <a:avLst/>
              <a:gdLst/>
              <a:ahLst/>
              <a:cxnLst/>
              <a:rect l="l" t="t" r="r" b="b"/>
              <a:pathLst>
                <a:path w="38734" h="114935">
                  <a:moveTo>
                    <a:pt x="38341" y="111861"/>
                  </a:moveTo>
                  <a:lnTo>
                    <a:pt x="0" y="111861"/>
                  </a:lnTo>
                  <a:lnTo>
                    <a:pt x="0" y="114465"/>
                  </a:lnTo>
                  <a:lnTo>
                    <a:pt x="38341" y="114465"/>
                  </a:lnTo>
                  <a:lnTo>
                    <a:pt x="38341" y="111861"/>
                  </a:lnTo>
                  <a:close/>
                </a:path>
                <a:path w="38734" h="114935">
                  <a:moveTo>
                    <a:pt x="38341" y="106540"/>
                  </a:moveTo>
                  <a:lnTo>
                    <a:pt x="0" y="106540"/>
                  </a:lnTo>
                  <a:lnTo>
                    <a:pt x="0" y="109143"/>
                  </a:lnTo>
                  <a:lnTo>
                    <a:pt x="38341" y="109143"/>
                  </a:lnTo>
                  <a:lnTo>
                    <a:pt x="38341" y="106540"/>
                  </a:lnTo>
                  <a:close/>
                </a:path>
                <a:path w="38734" h="114935">
                  <a:moveTo>
                    <a:pt x="38341" y="101206"/>
                  </a:moveTo>
                  <a:lnTo>
                    <a:pt x="0" y="101206"/>
                  </a:lnTo>
                  <a:lnTo>
                    <a:pt x="0" y="103809"/>
                  </a:lnTo>
                  <a:lnTo>
                    <a:pt x="38341" y="103809"/>
                  </a:lnTo>
                  <a:lnTo>
                    <a:pt x="38341" y="101206"/>
                  </a:lnTo>
                  <a:close/>
                </a:path>
                <a:path w="38734" h="114935">
                  <a:moveTo>
                    <a:pt x="38341" y="95897"/>
                  </a:moveTo>
                  <a:lnTo>
                    <a:pt x="0" y="95897"/>
                  </a:lnTo>
                  <a:lnTo>
                    <a:pt x="0" y="98501"/>
                  </a:lnTo>
                  <a:lnTo>
                    <a:pt x="38341" y="98501"/>
                  </a:lnTo>
                  <a:lnTo>
                    <a:pt x="38341" y="95897"/>
                  </a:lnTo>
                  <a:close/>
                </a:path>
                <a:path w="38734" h="114935">
                  <a:moveTo>
                    <a:pt x="38341" y="90563"/>
                  </a:moveTo>
                  <a:lnTo>
                    <a:pt x="0" y="90563"/>
                  </a:lnTo>
                  <a:lnTo>
                    <a:pt x="0" y="93167"/>
                  </a:lnTo>
                  <a:lnTo>
                    <a:pt x="38341" y="93167"/>
                  </a:lnTo>
                  <a:lnTo>
                    <a:pt x="38341" y="90563"/>
                  </a:lnTo>
                  <a:close/>
                </a:path>
                <a:path w="38734" h="114935">
                  <a:moveTo>
                    <a:pt x="38341" y="85242"/>
                  </a:moveTo>
                  <a:lnTo>
                    <a:pt x="0" y="85242"/>
                  </a:lnTo>
                  <a:lnTo>
                    <a:pt x="0" y="87845"/>
                  </a:lnTo>
                  <a:lnTo>
                    <a:pt x="38341" y="87845"/>
                  </a:lnTo>
                  <a:lnTo>
                    <a:pt x="38341" y="85242"/>
                  </a:lnTo>
                  <a:close/>
                </a:path>
                <a:path w="38734" h="114935">
                  <a:moveTo>
                    <a:pt x="38341" y="79908"/>
                  </a:moveTo>
                  <a:lnTo>
                    <a:pt x="0" y="79908"/>
                  </a:lnTo>
                  <a:lnTo>
                    <a:pt x="0" y="82511"/>
                  </a:lnTo>
                  <a:lnTo>
                    <a:pt x="38341" y="82511"/>
                  </a:lnTo>
                  <a:lnTo>
                    <a:pt x="38341" y="79908"/>
                  </a:lnTo>
                  <a:close/>
                </a:path>
                <a:path w="38734" h="114935">
                  <a:moveTo>
                    <a:pt x="38341" y="74574"/>
                  </a:moveTo>
                  <a:lnTo>
                    <a:pt x="0" y="74574"/>
                  </a:lnTo>
                  <a:lnTo>
                    <a:pt x="0" y="77177"/>
                  </a:lnTo>
                  <a:lnTo>
                    <a:pt x="38341" y="77177"/>
                  </a:lnTo>
                  <a:lnTo>
                    <a:pt x="38341" y="74574"/>
                  </a:lnTo>
                  <a:close/>
                </a:path>
                <a:path w="38734" h="114935">
                  <a:moveTo>
                    <a:pt x="38341" y="69253"/>
                  </a:moveTo>
                  <a:lnTo>
                    <a:pt x="0" y="69253"/>
                  </a:lnTo>
                  <a:lnTo>
                    <a:pt x="0" y="71856"/>
                  </a:lnTo>
                  <a:lnTo>
                    <a:pt x="38341" y="71856"/>
                  </a:lnTo>
                  <a:lnTo>
                    <a:pt x="38341" y="69253"/>
                  </a:lnTo>
                  <a:close/>
                </a:path>
                <a:path w="38734" h="114935">
                  <a:moveTo>
                    <a:pt x="38341" y="63919"/>
                  </a:moveTo>
                  <a:lnTo>
                    <a:pt x="0" y="63919"/>
                  </a:lnTo>
                  <a:lnTo>
                    <a:pt x="0" y="66522"/>
                  </a:lnTo>
                  <a:lnTo>
                    <a:pt x="38341" y="66522"/>
                  </a:lnTo>
                  <a:lnTo>
                    <a:pt x="38341" y="63919"/>
                  </a:lnTo>
                  <a:close/>
                </a:path>
                <a:path w="38734" h="114935">
                  <a:moveTo>
                    <a:pt x="38341" y="58597"/>
                  </a:moveTo>
                  <a:lnTo>
                    <a:pt x="0" y="58597"/>
                  </a:lnTo>
                  <a:lnTo>
                    <a:pt x="0" y="61201"/>
                  </a:lnTo>
                  <a:lnTo>
                    <a:pt x="38341" y="61201"/>
                  </a:lnTo>
                  <a:lnTo>
                    <a:pt x="38341" y="58597"/>
                  </a:lnTo>
                  <a:close/>
                </a:path>
                <a:path w="38734" h="114935">
                  <a:moveTo>
                    <a:pt x="38341" y="53276"/>
                  </a:moveTo>
                  <a:lnTo>
                    <a:pt x="0" y="53276"/>
                  </a:lnTo>
                  <a:lnTo>
                    <a:pt x="0" y="55880"/>
                  </a:lnTo>
                  <a:lnTo>
                    <a:pt x="38341" y="55880"/>
                  </a:lnTo>
                  <a:lnTo>
                    <a:pt x="38341" y="53276"/>
                  </a:lnTo>
                  <a:close/>
                </a:path>
                <a:path w="38734" h="114935">
                  <a:moveTo>
                    <a:pt x="38341" y="47942"/>
                  </a:moveTo>
                  <a:lnTo>
                    <a:pt x="0" y="47942"/>
                  </a:lnTo>
                  <a:lnTo>
                    <a:pt x="0" y="50546"/>
                  </a:lnTo>
                  <a:lnTo>
                    <a:pt x="38341" y="50546"/>
                  </a:lnTo>
                  <a:lnTo>
                    <a:pt x="38341" y="47942"/>
                  </a:lnTo>
                  <a:close/>
                </a:path>
                <a:path w="38734" h="114935">
                  <a:moveTo>
                    <a:pt x="38341" y="42621"/>
                  </a:moveTo>
                  <a:lnTo>
                    <a:pt x="0" y="42621"/>
                  </a:lnTo>
                  <a:lnTo>
                    <a:pt x="0" y="45224"/>
                  </a:lnTo>
                  <a:lnTo>
                    <a:pt x="38341" y="45224"/>
                  </a:lnTo>
                  <a:lnTo>
                    <a:pt x="38341" y="42621"/>
                  </a:lnTo>
                  <a:close/>
                </a:path>
                <a:path w="38734" h="114935">
                  <a:moveTo>
                    <a:pt x="38341" y="37287"/>
                  </a:moveTo>
                  <a:lnTo>
                    <a:pt x="0" y="37287"/>
                  </a:lnTo>
                  <a:lnTo>
                    <a:pt x="0" y="39890"/>
                  </a:lnTo>
                  <a:lnTo>
                    <a:pt x="38341" y="39890"/>
                  </a:lnTo>
                  <a:lnTo>
                    <a:pt x="38341" y="37287"/>
                  </a:lnTo>
                  <a:close/>
                </a:path>
                <a:path w="38734" h="114935">
                  <a:moveTo>
                    <a:pt x="38341" y="31953"/>
                  </a:moveTo>
                  <a:lnTo>
                    <a:pt x="0" y="31953"/>
                  </a:lnTo>
                  <a:lnTo>
                    <a:pt x="0" y="34556"/>
                  </a:lnTo>
                  <a:lnTo>
                    <a:pt x="38341" y="34556"/>
                  </a:lnTo>
                  <a:lnTo>
                    <a:pt x="38341" y="31953"/>
                  </a:lnTo>
                  <a:close/>
                </a:path>
                <a:path w="38734" h="114935">
                  <a:moveTo>
                    <a:pt x="38341" y="26631"/>
                  </a:moveTo>
                  <a:lnTo>
                    <a:pt x="0" y="26631"/>
                  </a:lnTo>
                  <a:lnTo>
                    <a:pt x="0" y="29235"/>
                  </a:lnTo>
                  <a:lnTo>
                    <a:pt x="38341" y="29235"/>
                  </a:lnTo>
                  <a:lnTo>
                    <a:pt x="38341" y="26631"/>
                  </a:lnTo>
                  <a:close/>
                </a:path>
                <a:path w="38734" h="114935">
                  <a:moveTo>
                    <a:pt x="38341" y="21297"/>
                  </a:moveTo>
                  <a:lnTo>
                    <a:pt x="0" y="21297"/>
                  </a:lnTo>
                  <a:lnTo>
                    <a:pt x="0" y="23901"/>
                  </a:lnTo>
                  <a:lnTo>
                    <a:pt x="38341" y="23901"/>
                  </a:lnTo>
                  <a:lnTo>
                    <a:pt x="38341" y="21297"/>
                  </a:lnTo>
                  <a:close/>
                </a:path>
                <a:path w="38734" h="114935">
                  <a:moveTo>
                    <a:pt x="38341" y="15976"/>
                  </a:moveTo>
                  <a:lnTo>
                    <a:pt x="0" y="15976"/>
                  </a:lnTo>
                  <a:lnTo>
                    <a:pt x="0" y="18580"/>
                  </a:lnTo>
                  <a:lnTo>
                    <a:pt x="38341" y="18580"/>
                  </a:lnTo>
                  <a:lnTo>
                    <a:pt x="38341" y="15976"/>
                  </a:lnTo>
                  <a:close/>
                </a:path>
                <a:path w="38734" h="114935">
                  <a:moveTo>
                    <a:pt x="38341" y="10655"/>
                  </a:moveTo>
                  <a:lnTo>
                    <a:pt x="0" y="10655"/>
                  </a:lnTo>
                  <a:lnTo>
                    <a:pt x="0" y="13258"/>
                  </a:lnTo>
                  <a:lnTo>
                    <a:pt x="38341" y="13258"/>
                  </a:lnTo>
                  <a:lnTo>
                    <a:pt x="38341" y="10655"/>
                  </a:lnTo>
                  <a:close/>
                </a:path>
                <a:path w="38734" h="114935">
                  <a:moveTo>
                    <a:pt x="38341" y="5321"/>
                  </a:moveTo>
                  <a:lnTo>
                    <a:pt x="0" y="5321"/>
                  </a:lnTo>
                  <a:lnTo>
                    <a:pt x="0" y="7924"/>
                  </a:lnTo>
                  <a:lnTo>
                    <a:pt x="38341" y="7924"/>
                  </a:lnTo>
                  <a:lnTo>
                    <a:pt x="38341" y="5321"/>
                  </a:lnTo>
                  <a:close/>
                </a:path>
                <a:path w="38734" h="114935">
                  <a:moveTo>
                    <a:pt x="38341" y="0"/>
                  </a:moveTo>
                  <a:lnTo>
                    <a:pt x="0" y="0"/>
                  </a:lnTo>
                  <a:lnTo>
                    <a:pt x="0" y="2603"/>
                  </a:lnTo>
                  <a:lnTo>
                    <a:pt x="38341" y="2603"/>
                  </a:lnTo>
                  <a:lnTo>
                    <a:pt x="38341" y="0"/>
                  </a:lnTo>
                  <a:close/>
                </a:path>
              </a:pathLst>
            </a:custGeom>
            <a:solidFill>
              <a:srgbClr val="545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3" name="object 12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9311639" y="2432303"/>
              <a:ext cx="292607" cy="170687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309489" y="2014464"/>
              <a:ext cx="296207" cy="166462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9348114" y="2164012"/>
              <a:ext cx="226519" cy="28609"/>
            </a:xfrm>
            <a:prstGeom prst="rect">
              <a:avLst/>
            </a:prstGeom>
          </p:spPr>
        </p:pic>
        <p:sp>
          <p:nvSpPr>
            <p:cNvPr id="126" name="object 126"/>
            <p:cNvSpPr/>
            <p:nvPr/>
          </p:nvSpPr>
          <p:spPr>
            <a:xfrm>
              <a:off x="9349854" y="2176995"/>
              <a:ext cx="224790" cy="15875"/>
            </a:xfrm>
            <a:custGeom>
              <a:avLst/>
              <a:gdLst/>
              <a:ahLst/>
              <a:cxnLst/>
              <a:rect l="l" t="t" r="r" b="b"/>
              <a:pathLst>
                <a:path w="224790" h="15875">
                  <a:moveTo>
                    <a:pt x="3492" y="0"/>
                  </a:moveTo>
                  <a:lnTo>
                    <a:pt x="0" y="0"/>
                  </a:lnTo>
                  <a:lnTo>
                    <a:pt x="0" y="15633"/>
                  </a:lnTo>
                  <a:lnTo>
                    <a:pt x="3492" y="15633"/>
                  </a:lnTo>
                  <a:lnTo>
                    <a:pt x="3492" y="0"/>
                  </a:lnTo>
                  <a:close/>
                </a:path>
                <a:path w="224790" h="15875">
                  <a:moveTo>
                    <a:pt x="10617" y="0"/>
                  </a:moveTo>
                  <a:lnTo>
                    <a:pt x="7137" y="0"/>
                  </a:lnTo>
                  <a:lnTo>
                    <a:pt x="7137" y="15633"/>
                  </a:lnTo>
                  <a:lnTo>
                    <a:pt x="10617" y="15633"/>
                  </a:lnTo>
                  <a:lnTo>
                    <a:pt x="10617" y="0"/>
                  </a:lnTo>
                  <a:close/>
                </a:path>
                <a:path w="224790" h="15875">
                  <a:moveTo>
                    <a:pt x="17754" y="0"/>
                  </a:moveTo>
                  <a:lnTo>
                    <a:pt x="14274" y="0"/>
                  </a:lnTo>
                  <a:lnTo>
                    <a:pt x="14274" y="15633"/>
                  </a:lnTo>
                  <a:lnTo>
                    <a:pt x="17754" y="15633"/>
                  </a:lnTo>
                  <a:lnTo>
                    <a:pt x="17754" y="0"/>
                  </a:lnTo>
                  <a:close/>
                </a:path>
                <a:path w="224790" h="15875">
                  <a:moveTo>
                    <a:pt x="24904" y="0"/>
                  </a:moveTo>
                  <a:lnTo>
                    <a:pt x="21424" y="0"/>
                  </a:lnTo>
                  <a:lnTo>
                    <a:pt x="21424" y="15633"/>
                  </a:lnTo>
                  <a:lnTo>
                    <a:pt x="24904" y="15633"/>
                  </a:lnTo>
                  <a:lnTo>
                    <a:pt x="24904" y="0"/>
                  </a:lnTo>
                  <a:close/>
                </a:path>
                <a:path w="224790" h="15875">
                  <a:moveTo>
                    <a:pt x="32042" y="0"/>
                  </a:moveTo>
                  <a:lnTo>
                    <a:pt x="28562" y="0"/>
                  </a:lnTo>
                  <a:lnTo>
                    <a:pt x="28562" y="15633"/>
                  </a:lnTo>
                  <a:lnTo>
                    <a:pt x="32042" y="15633"/>
                  </a:lnTo>
                  <a:lnTo>
                    <a:pt x="32042" y="0"/>
                  </a:lnTo>
                  <a:close/>
                </a:path>
                <a:path w="224790" h="15875">
                  <a:moveTo>
                    <a:pt x="39179" y="0"/>
                  </a:moveTo>
                  <a:lnTo>
                    <a:pt x="35699" y="0"/>
                  </a:lnTo>
                  <a:lnTo>
                    <a:pt x="35699" y="15633"/>
                  </a:lnTo>
                  <a:lnTo>
                    <a:pt x="39179" y="15633"/>
                  </a:lnTo>
                  <a:lnTo>
                    <a:pt x="39179" y="0"/>
                  </a:lnTo>
                  <a:close/>
                </a:path>
                <a:path w="224790" h="15875">
                  <a:moveTo>
                    <a:pt x="46316" y="0"/>
                  </a:moveTo>
                  <a:lnTo>
                    <a:pt x="42837" y="0"/>
                  </a:lnTo>
                  <a:lnTo>
                    <a:pt x="42837" y="15633"/>
                  </a:lnTo>
                  <a:lnTo>
                    <a:pt x="46316" y="15633"/>
                  </a:lnTo>
                  <a:lnTo>
                    <a:pt x="46316" y="0"/>
                  </a:lnTo>
                  <a:close/>
                </a:path>
                <a:path w="224790" h="15875">
                  <a:moveTo>
                    <a:pt x="53454" y="0"/>
                  </a:moveTo>
                  <a:lnTo>
                    <a:pt x="49961" y="0"/>
                  </a:lnTo>
                  <a:lnTo>
                    <a:pt x="49961" y="15633"/>
                  </a:lnTo>
                  <a:lnTo>
                    <a:pt x="53454" y="15633"/>
                  </a:lnTo>
                  <a:lnTo>
                    <a:pt x="53454" y="0"/>
                  </a:lnTo>
                  <a:close/>
                </a:path>
                <a:path w="224790" h="15875">
                  <a:moveTo>
                    <a:pt x="60591" y="0"/>
                  </a:moveTo>
                  <a:lnTo>
                    <a:pt x="57099" y="0"/>
                  </a:lnTo>
                  <a:lnTo>
                    <a:pt x="57099" y="15633"/>
                  </a:lnTo>
                  <a:lnTo>
                    <a:pt x="60591" y="15633"/>
                  </a:lnTo>
                  <a:lnTo>
                    <a:pt x="60591" y="0"/>
                  </a:lnTo>
                  <a:close/>
                </a:path>
                <a:path w="224790" h="15875">
                  <a:moveTo>
                    <a:pt x="67729" y="0"/>
                  </a:moveTo>
                  <a:lnTo>
                    <a:pt x="64236" y="0"/>
                  </a:lnTo>
                  <a:lnTo>
                    <a:pt x="64236" y="15633"/>
                  </a:lnTo>
                  <a:lnTo>
                    <a:pt x="67729" y="15633"/>
                  </a:lnTo>
                  <a:lnTo>
                    <a:pt x="67729" y="0"/>
                  </a:lnTo>
                  <a:close/>
                </a:path>
                <a:path w="224790" h="15875">
                  <a:moveTo>
                    <a:pt x="74866" y="0"/>
                  </a:moveTo>
                  <a:lnTo>
                    <a:pt x="71374" y="0"/>
                  </a:lnTo>
                  <a:lnTo>
                    <a:pt x="71374" y="15633"/>
                  </a:lnTo>
                  <a:lnTo>
                    <a:pt x="74866" y="15633"/>
                  </a:lnTo>
                  <a:lnTo>
                    <a:pt x="74866" y="0"/>
                  </a:lnTo>
                  <a:close/>
                </a:path>
                <a:path w="224790" h="15875">
                  <a:moveTo>
                    <a:pt x="82016" y="0"/>
                  </a:moveTo>
                  <a:lnTo>
                    <a:pt x="78524" y="0"/>
                  </a:lnTo>
                  <a:lnTo>
                    <a:pt x="78524" y="15633"/>
                  </a:lnTo>
                  <a:lnTo>
                    <a:pt x="82016" y="15633"/>
                  </a:lnTo>
                  <a:lnTo>
                    <a:pt x="82016" y="0"/>
                  </a:lnTo>
                  <a:close/>
                </a:path>
                <a:path w="224790" h="15875">
                  <a:moveTo>
                    <a:pt x="89154" y="0"/>
                  </a:moveTo>
                  <a:lnTo>
                    <a:pt x="85661" y="0"/>
                  </a:lnTo>
                  <a:lnTo>
                    <a:pt x="85661" y="15633"/>
                  </a:lnTo>
                  <a:lnTo>
                    <a:pt x="89154" y="15633"/>
                  </a:lnTo>
                  <a:lnTo>
                    <a:pt x="89154" y="0"/>
                  </a:lnTo>
                  <a:close/>
                </a:path>
                <a:path w="224790" h="15875">
                  <a:moveTo>
                    <a:pt x="96291" y="0"/>
                  </a:moveTo>
                  <a:lnTo>
                    <a:pt x="92798" y="0"/>
                  </a:lnTo>
                  <a:lnTo>
                    <a:pt x="92798" y="15633"/>
                  </a:lnTo>
                  <a:lnTo>
                    <a:pt x="96291" y="15633"/>
                  </a:lnTo>
                  <a:lnTo>
                    <a:pt x="96291" y="0"/>
                  </a:lnTo>
                  <a:close/>
                </a:path>
                <a:path w="224790" h="15875">
                  <a:moveTo>
                    <a:pt x="103428" y="0"/>
                  </a:moveTo>
                  <a:lnTo>
                    <a:pt x="99936" y="0"/>
                  </a:lnTo>
                  <a:lnTo>
                    <a:pt x="99936" y="15633"/>
                  </a:lnTo>
                  <a:lnTo>
                    <a:pt x="103428" y="15633"/>
                  </a:lnTo>
                  <a:lnTo>
                    <a:pt x="103428" y="0"/>
                  </a:lnTo>
                  <a:close/>
                </a:path>
                <a:path w="224790" h="15875">
                  <a:moveTo>
                    <a:pt x="110566" y="0"/>
                  </a:moveTo>
                  <a:lnTo>
                    <a:pt x="107073" y="0"/>
                  </a:lnTo>
                  <a:lnTo>
                    <a:pt x="107073" y="15633"/>
                  </a:lnTo>
                  <a:lnTo>
                    <a:pt x="110566" y="15633"/>
                  </a:lnTo>
                  <a:lnTo>
                    <a:pt x="110566" y="0"/>
                  </a:lnTo>
                  <a:close/>
                </a:path>
                <a:path w="224790" h="15875">
                  <a:moveTo>
                    <a:pt x="117703" y="0"/>
                  </a:moveTo>
                  <a:lnTo>
                    <a:pt x="114211" y="0"/>
                  </a:lnTo>
                  <a:lnTo>
                    <a:pt x="114211" y="15633"/>
                  </a:lnTo>
                  <a:lnTo>
                    <a:pt x="117703" y="15633"/>
                  </a:lnTo>
                  <a:lnTo>
                    <a:pt x="117703" y="0"/>
                  </a:lnTo>
                  <a:close/>
                </a:path>
                <a:path w="224790" h="15875">
                  <a:moveTo>
                    <a:pt x="124841" y="0"/>
                  </a:moveTo>
                  <a:lnTo>
                    <a:pt x="121348" y="0"/>
                  </a:lnTo>
                  <a:lnTo>
                    <a:pt x="121348" y="15633"/>
                  </a:lnTo>
                  <a:lnTo>
                    <a:pt x="124841" y="15633"/>
                  </a:lnTo>
                  <a:lnTo>
                    <a:pt x="124841" y="0"/>
                  </a:lnTo>
                  <a:close/>
                </a:path>
                <a:path w="224790" h="15875">
                  <a:moveTo>
                    <a:pt x="131991" y="0"/>
                  </a:moveTo>
                  <a:lnTo>
                    <a:pt x="128498" y="0"/>
                  </a:lnTo>
                  <a:lnTo>
                    <a:pt x="128498" y="15633"/>
                  </a:lnTo>
                  <a:lnTo>
                    <a:pt x="131991" y="15633"/>
                  </a:lnTo>
                  <a:lnTo>
                    <a:pt x="131991" y="0"/>
                  </a:lnTo>
                  <a:close/>
                </a:path>
                <a:path w="224790" h="15875">
                  <a:moveTo>
                    <a:pt x="139115" y="0"/>
                  </a:moveTo>
                  <a:lnTo>
                    <a:pt x="135636" y="0"/>
                  </a:lnTo>
                  <a:lnTo>
                    <a:pt x="135636" y="15633"/>
                  </a:lnTo>
                  <a:lnTo>
                    <a:pt x="139115" y="15633"/>
                  </a:lnTo>
                  <a:lnTo>
                    <a:pt x="139115" y="0"/>
                  </a:lnTo>
                  <a:close/>
                </a:path>
                <a:path w="224790" h="15875">
                  <a:moveTo>
                    <a:pt x="146253" y="0"/>
                  </a:moveTo>
                  <a:lnTo>
                    <a:pt x="142773" y="0"/>
                  </a:lnTo>
                  <a:lnTo>
                    <a:pt x="142773" y="15633"/>
                  </a:lnTo>
                  <a:lnTo>
                    <a:pt x="146253" y="15633"/>
                  </a:lnTo>
                  <a:lnTo>
                    <a:pt x="146253" y="0"/>
                  </a:lnTo>
                  <a:close/>
                </a:path>
                <a:path w="224790" h="15875">
                  <a:moveTo>
                    <a:pt x="153390" y="0"/>
                  </a:moveTo>
                  <a:lnTo>
                    <a:pt x="149910" y="0"/>
                  </a:lnTo>
                  <a:lnTo>
                    <a:pt x="149910" y="15633"/>
                  </a:lnTo>
                  <a:lnTo>
                    <a:pt x="153390" y="15633"/>
                  </a:lnTo>
                  <a:lnTo>
                    <a:pt x="153390" y="0"/>
                  </a:lnTo>
                  <a:close/>
                </a:path>
                <a:path w="224790" h="15875">
                  <a:moveTo>
                    <a:pt x="160528" y="0"/>
                  </a:moveTo>
                  <a:lnTo>
                    <a:pt x="157048" y="0"/>
                  </a:lnTo>
                  <a:lnTo>
                    <a:pt x="157048" y="15633"/>
                  </a:lnTo>
                  <a:lnTo>
                    <a:pt x="160528" y="15633"/>
                  </a:lnTo>
                  <a:lnTo>
                    <a:pt x="160528" y="0"/>
                  </a:lnTo>
                  <a:close/>
                </a:path>
                <a:path w="224790" h="15875">
                  <a:moveTo>
                    <a:pt x="167665" y="0"/>
                  </a:moveTo>
                  <a:lnTo>
                    <a:pt x="164172" y="0"/>
                  </a:lnTo>
                  <a:lnTo>
                    <a:pt x="164172" y="15633"/>
                  </a:lnTo>
                  <a:lnTo>
                    <a:pt x="167665" y="15633"/>
                  </a:lnTo>
                  <a:lnTo>
                    <a:pt x="167665" y="0"/>
                  </a:lnTo>
                  <a:close/>
                </a:path>
                <a:path w="224790" h="15875">
                  <a:moveTo>
                    <a:pt x="174802" y="0"/>
                  </a:moveTo>
                  <a:lnTo>
                    <a:pt x="171310" y="0"/>
                  </a:lnTo>
                  <a:lnTo>
                    <a:pt x="171310" y="15633"/>
                  </a:lnTo>
                  <a:lnTo>
                    <a:pt x="174802" y="15633"/>
                  </a:lnTo>
                  <a:lnTo>
                    <a:pt x="174802" y="0"/>
                  </a:lnTo>
                  <a:close/>
                </a:path>
                <a:path w="224790" h="15875">
                  <a:moveTo>
                    <a:pt x="181940" y="0"/>
                  </a:moveTo>
                  <a:lnTo>
                    <a:pt x="178447" y="0"/>
                  </a:lnTo>
                  <a:lnTo>
                    <a:pt x="178447" y="15633"/>
                  </a:lnTo>
                  <a:lnTo>
                    <a:pt x="181940" y="15633"/>
                  </a:lnTo>
                  <a:lnTo>
                    <a:pt x="181940" y="0"/>
                  </a:lnTo>
                  <a:close/>
                </a:path>
                <a:path w="224790" h="15875">
                  <a:moveTo>
                    <a:pt x="189090" y="0"/>
                  </a:moveTo>
                  <a:lnTo>
                    <a:pt x="185597" y="0"/>
                  </a:lnTo>
                  <a:lnTo>
                    <a:pt x="185597" y="15633"/>
                  </a:lnTo>
                  <a:lnTo>
                    <a:pt x="189090" y="15633"/>
                  </a:lnTo>
                  <a:lnTo>
                    <a:pt x="189090" y="0"/>
                  </a:lnTo>
                  <a:close/>
                </a:path>
                <a:path w="224790" h="15875">
                  <a:moveTo>
                    <a:pt x="196227" y="0"/>
                  </a:moveTo>
                  <a:lnTo>
                    <a:pt x="192735" y="0"/>
                  </a:lnTo>
                  <a:lnTo>
                    <a:pt x="192735" y="15633"/>
                  </a:lnTo>
                  <a:lnTo>
                    <a:pt x="196227" y="15633"/>
                  </a:lnTo>
                  <a:lnTo>
                    <a:pt x="196227" y="0"/>
                  </a:lnTo>
                  <a:close/>
                </a:path>
                <a:path w="224790" h="15875">
                  <a:moveTo>
                    <a:pt x="203365" y="0"/>
                  </a:moveTo>
                  <a:lnTo>
                    <a:pt x="199872" y="0"/>
                  </a:lnTo>
                  <a:lnTo>
                    <a:pt x="199872" y="15633"/>
                  </a:lnTo>
                  <a:lnTo>
                    <a:pt x="203365" y="15633"/>
                  </a:lnTo>
                  <a:lnTo>
                    <a:pt x="203365" y="0"/>
                  </a:lnTo>
                  <a:close/>
                </a:path>
                <a:path w="224790" h="15875">
                  <a:moveTo>
                    <a:pt x="210502" y="0"/>
                  </a:moveTo>
                  <a:lnTo>
                    <a:pt x="207010" y="0"/>
                  </a:lnTo>
                  <a:lnTo>
                    <a:pt x="207010" y="15633"/>
                  </a:lnTo>
                  <a:lnTo>
                    <a:pt x="210502" y="15633"/>
                  </a:lnTo>
                  <a:lnTo>
                    <a:pt x="210502" y="0"/>
                  </a:lnTo>
                  <a:close/>
                </a:path>
                <a:path w="224790" h="15875">
                  <a:moveTo>
                    <a:pt x="217639" y="0"/>
                  </a:moveTo>
                  <a:lnTo>
                    <a:pt x="214147" y="0"/>
                  </a:lnTo>
                  <a:lnTo>
                    <a:pt x="214147" y="15633"/>
                  </a:lnTo>
                  <a:lnTo>
                    <a:pt x="217639" y="15633"/>
                  </a:lnTo>
                  <a:lnTo>
                    <a:pt x="217639" y="0"/>
                  </a:lnTo>
                  <a:close/>
                </a:path>
                <a:path w="224790" h="15875">
                  <a:moveTo>
                    <a:pt x="224777" y="0"/>
                  </a:moveTo>
                  <a:lnTo>
                    <a:pt x="221284" y="0"/>
                  </a:lnTo>
                  <a:lnTo>
                    <a:pt x="221284" y="15633"/>
                  </a:lnTo>
                  <a:lnTo>
                    <a:pt x="224777" y="15633"/>
                  </a:lnTo>
                  <a:lnTo>
                    <a:pt x="224777" y="0"/>
                  </a:lnTo>
                  <a:close/>
                </a:path>
              </a:pathLst>
            </a:custGeom>
            <a:solidFill>
              <a:srgbClr val="545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7" name="object 12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348114" y="2162710"/>
              <a:ext cx="226519" cy="14280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348114" y="2002757"/>
              <a:ext cx="226519" cy="28609"/>
            </a:xfrm>
            <a:prstGeom prst="rect">
              <a:avLst/>
            </a:prstGeom>
          </p:spPr>
        </p:pic>
        <p:sp>
          <p:nvSpPr>
            <p:cNvPr id="129" name="object 129"/>
            <p:cNvSpPr/>
            <p:nvPr/>
          </p:nvSpPr>
          <p:spPr>
            <a:xfrm>
              <a:off x="9348114" y="2002764"/>
              <a:ext cx="224790" cy="29209"/>
            </a:xfrm>
            <a:custGeom>
              <a:avLst/>
              <a:gdLst/>
              <a:ahLst/>
              <a:cxnLst/>
              <a:rect l="l" t="t" r="r" b="b"/>
              <a:pathLst>
                <a:path w="224790" h="29210">
                  <a:moveTo>
                    <a:pt x="3479" y="0"/>
                  </a:moveTo>
                  <a:lnTo>
                    <a:pt x="0" y="0"/>
                  </a:lnTo>
                  <a:lnTo>
                    <a:pt x="0" y="28613"/>
                  </a:lnTo>
                  <a:lnTo>
                    <a:pt x="3479" y="28613"/>
                  </a:lnTo>
                  <a:lnTo>
                    <a:pt x="3479" y="0"/>
                  </a:lnTo>
                  <a:close/>
                </a:path>
                <a:path w="224790" h="29210">
                  <a:moveTo>
                    <a:pt x="10617" y="0"/>
                  </a:moveTo>
                  <a:lnTo>
                    <a:pt x="7124" y="0"/>
                  </a:lnTo>
                  <a:lnTo>
                    <a:pt x="7124" y="28613"/>
                  </a:lnTo>
                  <a:lnTo>
                    <a:pt x="10617" y="28613"/>
                  </a:lnTo>
                  <a:lnTo>
                    <a:pt x="10617" y="0"/>
                  </a:lnTo>
                  <a:close/>
                </a:path>
                <a:path w="224790" h="29210">
                  <a:moveTo>
                    <a:pt x="17767" y="0"/>
                  </a:moveTo>
                  <a:lnTo>
                    <a:pt x="14274" y="0"/>
                  </a:lnTo>
                  <a:lnTo>
                    <a:pt x="14274" y="28613"/>
                  </a:lnTo>
                  <a:lnTo>
                    <a:pt x="17767" y="28613"/>
                  </a:lnTo>
                  <a:lnTo>
                    <a:pt x="17767" y="0"/>
                  </a:lnTo>
                  <a:close/>
                </a:path>
                <a:path w="224790" h="29210">
                  <a:moveTo>
                    <a:pt x="24904" y="0"/>
                  </a:moveTo>
                  <a:lnTo>
                    <a:pt x="21412" y="0"/>
                  </a:lnTo>
                  <a:lnTo>
                    <a:pt x="21412" y="28613"/>
                  </a:lnTo>
                  <a:lnTo>
                    <a:pt x="24904" y="28613"/>
                  </a:lnTo>
                  <a:lnTo>
                    <a:pt x="24904" y="0"/>
                  </a:lnTo>
                  <a:close/>
                </a:path>
                <a:path w="224790" h="29210">
                  <a:moveTo>
                    <a:pt x="32042" y="0"/>
                  </a:moveTo>
                  <a:lnTo>
                    <a:pt x="28549" y="0"/>
                  </a:lnTo>
                  <a:lnTo>
                    <a:pt x="28549" y="28613"/>
                  </a:lnTo>
                  <a:lnTo>
                    <a:pt x="32042" y="28613"/>
                  </a:lnTo>
                  <a:lnTo>
                    <a:pt x="32042" y="0"/>
                  </a:lnTo>
                  <a:close/>
                </a:path>
                <a:path w="224790" h="29210">
                  <a:moveTo>
                    <a:pt x="39179" y="0"/>
                  </a:moveTo>
                  <a:lnTo>
                    <a:pt x="35687" y="0"/>
                  </a:lnTo>
                  <a:lnTo>
                    <a:pt x="35687" y="28613"/>
                  </a:lnTo>
                  <a:lnTo>
                    <a:pt x="39179" y="28613"/>
                  </a:lnTo>
                  <a:lnTo>
                    <a:pt x="39179" y="0"/>
                  </a:lnTo>
                  <a:close/>
                </a:path>
                <a:path w="224790" h="29210">
                  <a:moveTo>
                    <a:pt x="46316" y="0"/>
                  </a:moveTo>
                  <a:lnTo>
                    <a:pt x="42824" y="0"/>
                  </a:lnTo>
                  <a:lnTo>
                    <a:pt x="42824" y="28613"/>
                  </a:lnTo>
                  <a:lnTo>
                    <a:pt x="46316" y="28613"/>
                  </a:lnTo>
                  <a:lnTo>
                    <a:pt x="46316" y="0"/>
                  </a:lnTo>
                  <a:close/>
                </a:path>
                <a:path w="224790" h="29210">
                  <a:moveTo>
                    <a:pt x="53454" y="0"/>
                  </a:moveTo>
                  <a:lnTo>
                    <a:pt x="49961" y="0"/>
                  </a:lnTo>
                  <a:lnTo>
                    <a:pt x="49961" y="28613"/>
                  </a:lnTo>
                  <a:lnTo>
                    <a:pt x="53454" y="28613"/>
                  </a:lnTo>
                  <a:lnTo>
                    <a:pt x="53454" y="0"/>
                  </a:lnTo>
                  <a:close/>
                </a:path>
                <a:path w="224790" h="29210">
                  <a:moveTo>
                    <a:pt x="60591" y="0"/>
                  </a:moveTo>
                  <a:lnTo>
                    <a:pt x="57099" y="0"/>
                  </a:lnTo>
                  <a:lnTo>
                    <a:pt x="57099" y="28613"/>
                  </a:lnTo>
                  <a:lnTo>
                    <a:pt x="60591" y="28613"/>
                  </a:lnTo>
                  <a:lnTo>
                    <a:pt x="60591" y="0"/>
                  </a:lnTo>
                  <a:close/>
                </a:path>
                <a:path w="224790" h="29210">
                  <a:moveTo>
                    <a:pt x="67729" y="0"/>
                  </a:moveTo>
                  <a:lnTo>
                    <a:pt x="64236" y="0"/>
                  </a:lnTo>
                  <a:lnTo>
                    <a:pt x="64236" y="28613"/>
                  </a:lnTo>
                  <a:lnTo>
                    <a:pt x="67729" y="28613"/>
                  </a:lnTo>
                  <a:lnTo>
                    <a:pt x="67729" y="0"/>
                  </a:lnTo>
                  <a:close/>
                </a:path>
                <a:path w="224790" h="29210">
                  <a:moveTo>
                    <a:pt x="74879" y="0"/>
                  </a:moveTo>
                  <a:lnTo>
                    <a:pt x="71386" y="0"/>
                  </a:lnTo>
                  <a:lnTo>
                    <a:pt x="71386" y="28613"/>
                  </a:lnTo>
                  <a:lnTo>
                    <a:pt x="74879" y="28613"/>
                  </a:lnTo>
                  <a:lnTo>
                    <a:pt x="74879" y="0"/>
                  </a:lnTo>
                  <a:close/>
                </a:path>
                <a:path w="224790" h="29210">
                  <a:moveTo>
                    <a:pt x="82016" y="0"/>
                  </a:moveTo>
                  <a:lnTo>
                    <a:pt x="78524" y="0"/>
                  </a:lnTo>
                  <a:lnTo>
                    <a:pt x="78524" y="28613"/>
                  </a:lnTo>
                  <a:lnTo>
                    <a:pt x="82016" y="28613"/>
                  </a:lnTo>
                  <a:lnTo>
                    <a:pt x="82016" y="0"/>
                  </a:lnTo>
                  <a:close/>
                </a:path>
                <a:path w="224790" h="29210">
                  <a:moveTo>
                    <a:pt x="89154" y="0"/>
                  </a:moveTo>
                  <a:lnTo>
                    <a:pt x="85661" y="0"/>
                  </a:lnTo>
                  <a:lnTo>
                    <a:pt x="85661" y="28613"/>
                  </a:lnTo>
                  <a:lnTo>
                    <a:pt x="89154" y="28613"/>
                  </a:lnTo>
                  <a:lnTo>
                    <a:pt x="89154" y="0"/>
                  </a:lnTo>
                  <a:close/>
                </a:path>
                <a:path w="224790" h="29210">
                  <a:moveTo>
                    <a:pt x="96278" y="0"/>
                  </a:moveTo>
                  <a:lnTo>
                    <a:pt x="92798" y="0"/>
                  </a:lnTo>
                  <a:lnTo>
                    <a:pt x="92798" y="28613"/>
                  </a:lnTo>
                  <a:lnTo>
                    <a:pt x="96278" y="28613"/>
                  </a:lnTo>
                  <a:lnTo>
                    <a:pt x="96278" y="0"/>
                  </a:lnTo>
                  <a:close/>
                </a:path>
                <a:path w="224790" h="29210">
                  <a:moveTo>
                    <a:pt x="103416" y="0"/>
                  </a:moveTo>
                  <a:lnTo>
                    <a:pt x="99936" y="0"/>
                  </a:lnTo>
                  <a:lnTo>
                    <a:pt x="99936" y="28613"/>
                  </a:lnTo>
                  <a:lnTo>
                    <a:pt x="103416" y="28613"/>
                  </a:lnTo>
                  <a:lnTo>
                    <a:pt x="103416" y="0"/>
                  </a:lnTo>
                  <a:close/>
                </a:path>
                <a:path w="224790" h="29210">
                  <a:moveTo>
                    <a:pt x="110553" y="0"/>
                  </a:moveTo>
                  <a:lnTo>
                    <a:pt x="107073" y="0"/>
                  </a:lnTo>
                  <a:lnTo>
                    <a:pt x="107073" y="28613"/>
                  </a:lnTo>
                  <a:lnTo>
                    <a:pt x="110553" y="28613"/>
                  </a:lnTo>
                  <a:lnTo>
                    <a:pt x="110553" y="0"/>
                  </a:lnTo>
                  <a:close/>
                </a:path>
                <a:path w="224790" h="29210">
                  <a:moveTo>
                    <a:pt x="117690" y="0"/>
                  </a:moveTo>
                  <a:lnTo>
                    <a:pt x="114211" y="0"/>
                  </a:lnTo>
                  <a:lnTo>
                    <a:pt x="114211" y="28613"/>
                  </a:lnTo>
                  <a:lnTo>
                    <a:pt x="117690" y="28613"/>
                  </a:lnTo>
                  <a:lnTo>
                    <a:pt x="117690" y="0"/>
                  </a:lnTo>
                  <a:close/>
                </a:path>
                <a:path w="224790" h="29210">
                  <a:moveTo>
                    <a:pt x="124841" y="0"/>
                  </a:moveTo>
                  <a:lnTo>
                    <a:pt x="121361" y="0"/>
                  </a:lnTo>
                  <a:lnTo>
                    <a:pt x="121361" y="28613"/>
                  </a:lnTo>
                  <a:lnTo>
                    <a:pt x="124841" y="28613"/>
                  </a:lnTo>
                  <a:lnTo>
                    <a:pt x="124841" y="0"/>
                  </a:lnTo>
                  <a:close/>
                </a:path>
                <a:path w="224790" h="29210">
                  <a:moveTo>
                    <a:pt x="131978" y="0"/>
                  </a:moveTo>
                  <a:lnTo>
                    <a:pt x="128485" y="0"/>
                  </a:lnTo>
                  <a:lnTo>
                    <a:pt x="128485" y="28613"/>
                  </a:lnTo>
                  <a:lnTo>
                    <a:pt x="131978" y="28613"/>
                  </a:lnTo>
                  <a:lnTo>
                    <a:pt x="131978" y="0"/>
                  </a:lnTo>
                  <a:close/>
                </a:path>
                <a:path w="224790" h="29210">
                  <a:moveTo>
                    <a:pt x="139115" y="0"/>
                  </a:moveTo>
                  <a:lnTo>
                    <a:pt x="135623" y="0"/>
                  </a:lnTo>
                  <a:lnTo>
                    <a:pt x="135623" y="28613"/>
                  </a:lnTo>
                  <a:lnTo>
                    <a:pt x="139115" y="28613"/>
                  </a:lnTo>
                  <a:lnTo>
                    <a:pt x="139115" y="0"/>
                  </a:lnTo>
                  <a:close/>
                </a:path>
                <a:path w="224790" h="29210">
                  <a:moveTo>
                    <a:pt x="146253" y="0"/>
                  </a:moveTo>
                  <a:lnTo>
                    <a:pt x="142760" y="0"/>
                  </a:lnTo>
                  <a:lnTo>
                    <a:pt x="142760" y="28613"/>
                  </a:lnTo>
                  <a:lnTo>
                    <a:pt x="146253" y="28613"/>
                  </a:lnTo>
                  <a:lnTo>
                    <a:pt x="146253" y="0"/>
                  </a:lnTo>
                  <a:close/>
                </a:path>
                <a:path w="224790" h="29210">
                  <a:moveTo>
                    <a:pt x="153390" y="0"/>
                  </a:moveTo>
                  <a:lnTo>
                    <a:pt x="149898" y="0"/>
                  </a:lnTo>
                  <a:lnTo>
                    <a:pt x="149898" y="28613"/>
                  </a:lnTo>
                  <a:lnTo>
                    <a:pt x="153390" y="28613"/>
                  </a:lnTo>
                  <a:lnTo>
                    <a:pt x="153390" y="0"/>
                  </a:lnTo>
                  <a:close/>
                </a:path>
                <a:path w="224790" h="29210">
                  <a:moveTo>
                    <a:pt x="160528" y="0"/>
                  </a:moveTo>
                  <a:lnTo>
                    <a:pt x="157035" y="0"/>
                  </a:lnTo>
                  <a:lnTo>
                    <a:pt x="157035" y="28613"/>
                  </a:lnTo>
                  <a:lnTo>
                    <a:pt x="160528" y="28613"/>
                  </a:lnTo>
                  <a:lnTo>
                    <a:pt x="160528" y="0"/>
                  </a:lnTo>
                  <a:close/>
                </a:path>
                <a:path w="224790" h="29210">
                  <a:moveTo>
                    <a:pt x="167665" y="0"/>
                  </a:moveTo>
                  <a:lnTo>
                    <a:pt x="164172" y="0"/>
                  </a:lnTo>
                  <a:lnTo>
                    <a:pt x="164172" y="28613"/>
                  </a:lnTo>
                  <a:lnTo>
                    <a:pt x="167665" y="28613"/>
                  </a:lnTo>
                  <a:lnTo>
                    <a:pt x="167665" y="0"/>
                  </a:lnTo>
                  <a:close/>
                </a:path>
                <a:path w="224790" h="29210">
                  <a:moveTo>
                    <a:pt x="174802" y="0"/>
                  </a:moveTo>
                  <a:lnTo>
                    <a:pt x="171310" y="0"/>
                  </a:lnTo>
                  <a:lnTo>
                    <a:pt x="171310" y="28613"/>
                  </a:lnTo>
                  <a:lnTo>
                    <a:pt x="174802" y="28613"/>
                  </a:lnTo>
                  <a:lnTo>
                    <a:pt x="174802" y="0"/>
                  </a:lnTo>
                  <a:close/>
                </a:path>
                <a:path w="224790" h="29210">
                  <a:moveTo>
                    <a:pt x="181952" y="0"/>
                  </a:moveTo>
                  <a:lnTo>
                    <a:pt x="178460" y="0"/>
                  </a:lnTo>
                  <a:lnTo>
                    <a:pt x="178460" y="28613"/>
                  </a:lnTo>
                  <a:lnTo>
                    <a:pt x="181952" y="28613"/>
                  </a:lnTo>
                  <a:lnTo>
                    <a:pt x="181952" y="0"/>
                  </a:lnTo>
                  <a:close/>
                </a:path>
                <a:path w="224790" h="29210">
                  <a:moveTo>
                    <a:pt x="189090" y="0"/>
                  </a:moveTo>
                  <a:lnTo>
                    <a:pt x="185597" y="0"/>
                  </a:lnTo>
                  <a:lnTo>
                    <a:pt x="185597" y="28613"/>
                  </a:lnTo>
                  <a:lnTo>
                    <a:pt x="189090" y="28613"/>
                  </a:lnTo>
                  <a:lnTo>
                    <a:pt x="189090" y="0"/>
                  </a:lnTo>
                  <a:close/>
                </a:path>
                <a:path w="224790" h="29210">
                  <a:moveTo>
                    <a:pt x="196227" y="0"/>
                  </a:moveTo>
                  <a:lnTo>
                    <a:pt x="192735" y="0"/>
                  </a:lnTo>
                  <a:lnTo>
                    <a:pt x="192735" y="28613"/>
                  </a:lnTo>
                  <a:lnTo>
                    <a:pt x="196227" y="28613"/>
                  </a:lnTo>
                  <a:lnTo>
                    <a:pt x="196227" y="0"/>
                  </a:lnTo>
                  <a:close/>
                </a:path>
                <a:path w="224790" h="29210">
                  <a:moveTo>
                    <a:pt x="203365" y="0"/>
                  </a:moveTo>
                  <a:lnTo>
                    <a:pt x="199872" y="0"/>
                  </a:lnTo>
                  <a:lnTo>
                    <a:pt x="199872" y="28613"/>
                  </a:lnTo>
                  <a:lnTo>
                    <a:pt x="203365" y="28613"/>
                  </a:lnTo>
                  <a:lnTo>
                    <a:pt x="203365" y="0"/>
                  </a:lnTo>
                  <a:close/>
                </a:path>
                <a:path w="224790" h="29210">
                  <a:moveTo>
                    <a:pt x="210489" y="0"/>
                  </a:moveTo>
                  <a:lnTo>
                    <a:pt x="207010" y="0"/>
                  </a:lnTo>
                  <a:lnTo>
                    <a:pt x="207010" y="28613"/>
                  </a:lnTo>
                  <a:lnTo>
                    <a:pt x="210489" y="28613"/>
                  </a:lnTo>
                  <a:lnTo>
                    <a:pt x="210489" y="0"/>
                  </a:lnTo>
                  <a:close/>
                </a:path>
                <a:path w="224790" h="29210">
                  <a:moveTo>
                    <a:pt x="217627" y="0"/>
                  </a:moveTo>
                  <a:lnTo>
                    <a:pt x="214147" y="0"/>
                  </a:lnTo>
                  <a:lnTo>
                    <a:pt x="214147" y="28613"/>
                  </a:lnTo>
                  <a:lnTo>
                    <a:pt x="217627" y="28613"/>
                  </a:lnTo>
                  <a:lnTo>
                    <a:pt x="217627" y="0"/>
                  </a:lnTo>
                  <a:close/>
                </a:path>
                <a:path w="224790" h="29210">
                  <a:moveTo>
                    <a:pt x="224764" y="0"/>
                  </a:moveTo>
                  <a:lnTo>
                    <a:pt x="221284" y="0"/>
                  </a:lnTo>
                  <a:lnTo>
                    <a:pt x="221284" y="28613"/>
                  </a:lnTo>
                  <a:lnTo>
                    <a:pt x="224764" y="28613"/>
                  </a:lnTo>
                  <a:lnTo>
                    <a:pt x="224764" y="0"/>
                  </a:lnTo>
                  <a:close/>
                </a:path>
              </a:pathLst>
            </a:custGeom>
            <a:solidFill>
              <a:srgbClr val="545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0" name="object 13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299330" y="2037866"/>
              <a:ext cx="38332" cy="119636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9299321" y="2041105"/>
              <a:ext cx="38735" cy="114935"/>
            </a:xfrm>
            <a:custGeom>
              <a:avLst/>
              <a:gdLst/>
              <a:ahLst/>
              <a:cxnLst/>
              <a:rect l="l" t="t" r="r" b="b"/>
              <a:pathLst>
                <a:path w="38734" h="114935">
                  <a:moveTo>
                    <a:pt x="38341" y="111887"/>
                  </a:moveTo>
                  <a:lnTo>
                    <a:pt x="0" y="111887"/>
                  </a:lnTo>
                  <a:lnTo>
                    <a:pt x="0" y="114490"/>
                  </a:lnTo>
                  <a:lnTo>
                    <a:pt x="38341" y="114490"/>
                  </a:lnTo>
                  <a:lnTo>
                    <a:pt x="38341" y="111887"/>
                  </a:lnTo>
                  <a:close/>
                </a:path>
                <a:path w="38734" h="114935">
                  <a:moveTo>
                    <a:pt x="38341" y="106540"/>
                  </a:moveTo>
                  <a:lnTo>
                    <a:pt x="0" y="106540"/>
                  </a:lnTo>
                  <a:lnTo>
                    <a:pt x="0" y="109143"/>
                  </a:lnTo>
                  <a:lnTo>
                    <a:pt x="38341" y="109143"/>
                  </a:lnTo>
                  <a:lnTo>
                    <a:pt x="38341" y="106540"/>
                  </a:lnTo>
                  <a:close/>
                </a:path>
                <a:path w="38734" h="114935">
                  <a:moveTo>
                    <a:pt x="38341" y="101219"/>
                  </a:moveTo>
                  <a:lnTo>
                    <a:pt x="0" y="101219"/>
                  </a:lnTo>
                  <a:lnTo>
                    <a:pt x="0" y="103822"/>
                  </a:lnTo>
                  <a:lnTo>
                    <a:pt x="38341" y="103822"/>
                  </a:lnTo>
                  <a:lnTo>
                    <a:pt x="38341" y="101219"/>
                  </a:lnTo>
                  <a:close/>
                </a:path>
                <a:path w="38734" h="114935">
                  <a:moveTo>
                    <a:pt x="38341" y="95897"/>
                  </a:moveTo>
                  <a:lnTo>
                    <a:pt x="0" y="95897"/>
                  </a:lnTo>
                  <a:lnTo>
                    <a:pt x="0" y="98501"/>
                  </a:lnTo>
                  <a:lnTo>
                    <a:pt x="38341" y="98501"/>
                  </a:lnTo>
                  <a:lnTo>
                    <a:pt x="38341" y="95897"/>
                  </a:lnTo>
                  <a:close/>
                </a:path>
                <a:path w="38734" h="114935">
                  <a:moveTo>
                    <a:pt x="38341" y="90576"/>
                  </a:moveTo>
                  <a:lnTo>
                    <a:pt x="0" y="90576"/>
                  </a:lnTo>
                  <a:lnTo>
                    <a:pt x="0" y="93179"/>
                  </a:lnTo>
                  <a:lnTo>
                    <a:pt x="38341" y="93179"/>
                  </a:lnTo>
                  <a:lnTo>
                    <a:pt x="38341" y="90576"/>
                  </a:lnTo>
                  <a:close/>
                </a:path>
                <a:path w="38734" h="114935">
                  <a:moveTo>
                    <a:pt x="38341" y="85255"/>
                  </a:moveTo>
                  <a:lnTo>
                    <a:pt x="0" y="85255"/>
                  </a:lnTo>
                  <a:lnTo>
                    <a:pt x="0" y="87858"/>
                  </a:lnTo>
                  <a:lnTo>
                    <a:pt x="38341" y="87858"/>
                  </a:lnTo>
                  <a:lnTo>
                    <a:pt x="38341" y="85255"/>
                  </a:lnTo>
                  <a:close/>
                </a:path>
                <a:path w="38734" h="114935">
                  <a:moveTo>
                    <a:pt x="38341" y="79908"/>
                  </a:moveTo>
                  <a:lnTo>
                    <a:pt x="0" y="79908"/>
                  </a:lnTo>
                  <a:lnTo>
                    <a:pt x="0" y="82511"/>
                  </a:lnTo>
                  <a:lnTo>
                    <a:pt x="38341" y="82511"/>
                  </a:lnTo>
                  <a:lnTo>
                    <a:pt x="38341" y="79908"/>
                  </a:lnTo>
                  <a:close/>
                </a:path>
                <a:path w="38734" h="114935">
                  <a:moveTo>
                    <a:pt x="38341" y="74587"/>
                  </a:moveTo>
                  <a:lnTo>
                    <a:pt x="0" y="74587"/>
                  </a:lnTo>
                  <a:lnTo>
                    <a:pt x="0" y="77190"/>
                  </a:lnTo>
                  <a:lnTo>
                    <a:pt x="38341" y="77190"/>
                  </a:lnTo>
                  <a:lnTo>
                    <a:pt x="38341" y="74587"/>
                  </a:lnTo>
                  <a:close/>
                </a:path>
                <a:path w="38734" h="114935">
                  <a:moveTo>
                    <a:pt x="38341" y="69265"/>
                  </a:moveTo>
                  <a:lnTo>
                    <a:pt x="0" y="69265"/>
                  </a:lnTo>
                  <a:lnTo>
                    <a:pt x="0" y="71869"/>
                  </a:lnTo>
                  <a:lnTo>
                    <a:pt x="38341" y="71869"/>
                  </a:lnTo>
                  <a:lnTo>
                    <a:pt x="38341" y="69265"/>
                  </a:lnTo>
                  <a:close/>
                </a:path>
                <a:path w="38734" h="114935">
                  <a:moveTo>
                    <a:pt x="38341" y="63931"/>
                  </a:moveTo>
                  <a:lnTo>
                    <a:pt x="0" y="63931"/>
                  </a:lnTo>
                  <a:lnTo>
                    <a:pt x="0" y="66535"/>
                  </a:lnTo>
                  <a:lnTo>
                    <a:pt x="38341" y="66535"/>
                  </a:lnTo>
                  <a:lnTo>
                    <a:pt x="38341" y="63931"/>
                  </a:lnTo>
                  <a:close/>
                </a:path>
                <a:path w="38734" h="114935">
                  <a:moveTo>
                    <a:pt x="38341" y="58610"/>
                  </a:moveTo>
                  <a:lnTo>
                    <a:pt x="0" y="58610"/>
                  </a:lnTo>
                  <a:lnTo>
                    <a:pt x="0" y="61214"/>
                  </a:lnTo>
                  <a:lnTo>
                    <a:pt x="38341" y="61214"/>
                  </a:lnTo>
                  <a:lnTo>
                    <a:pt x="38341" y="58610"/>
                  </a:lnTo>
                  <a:close/>
                </a:path>
                <a:path w="38734" h="114935">
                  <a:moveTo>
                    <a:pt x="38341" y="53276"/>
                  </a:moveTo>
                  <a:lnTo>
                    <a:pt x="0" y="53276"/>
                  </a:lnTo>
                  <a:lnTo>
                    <a:pt x="0" y="55880"/>
                  </a:lnTo>
                  <a:lnTo>
                    <a:pt x="38341" y="55880"/>
                  </a:lnTo>
                  <a:lnTo>
                    <a:pt x="38341" y="53276"/>
                  </a:lnTo>
                  <a:close/>
                </a:path>
                <a:path w="38734" h="114935">
                  <a:moveTo>
                    <a:pt x="38341" y="47955"/>
                  </a:moveTo>
                  <a:lnTo>
                    <a:pt x="0" y="47955"/>
                  </a:lnTo>
                  <a:lnTo>
                    <a:pt x="0" y="50558"/>
                  </a:lnTo>
                  <a:lnTo>
                    <a:pt x="38341" y="50558"/>
                  </a:lnTo>
                  <a:lnTo>
                    <a:pt x="38341" y="47955"/>
                  </a:lnTo>
                  <a:close/>
                </a:path>
                <a:path w="38734" h="114935">
                  <a:moveTo>
                    <a:pt x="38341" y="42633"/>
                  </a:moveTo>
                  <a:lnTo>
                    <a:pt x="0" y="42633"/>
                  </a:lnTo>
                  <a:lnTo>
                    <a:pt x="0" y="45237"/>
                  </a:lnTo>
                  <a:lnTo>
                    <a:pt x="38341" y="45237"/>
                  </a:lnTo>
                  <a:lnTo>
                    <a:pt x="38341" y="42633"/>
                  </a:lnTo>
                  <a:close/>
                </a:path>
                <a:path w="38734" h="114935">
                  <a:moveTo>
                    <a:pt x="38341" y="37287"/>
                  </a:moveTo>
                  <a:lnTo>
                    <a:pt x="0" y="37287"/>
                  </a:lnTo>
                  <a:lnTo>
                    <a:pt x="0" y="39890"/>
                  </a:lnTo>
                  <a:lnTo>
                    <a:pt x="38341" y="39890"/>
                  </a:lnTo>
                  <a:lnTo>
                    <a:pt x="38341" y="37287"/>
                  </a:lnTo>
                  <a:close/>
                </a:path>
                <a:path w="38734" h="114935">
                  <a:moveTo>
                    <a:pt x="38341" y="31965"/>
                  </a:moveTo>
                  <a:lnTo>
                    <a:pt x="0" y="31965"/>
                  </a:lnTo>
                  <a:lnTo>
                    <a:pt x="0" y="34569"/>
                  </a:lnTo>
                  <a:lnTo>
                    <a:pt x="38341" y="34569"/>
                  </a:lnTo>
                  <a:lnTo>
                    <a:pt x="38341" y="31965"/>
                  </a:lnTo>
                  <a:close/>
                </a:path>
                <a:path w="38734" h="114935">
                  <a:moveTo>
                    <a:pt x="38341" y="26644"/>
                  </a:moveTo>
                  <a:lnTo>
                    <a:pt x="0" y="26644"/>
                  </a:lnTo>
                  <a:lnTo>
                    <a:pt x="0" y="29248"/>
                  </a:lnTo>
                  <a:lnTo>
                    <a:pt x="38341" y="29248"/>
                  </a:lnTo>
                  <a:lnTo>
                    <a:pt x="38341" y="26644"/>
                  </a:lnTo>
                  <a:close/>
                </a:path>
                <a:path w="38734" h="114935">
                  <a:moveTo>
                    <a:pt x="38341" y="21310"/>
                  </a:moveTo>
                  <a:lnTo>
                    <a:pt x="0" y="21310"/>
                  </a:lnTo>
                  <a:lnTo>
                    <a:pt x="0" y="23914"/>
                  </a:lnTo>
                  <a:lnTo>
                    <a:pt x="38341" y="23914"/>
                  </a:lnTo>
                  <a:lnTo>
                    <a:pt x="38341" y="21310"/>
                  </a:lnTo>
                  <a:close/>
                </a:path>
                <a:path w="38734" h="114935">
                  <a:moveTo>
                    <a:pt x="38341" y="15989"/>
                  </a:moveTo>
                  <a:lnTo>
                    <a:pt x="0" y="15989"/>
                  </a:lnTo>
                  <a:lnTo>
                    <a:pt x="0" y="18592"/>
                  </a:lnTo>
                  <a:lnTo>
                    <a:pt x="38341" y="18592"/>
                  </a:lnTo>
                  <a:lnTo>
                    <a:pt x="38341" y="15989"/>
                  </a:lnTo>
                  <a:close/>
                </a:path>
                <a:path w="38734" h="114935">
                  <a:moveTo>
                    <a:pt x="38341" y="10655"/>
                  </a:moveTo>
                  <a:lnTo>
                    <a:pt x="0" y="10655"/>
                  </a:lnTo>
                  <a:lnTo>
                    <a:pt x="0" y="13258"/>
                  </a:lnTo>
                  <a:lnTo>
                    <a:pt x="38341" y="13258"/>
                  </a:lnTo>
                  <a:lnTo>
                    <a:pt x="38341" y="10655"/>
                  </a:lnTo>
                  <a:close/>
                </a:path>
                <a:path w="38734" h="114935">
                  <a:moveTo>
                    <a:pt x="38341" y="5334"/>
                  </a:moveTo>
                  <a:lnTo>
                    <a:pt x="0" y="5334"/>
                  </a:lnTo>
                  <a:lnTo>
                    <a:pt x="0" y="7937"/>
                  </a:lnTo>
                  <a:lnTo>
                    <a:pt x="38341" y="7937"/>
                  </a:lnTo>
                  <a:lnTo>
                    <a:pt x="38341" y="5334"/>
                  </a:lnTo>
                  <a:close/>
                </a:path>
                <a:path w="38734" h="114935">
                  <a:moveTo>
                    <a:pt x="38341" y="0"/>
                  </a:moveTo>
                  <a:lnTo>
                    <a:pt x="0" y="0"/>
                  </a:lnTo>
                  <a:lnTo>
                    <a:pt x="0" y="2603"/>
                  </a:lnTo>
                  <a:lnTo>
                    <a:pt x="38341" y="2603"/>
                  </a:lnTo>
                  <a:lnTo>
                    <a:pt x="38341" y="0"/>
                  </a:lnTo>
                  <a:close/>
                </a:path>
              </a:pathLst>
            </a:custGeom>
            <a:solidFill>
              <a:srgbClr val="545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2" name="object 13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583341" y="2037866"/>
              <a:ext cx="38332" cy="119636"/>
            </a:xfrm>
            <a:prstGeom prst="rect">
              <a:avLst/>
            </a:prstGeom>
          </p:spPr>
        </p:pic>
        <p:sp>
          <p:nvSpPr>
            <p:cNvPr id="133" name="object 133"/>
            <p:cNvSpPr/>
            <p:nvPr/>
          </p:nvSpPr>
          <p:spPr>
            <a:xfrm>
              <a:off x="9583331" y="2039810"/>
              <a:ext cx="38735" cy="114935"/>
            </a:xfrm>
            <a:custGeom>
              <a:avLst/>
              <a:gdLst/>
              <a:ahLst/>
              <a:cxnLst/>
              <a:rect l="l" t="t" r="r" b="b"/>
              <a:pathLst>
                <a:path w="38734" h="114935">
                  <a:moveTo>
                    <a:pt x="38341" y="111861"/>
                  </a:moveTo>
                  <a:lnTo>
                    <a:pt x="0" y="111861"/>
                  </a:lnTo>
                  <a:lnTo>
                    <a:pt x="0" y="114465"/>
                  </a:lnTo>
                  <a:lnTo>
                    <a:pt x="38341" y="114465"/>
                  </a:lnTo>
                  <a:lnTo>
                    <a:pt x="38341" y="111861"/>
                  </a:lnTo>
                  <a:close/>
                </a:path>
                <a:path w="38734" h="114935">
                  <a:moveTo>
                    <a:pt x="38341" y="106540"/>
                  </a:moveTo>
                  <a:lnTo>
                    <a:pt x="0" y="106540"/>
                  </a:lnTo>
                  <a:lnTo>
                    <a:pt x="0" y="109143"/>
                  </a:lnTo>
                  <a:lnTo>
                    <a:pt x="38341" y="109143"/>
                  </a:lnTo>
                  <a:lnTo>
                    <a:pt x="38341" y="106540"/>
                  </a:lnTo>
                  <a:close/>
                </a:path>
                <a:path w="38734" h="114935">
                  <a:moveTo>
                    <a:pt x="38341" y="101219"/>
                  </a:moveTo>
                  <a:lnTo>
                    <a:pt x="0" y="101219"/>
                  </a:lnTo>
                  <a:lnTo>
                    <a:pt x="0" y="103822"/>
                  </a:lnTo>
                  <a:lnTo>
                    <a:pt x="38341" y="103822"/>
                  </a:lnTo>
                  <a:lnTo>
                    <a:pt x="38341" y="101219"/>
                  </a:lnTo>
                  <a:close/>
                </a:path>
                <a:path w="38734" h="114935">
                  <a:moveTo>
                    <a:pt x="38341" y="95897"/>
                  </a:moveTo>
                  <a:lnTo>
                    <a:pt x="0" y="95897"/>
                  </a:lnTo>
                  <a:lnTo>
                    <a:pt x="0" y="98501"/>
                  </a:lnTo>
                  <a:lnTo>
                    <a:pt x="38341" y="98501"/>
                  </a:lnTo>
                  <a:lnTo>
                    <a:pt x="38341" y="95897"/>
                  </a:lnTo>
                  <a:close/>
                </a:path>
                <a:path w="38734" h="114935">
                  <a:moveTo>
                    <a:pt x="38341" y="90576"/>
                  </a:moveTo>
                  <a:lnTo>
                    <a:pt x="0" y="90576"/>
                  </a:lnTo>
                  <a:lnTo>
                    <a:pt x="0" y="93179"/>
                  </a:lnTo>
                  <a:lnTo>
                    <a:pt x="38341" y="93179"/>
                  </a:lnTo>
                  <a:lnTo>
                    <a:pt x="38341" y="90576"/>
                  </a:lnTo>
                  <a:close/>
                </a:path>
                <a:path w="38734" h="114935">
                  <a:moveTo>
                    <a:pt x="38341" y="85242"/>
                  </a:moveTo>
                  <a:lnTo>
                    <a:pt x="0" y="85242"/>
                  </a:lnTo>
                  <a:lnTo>
                    <a:pt x="0" y="87845"/>
                  </a:lnTo>
                  <a:lnTo>
                    <a:pt x="38341" y="87845"/>
                  </a:lnTo>
                  <a:lnTo>
                    <a:pt x="38341" y="85242"/>
                  </a:lnTo>
                  <a:close/>
                </a:path>
                <a:path w="38734" h="114935">
                  <a:moveTo>
                    <a:pt x="38341" y="79921"/>
                  </a:moveTo>
                  <a:lnTo>
                    <a:pt x="0" y="79921"/>
                  </a:lnTo>
                  <a:lnTo>
                    <a:pt x="0" y="82524"/>
                  </a:lnTo>
                  <a:lnTo>
                    <a:pt x="38341" y="82524"/>
                  </a:lnTo>
                  <a:lnTo>
                    <a:pt x="38341" y="79921"/>
                  </a:lnTo>
                  <a:close/>
                </a:path>
                <a:path w="38734" h="114935">
                  <a:moveTo>
                    <a:pt x="38341" y="74587"/>
                  </a:moveTo>
                  <a:lnTo>
                    <a:pt x="0" y="74587"/>
                  </a:lnTo>
                  <a:lnTo>
                    <a:pt x="0" y="77190"/>
                  </a:lnTo>
                  <a:lnTo>
                    <a:pt x="38341" y="77190"/>
                  </a:lnTo>
                  <a:lnTo>
                    <a:pt x="38341" y="74587"/>
                  </a:lnTo>
                  <a:close/>
                </a:path>
                <a:path w="38734" h="114935">
                  <a:moveTo>
                    <a:pt x="38341" y="69253"/>
                  </a:moveTo>
                  <a:lnTo>
                    <a:pt x="0" y="69253"/>
                  </a:lnTo>
                  <a:lnTo>
                    <a:pt x="0" y="71856"/>
                  </a:lnTo>
                  <a:lnTo>
                    <a:pt x="38341" y="71856"/>
                  </a:lnTo>
                  <a:lnTo>
                    <a:pt x="38341" y="69253"/>
                  </a:lnTo>
                  <a:close/>
                </a:path>
                <a:path w="38734" h="114935">
                  <a:moveTo>
                    <a:pt x="38341" y="63931"/>
                  </a:moveTo>
                  <a:lnTo>
                    <a:pt x="0" y="63931"/>
                  </a:lnTo>
                  <a:lnTo>
                    <a:pt x="0" y="66535"/>
                  </a:lnTo>
                  <a:lnTo>
                    <a:pt x="38341" y="66535"/>
                  </a:lnTo>
                  <a:lnTo>
                    <a:pt x="38341" y="63931"/>
                  </a:lnTo>
                  <a:close/>
                </a:path>
                <a:path w="38734" h="114935">
                  <a:moveTo>
                    <a:pt x="38341" y="58597"/>
                  </a:moveTo>
                  <a:lnTo>
                    <a:pt x="0" y="58597"/>
                  </a:lnTo>
                  <a:lnTo>
                    <a:pt x="0" y="61201"/>
                  </a:lnTo>
                  <a:lnTo>
                    <a:pt x="38341" y="61201"/>
                  </a:lnTo>
                  <a:lnTo>
                    <a:pt x="38341" y="58597"/>
                  </a:lnTo>
                  <a:close/>
                </a:path>
                <a:path w="38734" h="114935">
                  <a:moveTo>
                    <a:pt x="38341" y="53276"/>
                  </a:moveTo>
                  <a:lnTo>
                    <a:pt x="0" y="53276"/>
                  </a:lnTo>
                  <a:lnTo>
                    <a:pt x="0" y="55880"/>
                  </a:lnTo>
                  <a:lnTo>
                    <a:pt x="38341" y="55880"/>
                  </a:lnTo>
                  <a:lnTo>
                    <a:pt x="38341" y="53276"/>
                  </a:lnTo>
                  <a:close/>
                </a:path>
                <a:path w="38734" h="114935">
                  <a:moveTo>
                    <a:pt x="38341" y="47942"/>
                  </a:moveTo>
                  <a:lnTo>
                    <a:pt x="0" y="47942"/>
                  </a:lnTo>
                  <a:lnTo>
                    <a:pt x="0" y="50546"/>
                  </a:lnTo>
                  <a:lnTo>
                    <a:pt x="38341" y="50546"/>
                  </a:lnTo>
                  <a:lnTo>
                    <a:pt x="38341" y="47942"/>
                  </a:lnTo>
                  <a:close/>
                </a:path>
                <a:path w="38734" h="114935">
                  <a:moveTo>
                    <a:pt x="38341" y="42621"/>
                  </a:moveTo>
                  <a:lnTo>
                    <a:pt x="0" y="42621"/>
                  </a:lnTo>
                  <a:lnTo>
                    <a:pt x="0" y="45224"/>
                  </a:lnTo>
                  <a:lnTo>
                    <a:pt x="38341" y="45224"/>
                  </a:lnTo>
                  <a:lnTo>
                    <a:pt x="38341" y="42621"/>
                  </a:lnTo>
                  <a:close/>
                </a:path>
                <a:path w="38734" h="114935">
                  <a:moveTo>
                    <a:pt x="38341" y="37299"/>
                  </a:moveTo>
                  <a:lnTo>
                    <a:pt x="0" y="37299"/>
                  </a:lnTo>
                  <a:lnTo>
                    <a:pt x="0" y="39903"/>
                  </a:lnTo>
                  <a:lnTo>
                    <a:pt x="38341" y="39903"/>
                  </a:lnTo>
                  <a:lnTo>
                    <a:pt x="38341" y="37299"/>
                  </a:lnTo>
                  <a:close/>
                </a:path>
                <a:path w="38734" h="114935">
                  <a:moveTo>
                    <a:pt x="38341" y="31953"/>
                  </a:moveTo>
                  <a:lnTo>
                    <a:pt x="0" y="31953"/>
                  </a:lnTo>
                  <a:lnTo>
                    <a:pt x="0" y="34556"/>
                  </a:lnTo>
                  <a:lnTo>
                    <a:pt x="38341" y="34556"/>
                  </a:lnTo>
                  <a:lnTo>
                    <a:pt x="38341" y="31953"/>
                  </a:lnTo>
                  <a:close/>
                </a:path>
                <a:path w="38734" h="114935">
                  <a:moveTo>
                    <a:pt x="38341" y="26631"/>
                  </a:moveTo>
                  <a:lnTo>
                    <a:pt x="0" y="26631"/>
                  </a:lnTo>
                  <a:lnTo>
                    <a:pt x="0" y="29235"/>
                  </a:lnTo>
                  <a:lnTo>
                    <a:pt x="38341" y="29235"/>
                  </a:lnTo>
                  <a:lnTo>
                    <a:pt x="38341" y="26631"/>
                  </a:lnTo>
                  <a:close/>
                </a:path>
                <a:path w="38734" h="114935">
                  <a:moveTo>
                    <a:pt x="38341" y="21310"/>
                  </a:moveTo>
                  <a:lnTo>
                    <a:pt x="0" y="21310"/>
                  </a:lnTo>
                  <a:lnTo>
                    <a:pt x="0" y="23914"/>
                  </a:lnTo>
                  <a:lnTo>
                    <a:pt x="38341" y="23914"/>
                  </a:lnTo>
                  <a:lnTo>
                    <a:pt x="38341" y="21310"/>
                  </a:lnTo>
                  <a:close/>
                </a:path>
                <a:path w="38734" h="114935">
                  <a:moveTo>
                    <a:pt x="38341" y="15976"/>
                  </a:moveTo>
                  <a:lnTo>
                    <a:pt x="0" y="15976"/>
                  </a:lnTo>
                  <a:lnTo>
                    <a:pt x="0" y="18580"/>
                  </a:lnTo>
                  <a:lnTo>
                    <a:pt x="38341" y="18580"/>
                  </a:lnTo>
                  <a:lnTo>
                    <a:pt x="38341" y="15976"/>
                  </a:lnTo>
                  <a:close/>
                </a:path>
                <a:path w="38734" h="114935">
                  <a:moveTo>
                    <a:pt x="38341" y="10655"/>
                  </a:moveTo>
                  <a:lnTo>
                    <a:pt x="0" y="10655"/>
                  </a:lnTo>
                  <a:lnTo>
                    <a:pt x="0" y="13258"/>
                  </a:lnTo>
                  <a:lnTo>
                    <a:pt x="38341" y="13258"/>
                  </a:lnTo>
                  <a:lnTo>
                    <a:pt x="38341" y="10655"/>
                  </a:lnTo>
                  <a:close/>
                </a:path>
                <a:path w="38734" h="114935">
                  <a:moveTo>
                    <a:pt x="38341" y="5321"/>
                  </a:moveTo>
                  <a:lnTo>
                    <a:pt x="0" y="5321"/>
                  </a:lnTo>
                  <a:lnTo>
                    <a:pt x="0" y="7924"/>
                  </a:lnTo>
                  <a:lnTo>
                    <a:pt x="38341" y="7924"/>
                  </a:lnTo>
                  <a:lnTo>
                    <a:pt x="38341" y="5321"/>
                  </a:lnTo>
                  <a:close/>
                </a:path>
                <a:path w="38734" h="114935">
                  <a:moveTo>
                    <a:pt x="38341" y="0"/>
                  </a:moveTo>
                  <a:lnTo>
                    <a:pt x="0" y="0"/>
                  </a:lnTo>
                  <a:lnTo>
                    <a:pt x="0" y="2603"/>
                  </a:lnTo>
                  <a:lnTo>
                    <a:pt x="38341" y="2603"/>
                  </a:lnTo>
                  <a:lnTo>
                    <a:pt x="38341" y="0"/>
                  </a:lnTo>
                  <a:close/>
                </a:path>
              </a:pathLst>
            </a:custGeom>
            <a:solidFill>
              <a:srgbClr val="545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4" name="object 134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9311639" y="2011679"/>
              <a:ext cx="292607" cy="170687"/>
            </a:xfrm>
            <a:prstGeom prst="rect">
              <a:avLst/>
            </a:prstGeom>
          </p:spPr>
        </p:pic>
        <p:sp>
          <p:nvSpPr>
            <p:cNvPr id="135" name="object 135"/>
            <p:cNvSpPr/>
            <p:nvPr/>
          </p:nvSpPr>
          <p:spPr>
            <a:xfrm>
              <a:off x="9164142" y="1893760"/>
              <a:ext cx="514984" cy="422275"/>
            </a:xfrm>
            <a:custGeom>
              <a:avLst/>
              <a:gdLst/>
              <a:ahLst/>
              <a:cxnLst/>
              <a:rect l="l" t="t" r="r" b="b"/>
              <a:pathLst>
                <a:path w="514984" h="422275">
                  <a:moveTo>
                    <a:pt x="514527" y="125882"/>
                  </a:moveTo>
                  <a:lnTo>
                    <a:pt x="514172" y="125882"/>
                  </a:lnTo>
                  <a:lnTo>
                    <a:pt x="514172" y="124612"/>
                  </a:lnTo>
                  <a:lnTo>
                    <a:pt x="355" y="124612"/>
                  </a:lnTo>
                  <a:lnTo>
                    <a:pt x="355" y="125882"/>
                  </a:lnTo>
                  <a:lnTo>
                    <a:pt x="0" y="125882"/>
                  </a:lnTo>
                  <a:lnTo>
                    <a:pt x="0" y="420852"/>
                  </a:lnTo>
                  <a:lnTo>
                    <a:pt x="292" y="420852"/>
                  </a:lnTo>
                  <a:lnTo>
                    <a:pt x="292" y="422122"/>
                  </a:lnTo>
                  <a:lnTo>
                    <a:pt x="514235" y="422122"/>
                  </a:lnTo>
                  <a:lnTo>
                    <a:pt x="514235" y="420852"/>
                  </a:lnTo>
                  <a:lnTo>
                    <a:pt x="514527" y="420852"/>
                  </a:lnTo>
                  <a:lnTo>
                    <a:pt x="514527" y="125882"/>
                  </a:lnTo>
                  <a:close/>
                </a:path>
                <a:path w="514984" h="422275">
                  <a:moveTo>
                    <a:pt x="514527" y="1282"/>
                  </a:moveTo>
                  <a:lnTo>
                    <a:pt x="514197" y="1282"/>
                  </a:lnTo>
                  <a:lnTo>
                    <a:pt x="514197" y="0"/>
                  </a:lnTo>
                  <a:lnTo>
                    <a:pt x="330" y="0"/>
                  </a:lnTo>
                  <a:lnTo>
                    <a:pt x="330" y="1282"/>
                  </a:lnTo>
                  <a:lnTo>
                    <a:pt x="0" y="1282"/>
                  </a:lnTo>
                  <a:lnTo>
                    <a:pt x="0" y="113169"/>
                  </a:lnTo>
                  <a:lnTo>
                    <a:pt x="25" y="114439"/>
                  </a:lnTo>
                  <a:lnTo>
                    <a:pt x="514502" y="114439"/>
                  </a:lnTo>
                  <a:lnTo>
                    <a:pt x="514502" y="113169"/>
                  </a:lnTo>
                  <a:lnTo>
                    <a:pt x="514527" y="1282"/>
                  </a:lnTo>
                  <a:close/>
                </a:path>
              </a:pathLst>
            </a:custGeom>
            <a:solidFill>
              <a:srgbClr val="FFFF00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9164147" y="2330573"/>
              <a:ext cx="514984" cy="552450"/>
            </a:xfrm>
            <a:custGeom>
              <a:avLst/>
              <a:gdLst/>
              <a:ahLst/>
              <a:cxnLst/>
              <a:rect l="l" t="t" r="r" b="b"/>
              <a:pathLst>
                <a:path w="514984" h="552450">
                  <a:moveTo>
                    <a:pt x="514139" y="552385"/>
                  </a:moveTo>
                  <a:lnTo>
                    <a:pt x="394" y="552385"/>
                  </a:lnTo>
                  <a:lnTo>
                    <a:pt x="0" y="551826"/>
                  </a:lnTo>
                  <a:lnTo>
                    <a:pt x="0" y="558"/>
                  </a:lnTo>
                  <a:lnTo>
                    <a:pt x="394" y="0"/>
                  </a:lnTo>
                  <a:lnTo>
                    <a:pt x="1183" y="0"/>
                  </a:lnTo>
                  <a:lnTo>
                    <a:pt x="514139" y="0"/>
                  </a:lnTo>
                  <a:lnTo>
                    <a:pt x="514534" y="558"/>
                  </a:lnTo>
                  <a:lnTo>
                    <a:pt x="514534" y="551826"/>
                  </a:lnTo>
                  <a:lnTo>
                    <a:pt x="514139" y="552385"/>
                  </a:lnTo>
                  <a:close/>
                </a:path>
              </a:pathLst>
            </a:custGeom>
            <a:solidFill>
              <a:srgbClr val="FF0000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9164142" y="2891840"/>
              <a:ext cx="514984" cy="483234"/>
            </a:xfrm>
            <a:custGeom>
              <a:avLst/>
              <a:gdLst/>
              <a:ahLst/>
              <a:cxnLst/>
              <a:rect l="l" t="t" r="r" b="b"/>
              <a:pathLst>
                <a:path w="514984" h="483235">
                  <a:moveTo>
                    <a:pt x="514527" y="1270"/>
                  </a:moveTo>
                  <a:lnTo>
                    <a:pt x="514426" y="0"/>
                  </a:lnTo>
                  <a:lnTo>
                    <a:pt x="101" y="0"/>
                  </a:lnTo>
                  <a:lnTo>
                    <a:pt x="101" y="1270"/>
                  </a:lnTo>
                  <a:lnTo>
                    <a:pt x="0" y="483146"/>
                  </a:lnTo>
                  <a:lnTo>
                    <a:pt x="514527" y="483146"/>
                  </a:lnTo>
                  <a:lnTo>
                    <a:pt x="514527" y="1270"/>
                  </a:lnTo>
                  <a:close/>
                </a:path>
              </a:pathLst>
            </a:custGeom>
            <a:solidFill>
              <a:srgbClr val="FFFF00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9164147" y="1894280"/>
              <a:ext cx="514984" cy="1641475"/>
            </a:xfrm>
            <a:custGeom>
              <a:avLst/>
              <a:gdLst/>
              <a:ahLst/>
              <a:cxnLst/>
              <a:rect l="l" t="t" r="r" b="b"/>
              <a:pathLst>
                <a:path w="514984" h="1641475">
                  <a:moveTo>
                    <a:pt x="1183" y="0"/>
                  </a:moveTo>
                  <a:lnTo>
                    <a:pt x="513350" y="0"/>
                  </a:lnTo>
                  <a:lnTo>
                    <a:pt x="514139" y="0"/>
                  </a:lnTo>
                  <a:lnTo>
                    <a:pt x="514534" y="736"/>
                  </a:lnTo>
                  <a:lnTo>
                    <a:pt x="514534" y="2209"/>
                  </a:lnTo>
                  <a:lnTo>
                    <a:pt x="514534" y="1638771"/>
                  </a:lnTo>
                  <a:lnTo>
                    <a:pt x="514534" y="1640244"/>
                  </a:lnTo>
                  <a:lnTo>
                    <a:pt x="514139" y="1640980"/>
                  </a:lnTo>
                  <a:lnTo>
                    <a:pt x="513350" y="1640980"/>
                  </a:lnTo>
                  <a:lnTo>
                    <a:pt x="1183" y="1640980"/>
                  </a:lnTo>
                  <a:lnTo>
                    <a:pt x="394" y="1640980"/>
                  </a:lnTo>
                  <a:lnTo>
                    <a:pt x="0" y="1640244"/>
                  </a:lnTo>
                  <a:lnTo>
                    <a:pt x="0" y="1638771"/>
                  </a:lnTo>
                  <a:lnTo>
                    <a:pt x="0" y="2209"/>
                  </a:lnTo>
                  <a:lnTo>
                    <a:pt x="0" y="736"/>
                  </a:lnTo>
                  <a:lnTo>
                    <a:pt x="394" y="0"/>
                  </a:lnTo>
                  <a:lnTo>
                    <a:pt x="1183" y="0"/>
                  </a:lnTo>
                  <a:close/>
                </a:path>
              </a:pathLst>
            </a:custGeom>
            <a:ln w="155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9161691" y="2003056"/>
              <a:ext cx="513080" cy="885825"/>
            </a:xfrm>
            <a:custGeom>
              <a:avLst/>
              <a:gdLst/>
              <a:ahLst/>
              <a:cxnLst/>
              <a:rect l="l" t="t" r="r" b="b"/>
              <a:pathLst>
                <a:path w="513079" h="885825">
                  <a:moveTo>
                    <a:pt x="512483" y="872959"/>
                  </a:moveTo>
                  <a:lnTo>
                    <a:pt x="0" y="872959"/>
                  </a:lnTo>
                  <a:lnTo>
                    <a:pt x="0" y="885253"/>
                  </a:lnTo>
                  <a:lnTo>
                    <a:pt x="512483" y="885253"/>
                  </a:lnTo>
                  <a:lnTo>
                    <a:pt x="512483" y="872959"/>
                  </a:lnTo>
                  <a:close/>
                </a:path>
                <a:path w="513079" h="885825">
                  <a:moveTo>
                    <a:pt x="512483" y="311632"/>
                  </a:moveTo>
                  <a:lnTo>
                    <a:pt x="0" y="311632"/>
                  </a:lnTo>
                  <a:lnTo>
                    <a:pt x="0" y="323926"/>
                  </a:lnTo>
                  <a:lnTo>
                    <a:pt x="512483" y="323926"/>
                  </a:lnTo>
                  <a:lnTo>
                    <a:pt x="512483" y="311632"/>
                  </a:lnTo>
                  <a:close/>
                </a:path>
                <a:path w="513079" h="885825">
                  <a:moveTo>
                    <a:pt x="512483" y="0"/>
                  </a:moveTo>
                  <a:lnTo>
                    <a:pt x="0" y="0"/>
                  </a:lnTo>
                  <a:lnTo>
                    <a:pt x="0" y="12293"/>
                  </a:lnTo>
                  <a:lnTo>
                    <a:pt x="512483" y="12293"/>
                  </a:lnTo>
                  <a:lnTo>
                    <a:pt x="5124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9164147" y="3382407"/>
              <a:ext cx="514984" cy="150495"/>
            </a:xfrm>
            <a:custGeom>
              <a:avLst/>
              <a:gdLst/>
              <a:ahLst/>
              <a:cxnLst/>
              <a:rect l="l" t="t" r="r" b="b"/>
              <a:pathLst>
                <a:path w="514984" h="150495">
                  <a:moveTo>
                    <a:pt x="514139" y="150237"/>
                  </a:moveTo>
                  <a:lnTo>
                    <a:pt x="394" y="150237"/>
                  </a:lnTo>
                  <a:lnTo>
                    <a:pt x="0" y="150085"/>
                  </a:lnTo>
                  <a:lnTo>
                    <a:pt x="0" y="151"/>
                  </a:lnTo>
                  <a:lnTo>
                    <a:pt x="394" y="0"/>
                  </a:lnTo>
                  <a:lnTo>
                    <a:pt x="1183" y="0"/>
                  </a:lnTo>
                  <a:lnTo>
                    <a:pt x="514139" y="0"/>
                  </a:lnTo>
                  <a:lnTo>
                    <a:pt x="514534" y="151"/>
                  </a:lnTo>
                  <a:lnTo>
                    <a:pt x="514534" y="150085"/>
                  </a:lnTo>
                  <a:lnTo>
                    <a:pt x="514139" y="150237"/>
                  </a:lnTo>
                  <a:close/>
                </a:path>
              </a:pathLst>
            </a:custGeom>
            <a:solidFill>
              <a:srgbClr val="FF0000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9161692" y="3373637"/>
              <a:ext cx="513080" cy="12700"/>
            </a:xfrm>
            <a:custGeom>
              <a:avLst/>
              <a:gdLst/>
              <a:ahLst/>
              <a:cxnLst/>
              <a:rect l="l" t="t" r="r" b="b"/>
              <a:pathLst>
                <a:path w="513079" h="12700">
                  <a:moveTo>
                    <a:pt x="0" y="0"/>
                  </a:moveTo>
                  <a:lnTo>
                    <a:pt x="512492" y="0"/>
                  </a:lnTo>
                  <a:lnTo>
                    <a:pt x="512492" y="12296"/>
                  </a:lnTo>
                  <a:lnTo>
                    <a:pt x="0" y="122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2" name="object 142"/>
          <p:cNvSpPr txBox="1"/>
          <p:nvPr/>
        </p:nvSpPr>
        <p:spPr>
          <a:xfrm>
            <a:off x="9180407" y="2383659"/>
            <a:ext cx="490855" cy="3856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0" marR="66675" indent="13970" algn="just">
              <a:lnSpc>
                <a:spcPct val="103200"/>
              </a:lnSpc>
              <a:spcBef>
                <a:spcPts val="100"/>
              </a:spcBef>
            </a:pPr>
            <a:r>
              <a:rPr sz="800" spc="-10" dirty="0">
                <a:latin typeface="Times New Roman"/>
                <a:cs typeface="Times New Roman"/>
              </a:rPr>
              <a:t>Another</a:t>
            </a:r>
            <a:r>
              <a:rPr sz="800" spc="500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process's</a:t>
            </a:r>
            <a:r>
              <a:rPr sz="800" spc="500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memory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7997766" y="1482990"/>
            <a:ext cx="735330" cy="287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470" marR="5080" indent="-65405">
              <a:lnSpc>
                <a:spcPct val="102099"/>
              </a:lnSpc>
              <a:spcBef>
                <a:spcPts val="100"/>
              </a:spcBef>
            </a:pPr>
            <a:r>
              <a:rPr sz="900" spc="-20" dirty="0">
                <a:latin typeface="Times New Roman"/>
                <a:cs typeface="Times New Roman"/>
              </a:rPr>
              <a:t>Virtual</a:t>
            </a:r>
            <a:r>
              <a:rPr sz="900" spc="-5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Times New Roman"/>
                <a:cs typeface="Times New Roman"/>
              </a:rPr>
              <a:t>memory </a:t>
            </a:r>
            <a:r>
              <a:rPr sz="900" dirty="0">
                <a:latin typeface="Times New Roman"/>
                <a:cs typeface="Times New Roman"/>
              </a:rPr>
              <a:t>(per</a:t>
            </a:r>
            <a:r>
              <a:rPr sz="900" spc="-6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process)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9216262" y="1482990"/>
            <a:ext cx="403860" cy="287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 marR="5080" indent="-3175">
              <a:lnSpc>
                <a:spcPct val="102099"/>
              </a:lnSpc>
              <a:spcBef>
                <a:spcPts val="100"/>
              </a:spcBef>
            </a:pPr>
            <a:r>
              <a:rPr sz="900" spc="-20" dirty="0">
                <a:latin typeface="Times New Roman"/>
                <a:cs typeface="Times New Roman"/>
              </a:rPr>
              <a:t>Physical memory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1B9C8539-2E98-68F0-5BF1-A8B253B5AFB6}"/>
              </a:ext>
            </a:extLst>
          </p:cNvPr>
          <p:cNvSpPr txBox="1"/>
          <p:nvPr/>
        </p:nvSpPr>
        <p:spPr>
          <a:xfrm>
            <a:off x="5209699" y="60763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         10/20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9925" y="537053"/>
            <a:ext cx="10850563" cy="492443"/>
          </a:xfrm>
          <a:prstGeom prst="rect">
            <a:avLst/>
          </a:prstGeom>
        </p:spPr>
        <p:txBody>
          <a:bodyPr vert="horz" wrap="square" lIns="0" tIns="15240" rIns="0" bIns="0" rtlCol="0" anchor="b">
            <a:spAutoFit/>
          </a:bodyPr>
          <a:lstStyle/>
          <a:p>
            <a:pPr marL="12700">
              <a:spcBef>
                <a:spcPts val="120"/>
              </a:spcBef>
            </a:pPr>
            <a:r>
              <a:rPr spc="-195" dirty="0">
                <a:solidFill>
                  <a:schemeClr val="tx1"/>
                </a:solidFill>
              </a:rPr>
              <a:t>File</a:t>
            </a:r>
            <a:r>
              <a:rPr spc="-105" dirty="0">
                <a:solidFill>
                  <a:schemeClr val="tx1"/>
                </a:solidFill>
              </a:rPr>
              <a:t> </a:t>
            </a:r>
            <a:r>
              <a:rPr spc="-285" dirty="0">
                <a:solidFill>
                  <a:schemeClr val="tx1"/>
                </a:solidFill>
              </a:rPr>
              <a:t>System</a:t>
            </a:r>
            <a:r>
              <a:rPr spc="-100" dirty="0">
                <a:solidFill>
                  <a:schemeClr val="tx1"/>
                </a:solidFill>
              </a:rPr>
              <a:t> </a:t>
            </a:r>
            <a:r>
              <a:rPr spc="-295" dirty="0">
                <a:solidFill>
                  <a:schemeClr val="tx1"/>
                </a:solidFill>
              </a:rPr>
              <a:t>Management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99" y="1410494"/>
            <a:ext cx="76200" cy="76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99" y="1905794"/>
            <a:ext cx="76200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99" y="2401094"/>
            <a:ext cx="76200" cy="76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99" y="2896394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99" y="3391694"/>
            <a:ext cx="76200" cy="761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99" y="3886994"/>
            <a:ext cx="76200" cy="761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25500" y="1273333"/>
            <a:ext cx="4279900" cy="2754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650" spc="-100" dirty="0">
                <a:latin typeface="Montserrat"/>
                <a:cs typeface="Montserrat"/>
              </a:rPr>
              <a:t>Organizes</a:t>
            </a:r>
            <a:r>
              <a:rPr sz="1650" spc="-5" dirty="0">
                <a:latin typeface="Montserrat"/>
                <a:cs typeface="Montserrat"/>
              </a:rPr>
              <a:t> </a:t>
            </a:r>
            <a:r>
              <a:rPr sz="1650" spc="-65" dirty="0">
                <a:latin typeface="Montserrat"/>
                <a:cs typeface="Montserrat"/>
              </a:rPr>
              <a:t>files</a:t>
            </a:r>
            <a:r>
              <a:rPr sz="1650" spc="-5" dirty="0">
                <a:latin typeface="Montserrat"/>
                <a:cs typeface="Montserrat"/>
              </a:rPr>
              <a:t> </a:t>
            </a:r>
            <a:r>
              <a:rPr sz="1650" spc="-90" dirty="0">
                <a:latin typeface="Montserrat"/>
                <a:cs typeface="Montserrat"/>
              </a:rPr>
              <a:t>into</a:t>
            </a:r>
            <a:r>
              <a:rPr sz="1650" spc="-5" dirty="0">
                <a:latin typeface="Montserrat"/>
                <a:cs typeface="Montserrat"/>
              </a:rPr>
              <a:t> </a:t>
            </a:r>
            <a:r>
              <a:rPr sz="1650" spc="-85" dirty="0">
                <a:latin typeface="Montserrat"/>
                <a:cs typeface="Montserrat"/>
              </a:rPr>
              <a:t>hierarchical</a:t>
            </a:r>
            <a:r>
              <a:rPr sz="1650" spc="-5" dirty="0">
                <a:latin typeface="Montserrat"/>
                <a:cs typeface="Montserrat"/>
              </a:rPr>
              <a:t> </a:t>
            </a:r>
            <a:r>
              <a:rPr sz="1650" spc="-10" dirty="0">
                <a:latin typeface="Montserrat"/>
                <a:cs typeface="Montserrat"/>
              </a:rPr>
              <a:t>directories</a:t>
            </a:r>
            <a:endParaRPr sz="1650" dirty="0">
              <a:latin typeface="Montserrat"/>
              <a:cs typeface="Montserrat"/>
            </a:endParaRPr>
          </a:p>
          <a:p>
            <a:pPr marL="12700" marR="757555">
              <a:lnSpc>
                <a:spcPct val="197000"/>
              </a:lnSpc>
            </a:pPr>
            <a:r>
              <a:rPr sz="1650" spc="-110" dirty="0">
                <a:latin typeface="Montserrat"/>
                <a:cs typeface="Montserrat"/>
              </a:rPr>
              <a:t>Manages</a:t>
            </a:r>
            <a:r>
              <a:rPr sz="1650" spc="-20" dirty="0">
                <a:latin typeface="Montserrat"/>
                <a:cs typeface="Montserrat"/>
              </a:rPr>
              <a:t> </a:t>
            </a:r>
            <a:r>
              <a:rPr sz="1650" spc="-55" dirty="0">
                <a:latin typeface="Montserrat"/>
                <a:cs typeface="Montserrat"/>
              </a:rPr>
              <a:t>file</a:t>
            </a:r>
            <a:r>
              <a:rPr sz="1650" spc="-15" dirty="0">
                <a:latin typeface="Montserrat"/>
                <a:cs typeface="Montserrat"/>
              </a:rPr>
              <a:t> </a:t>
            </a:r>
            <a:r>
              <a:rPr sz="1650" spc="-100" dirty="0">
                <a:latin typeface="Montserrat"/>
                <a:cs typeface="Montserrat"/>
              </a:rPr>
              <a:t>access</a:t>
            </a:r>
            <a:r>
              <a:rPr sz="1650" spc="-15" dirty="0">
                <a:latin typeface="Montserrat"/>
                <a:cs typeface="Montserrat"/>
              </a:rPr>
              <a:t> </a:t>
            </a:r>
            <a:r>
              <a:rPr sz="1650" spc="-105" dirty="0">
                <a:latin typeface="Montserrat"/>
                <a:cs typeface="Montserrat"/>
              </a:rPr>
              <a:t>and</a:t>
            </a:r>
            <a:r>
              <a:rPr sz="1650" spc="-15" dirty="0">
                <a:latin typeface="Montserrat"/>
                <a:cs typeface="Montserrat"/>
              </a:rPr>
              <a:t> </a:t>
            </a:r>
            <a:r>
              <a:rPr sz="1650" spc="-85" dirty="0">
                <a:latin typeface="Montserrat"/>
                <a:cs typeface="Montserrat"/>
              </a:rPr>
              <a:t>permissions </a:t>
            </a:r>
            <a:r>
              <a:rPr sz="1650" spc="-90" dirty="0">
                <a:latin typeface="Montserrat"/>
                <a:cs typeface="Montserrat"/>
              </a:rPr>
              <a:t>Stores,</a:t>
            </a:r>
            <a:r>
              <a:rPr sz="1650" dirty="0">
                <a:latin typeface="Montserrat"/>
                <a:cs typeface="Montserrat"/>
              </a:rPr>
              <a:t> </a:t>
            </a:r>
            <a:r>
              <a:rPr sz="1650" spc="-80" dirty="0">
                <a:latin typeface="Montserrat"/>
                <a:cs typeface="Montserrat"/>
              </a:rPr>
              <a:t>retrieves,</a:t>
            </a:r>
            <a:r>
              <a:rPr sz="1650" dirty="0">
                <a:latin typeface="Montserrat"/>
                <a:cs typeface="Montserrat"/>
              </a:rPr>
              <a:t> </a:t>
            </a:r>
            <a:r>
              <a:rPr sz="1650" spc="-105" dirty="0">
                <a:latin typeface="Montserrat"/>
                <a:cs typeface="Montserrat"/>
              </a:rPr>
              <a:t>and</a:t>
            </a:r>
            <a:r>
              <a:rPr sz="1650" dirty="0">
                <a:latin typeface="Montserrat"/>
                <a:cs typeface="Montserrat"/>
              </a:rPr>
              <a:t> </a:t>
            </a:r>
            <a:r>
              <a:rPr sz="1650" spc="-105" dirty="0">
                <a:latin typeface="Montserrat"/>
                <a:cs typeface="Montserrat"/>
              </a:rPr>
              <a:t>updates</a:t>
            </a:r>
            <a:r>
              <a:rPr sz="1650" spc="5" dirty="0">
                <a:latin typeface="Montserrat"/>
                <a:cs typeface="Montserrat"/>
              </a:rPr>
              <a:t> </a:t>
            </a:r>
            <a:r>
              <a:rPr sz="1650" spc="-20" dirty="0">
                <a:latin typeface="Montserrat"/>
                <a:cs typeface="Montserrat"/>
              </a:rPr>
              <a:t>data </a:t>
            </a:r>
            <a:r>
              <a:rPr sz="1650" spc="-85" dirty="0">
                <a:latin typeface="Montserrat"/>
                <a:cs typeface="Montserrat"/>
              </a:rPr>
              <a:t>Allocates</a:t>
            </a:r>
            <a:r>
              <a:rPr sz="1650" spc="-30" dirty="0">
                <a:latin typeface="Montserrat"/>
                <a:cs typeface="Montserrat"/>
              </a:rPr>
              <a:t> </a:t>
            </a:r>
            <a:r>
              <a:rPr sz="1650" spc="-105" dirty="0">
                <a:latin typeface="Montserrat"/>
                <a:cs typeface="Montserrat"/>
              </a:rPr>
              <a:t>space</a:t>
            </a:r>
            <a:r>
              <a:rPr sz="1650" spc="-25" dirty="0">
                <a:latin typeface="Montserrat"/>
                <a:cs typeface="Montserrat"/>
              </a:rPr>
              <a:t> </a:t>
            </a:r>
            <a:r>
              <a:rPr sz="1650" spc="-75" dirty="0">
                <a:latin typeface="Montserrat"/>
                <a:cs typeface="Montserrat"/>
              </a:rPr>
              <a:t>for</a:t>
            </a:r>
            <a:r>
              <a:rPr sz="1650" spc="-25" dirty="0">
                <a:latin typeface="Montserrat"/>
                <a:cs typeface="Montserrat"/>
              </a:rPr>
              <a:t> </a:t>
            </a:r>
            <a:r>
              <a:rPr sz="1650" spc="-55" dirty="0">
                <a:latin typeface="Montserrat"/>
                <a:cs typeface="Montserrat"/>
              </a:rPr>
              <a:t>file</a:t>
            </a:r>
            <a:r>
              <a:rPr sz="1650" spc="-30" dirty="0">
                <a:latin typeface="Montserrat"/>
                <a:cs typeface="Montserrat"/>
              </a:rPr>
              <a:t> </a:t>
            </a:r>
            <a:r>
              <a:rPr sz="1650" spc="-10" dirty="0">
                <a:latin typeface="Montserrat"/>
                <a:cs typeface="Montserrat"/>
              </a:rPr>
              <a:t>storage</a:t>
            </a:r>
            <a:endParaRPr sz="1650" dirty="0">
              <a:latin typeface="Montserrat"/>
              <a:cs typeface="Montserrat"/>
            </a:endParaRPr>
          </a:p>
          <a:p>
            <a:pPr marL="12700" marR="5080">
              <a:lnSpc>
                <a:spcPct val="197000"/>
              </a:lnSpc>
            </a:pPr>
            <a:r>
              <a:rPr sz="1650" spc="-95" dirty="0">
                <a:latin typeface="Montserrat"/>
                <a:cs typeface="Montserrat"/>
              </a:rPr>
              <a:t>Implements</a:t>
            </a:r>
            <a:r>
              <a:rPr sz="1650" spc="-30" dirty="0">
                <a:latin typeface="Montserrat"/>
                <a:cs typeface="Montserrat"/>
              </a:rPr>
              <a:t> </a:t>
            </a:r>
            <a:r>
              <a:rPr sz="1650" spc="-90" dirty="0">
                <a:latin typeface="Montserrat"/>
                <a:cs typeface="Montserrat"/>
              </a:rPr>
              <a:t>security</a:t>
            </a:r>
            <a:r>
              <a:rPr sz="1650" spc="-30" dirty="0">
                <a:latin typeface="Montserrat"/>
                <a:cs typeface="Montserrat"/>
              </a:rPr>
              <a:t> </a:t>
            </a:r>
            <a:r>
              <a:rPr sz="1650" spc="-105" dirty="0">
                <a:latin typeface="Montserrat"/>
                <a:cs typeface="Montserrat"/>
              </a:rPr>
              <a:t>and</a:t>
            </a:r>
            <a:r>
              <a:rPr sz="1650" spc="-30" dirty="0">
                <a:latin typeface="Montserrat"/>
                <a:cs typeface="Montserrat"/>
              </a:rPr>
              <a:t> </a:t>
            </a:r>
            <a:r>
              <a:rPr sz="1650" spc="-85" dirty="0">
                <a:latin typeface="Montserrat"/>
                <a:cs typeface="Montserrat"/>
              </a:rPr>
              <a:t>protection</a:t>
            </a:r>
            <a:r>
              <a:rPr sz="1650" spc="-30" dirty="0">
                <a:latin typeface="Montserrat"/>
                <a:cs typeface="Montserrat"/>
              </a:rPr>
              <a:t> </a:t>
            </a:r>
            <a:r>
              <a:rPr sz="1650" spc="-95" dirty="0">
                <a:latin typeface="Montserrat"/>
                <a:cs typeface="Montserrat"/>
              </a:rPr>
              <a:t>features </a:t>
            </a:r>
            <a:r>
              <a:rPr sz="1650" spc="-100" dirty="0">
                <a:latin typeface="Montserrat"/>
                <a:cs typeface="Montserrat"/>
              </a:rPr>
              <a:t>Provides</a:t>
            </a:r>
            <a:r>
              <a:rPr sz="1650" spc="10" dirty="0">
                <a:latin typeface="Montserrat"/>
                <a:cs typeface="Montserrat"/>
              </a:rPr>
              <a:t> </a:t>
            </a:r>
            <a:r>
              <a:rPr sz="1650" spc="-80" dirty="0">
                <a:latin typeface="Montserrat"/>
                <a:cs typeface="Montserrat"/>
              </a:rPr>
              <a:t>efficient</a:t>
            </a:r>
            <a:r>
              <a:rPr sz="1650" spc="10" dirty="0">
                <a:latin typeface="Montserrat"/>
                <a:cs typeface="Montserrat"/>
              </a:rPr>
              <a:t> </a:t>
            </a:r>
            <a:r>
              <a:rPr sz="1650" spc="-105" dirty="0">
                <a:latin typeface="Montserrat"/>
                <a:cs typeface="Montserrat"/>
              </a:rPr>
              <a:t>search</a:t>
            </a:r>
            <a:r>
              <a:rPr sz="1650" spc="10" dirty="0">
                <a:latin typeface="Montserrat"/>
                <a:cs typeface="Montserrat"/>
              </a:rPr>
              <a:t> </a:t>
            </a:r>
            <a:r>
              <a:rPr sz="1650" spc="-105" dirty="0">
                <a:latin typeface="Montserrat"/>
                <a:cs typeface="Montserrat"/>
              </a:rPr>
              <a:t>and</a:t>
            </a:r>
            <a:r>
              <a:rPr sz="1650" spc="10" dirty="0">
                <a:latin typeface="Montserrat"/>
                <a:cs typeface="Montserrat"/>
              </a:rPr>
              <a:t> </a:t>
            </a:r>
            <a:r>
              <a:rPr sz="1650" spc="-10" dirty="0">
                <a:latin typeface="Montserrat"/>
                <a:cs typeface="Montserrat"/>
              </a:rPr>
              <a:t>navigation</a:t>
            </a:r>
            <a:endParaRPr sz="1650" dirty="0">
              <a:latin typeface="Montserrat"/>
              <a:cs typeface="Montserra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05401" y="762001"/>
            <a:ext cx="7010400" cy="5029200"/>
            <a:chOff x="6419849" y="1295399"/>
            <a:chExt cx="4838700" cy="3352800"/>
          </a:xfrm>
        </p:grpSpPr>
        <p:sp>
          <p:nvSpPr>
            <p:cNvPr id="11" name="object 11"/>
            <p:cNvSpPr/>
            <p:nvPr/>
          </p:nvSpPr>
          <p:spPr>
            <a:xfrm>
              <a:off x="6419849" y="1295399"/>
              <a:ext cx="4838700" cy="3352800"/>
            </a:xfrm>
            <a:custGeom>
              <a:avLst/>
              <a:gdLst/>
              <a:ahLst/>
              <a:cxnLst/>
              <a:rect l="l" t="t" r="r" b="b"/>
              <a:pathLst>
                <a:path w="4838700" h="3352800">
                  <a:moveTo>
                    <a:pt x="4767502" y="3352799"/>
                  </a:moveTo>
                  <a:lnTo>
                    <a:pt x="71196" y="3352799"/>
                  </a:lnTo>
                  <a:lnTo>
                    <a:pt x="66241" y="3352311"/>
                  </a:lnTo>
                  <a:lnTo>
                    <a:pt x="29704" y="3337177"/>
                  </a:lnTo>
                  <a:lnTo>
                    <a:pt x="3885" y="3301137"/>
                  </a:lnTo>
                  <a:lnTo>
                    <a:pt x="0" y="3281602"/>
                  </a:lnTo>
                  <a:lnTo>
                    <a:pt x="0" y="3276599"/>
                  </a:lnTo>
                  <a:lnTo>
                    <a:pt x="0" y="71196"/>
                  </a:lnTo>
                  <a:lnTo>
                    <a:pt x="15620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4767502" y="0"/>
                  </a:lnTo>
                  <a:lnTo>
                    <a:pt x="4808992" y="15621"/>
                  </a:lnTo>
                  <a:lnTo>
                    <a:pt x="4834811" y="51661"/>
                  </a:lnTo>
                  <a:lnTo>
                    <a:pt x="4838698" y="71196"/>
                  </a:lnTo>
                  <a:lnTo>
                    <a:pt x="4838698" y="3281602"/>
                  </a:lnTo>
                  <a:lnTo>
                    <a:pt x="4823074" y="3323094"/>
                  </a:lnTo>
                  <a:lnTo>
                    <a:pt x="4787035" y="3348913"/>
                  </a:lnTo>
                  <a:lnTo>
                    <a:pt x="4772457" y="3352311"/>
                  </a:lnTo>
                  <a:lnTo>
                    <a:pt x="4767502" y="335279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72249" y="1447800"/>
              <a:ext cx="4533899" cy="3047999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34E0535-E446-2F5C-0B9B-D0362EE79CB6}"/>
              </a:ext>
            </a:extLst>
          </p:cNvPr>
          <p:cNvSpPr txBox="1"/>
          <p:nvPr/>
        </p:nvSpPr>
        <p:spPr>
          <a:xfrm>
            <a:off x="5638800" y="5646817"/>
            <a:ext cx="1283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11/20</a:t>
            </a: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9925" y="578730"/>
            <a:ext cx="10850563" cy="450764"/>
          </a:xfrm>
          <a:prstGeom prst="rect">
            <a:avLst/>
          </a:prstGeom>
        </p:spPr>
        <p:txBody>
          <a:bodyPr vert="horz" wrap="square" lIns="0" tIns="12065" rIns="0" bIns="0" rtlCol="0" anchor="b">
            <a:spAutoFit/>
          </a:bodyPr>
          <a:lstStyle/>
          <a:p>
            <a:pPr marL="12700">
              <a:spcBef>
                <a:spcPts val="95"/>
              </a:spcBef>
            </a:pPr>
            <a:r>
              <a:rPr sz="2850" spc="-105" dirty="0">
                <a:solidFill>
                  <a:schemeClr val="tx1"/>
                </a:solidFill>
              </a:rPr>
              <a:t>Process</a:t>
            </a:r>
            <a:r>
              <a:rPr sz="2850" spc="-70" dirty="0">
                <a:solidFill>
                  <a:schemeClr val="tx1"/>
                </a:solidFill>
              </a:rPr>
              <a:t> </a:t>
            </a:r>
            <a:r>
              <a:rPr sz="2850" spc="-100" dirty="0">
                <a:solidFill>
                  <a:schemeClr val="tx1"/>
                </a:solidFill>
              </a:rPr>
              <a:t>Management</a:t>
            </a:r>
            <a:endParaRPr sz="2850">
              <a:solidFill>
                <a:schemeClr val="tx1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1410494"/>
            <a:ext cx="76200" cy="76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1905794"/>
            <a:ext cx="76200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99" y="2401094"/>
            <a:ext cx="66674" cy="76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3163094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3658394"/>
            <a:ext cx="76200" cy="761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4153694"/>
            <a:ext cx="76200" cy="761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19249" y="1273333"/>
            <a:ext cx="4813300" cy="3021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">
              <a:spcBef>
                <a:spcPts val="105"/>
              </a:spcBef>
            </a:pPr>
            <a:r>
              <a:rPr sz="1650" spc="-100" dirty="0">
                <a:latin typeface="Montserrat"/>
                <a:cs typeface="Montserrat"/>
              </a:rPr>
              <a:t>Create,</a:t>
            </a:r>
            <a:r>
              <a:rPr sz="1650" spc="-15" dirty="0">
                <a:latin typeface="Montserrat"/>
                <a:cs typeface="Montserrat"/>
              </a:rPr>
              <a:t> </a:t>
            </a:r>
            <a:r>
              <a:rPr sz="1650" spc="-85" dirty="0">
                <a:latin typeface="Montserrat"/>
                <a:cs typeface="Montserrat"/>
              </a:rPr>
              <a:t>schedule,</a:t>
            </a:r>
            <a:r>
              <a:rPr sz="1650" spc="-15" dirty="0">
                <a:latin typeface="Montserrat"/>
                <a:cs typeface="Montserrat"/>
              </a:rPr>
              <a:t> </a:t>
            </a:r>
            <a:r>
              <a:rPr sz="1650" spc="-105" dirty="0">
                <a:latin typeface="Montserrat"/>
                <a:cs typeface="Montserrat"/>
              </a:rPr>
              <a:t>and</a:t>
            </a:r>
            <a:r>
              <a:rPr sz="1650" spc="-15" dirty="0">
                <a:latin typeface="Montserrat"/>
                <a:cs typeface="Montserrat"/>
              </a:rPr>
              <a:t> </a:t>
            </a:r>
            <a:r>
              <a:rPr sz="1650" spc="-95" dirty="0">
                <a:latin typeface="Montserrat"/>
                <a:cs typeface="Montserrat"/>
              </a:rPr>
              <a:t>terminate</a:t>
            </a:r>
            <a:r>
              <a:rPr sz="1650" spc="-10" dirty="0">
                <a:latin typeface="Montserrat"/>
                <a:cs typeface="Montserrat"/>
              </a:rPr>
              <a:t> processes</a:t>
            </a:r>
            <a:endParaRPr sz="1650">
              <a:latin typeface="Montserrat"/>
              <a:cs typeface="Montserrat"/>
            </a:endParaRPr>
          </a:p>
          <a:p>
            <a:pPr marL="18415">
              <a:spcBef>
                <a:spcPts val="1920"/>
              </a:spcBef>
            </a:pPr>
            <a:r>
              <a:rPr sz="1650" spc="-114" dirty="0">
                <a:latin typeface="Montserrat"/>
                <a:cs typeface="Montserrat"/>
              </a:rPr>
              <a:t>Manage</a:t>
            </a:r>
            <a:r>
              <a:rPr sz="1650" spc="5" dirty="0">
                <a:latin typeface="Montserrat"/>
                <a:cs typeface="Montserrat"/>
              </a:rPr>
              <a:t> </a:t>
            </a:r>
            <a:r>
              <a:rPr sz="1650" spc="-90" dirty="0">
                <a:latin typeface="Montserrat"/>
                <a:cs typeface="Montserrat"/>
              </a:rPr>
              <a:t>multitasking</a:t>
            </a:r>
            <a:r>
              <a:rPr sz="1650" spc="10" dirty="0">
                <a:latin typeface="Montserrat"/>
                <a:cs typeface="Montserrat"/>
              </a:rPr>
              <a:t> </a:t>
            </a:r>
            <a:r>
              <a:rPr sz="1650" spc="-110" dirty="0">
                <a:latin typeface="Montserrat"/>
                <a:cs typeface="Montserrat"/>
              </a:rPr>
              <a:t>between</a:t>
            </a:r>
            <a:r>
              <a:rPr sz="1650" spc="10" dirty="0">
                <a:latin typeface="Montserrat"/>
                <a:cs typeface="Montserrat"/>
              </a:rPr>
              <a:t> </a:t>
            </a:r>
            <a:r>
              <a:rPr sz="1650" spc="-85" dirty="0">
                <a:latin typeface="Montserrat"/>
                <a:cs typeface="Montserrat"/>
              </a:rPr>
              <a:t>different</a:t>
            </a:r>
            <a:r>
              <a:rPr sz="1650" spc="5" dirty="0">
                <a:latin typeface="Montserrat"/>
                <a:cs typeface="Montserrat"/>
              </a:rPr>
              <a:t> </a:t>
            </a:r>
            <a:r>
              <a:rPr sz="1650" spc="-95" dirty="0">
                <a:latin typeface="Montserrat"/>
                <a:cs typeface="Montserrat"/>
              </a:rPr>
              <a:t>programs</a:t>
            </a:r>
            <a:endParaRPr sz="1650">
              <a:latin typeface="Montserrat"/>
              <a:cs typeface="Montserrat"/>
            </a:endParaRPr>
          </a:p>
          <a:p>
            <a:pPr marL="12700" marR="955675">
              <a:lnSpc>
                <a:spcPct val="106100"/>
              </a:lnSpc>
              <a:spcBef>
                <a:spcPts val="1800"/>
              </a:spcBef>
            </a:pPr>
            <a:r>
              <a:rPr sz="1650" spc="-105" dirty="0">
                <a:latin typeface="Montserrat"/>
                <a:cs typeface="Montserrat"/>
              </a:rPr>
              <a:t>Coordinate</a:t>
            </a:r>
            <a:r>
              <a:rPr sz="1650" spc="25" dirty="0">
                <a:latin typeface="Montserrat"/>
                <a:cs typeface="Montserrat"/>
              </a:rPr>
              <a:t> </a:t>
            </a:r>
            <a:r>
              <a:rPr sz="1650" spc="-100" dirty="0">
                <a:latin typeface="Montserrat"/>
                <a:cs typeface="Montserrat"/>
              </a:rPr>
              <a:t>process</a:t>
            </a:r>
            <a:r>
              <a:rPr sz="1650" spc="25" dirty="0">
                <a:latin typeface="Montserrat"/>
                <a:cs typeface="Montserrat"/>
              </a:rPr>
              <a:t> </a:t>
            </a:r>
            <a:r>
              <a:rPr sz="1650" spc="-100" dirty="0">
                <a:latin typeface="Montserrat"/>
                <a:cs typeface="Montserrat"/>
              </a:rPr>
              <a:t>communication</a:t>
            </a:r>
            <a:r>
              <a:rPr sz="1650" spc="30" dirty="0">
                <a:latin typeface="Montserrat"/>
                <a:cs typeface="Montserrat"/>
              </a:rPr>
              <a:t> </a:t>
            </a:r>
            <a:r>
              <a:rPr sz="1650" spc="-90" dirty="0">
                <a:latin typeface="Montserrat"/>
                <a:cs typeface="Montserrat"/>
              </a:rPr>
              <a:t>and </a:t>
            </a:r>
            <a:r>
              <a:rPr sz="1650" spc="-25" dirty="0">
                <a:latin typeface="Montserrat"/>
                <a:cs typeface="Montserrat"/>
              </a:rPr>
              <a:t>synchronization</a:t>
            </a:r>
            <a:endParaRPr sz="1650">
              <a:latin typeface="Montserrat"/>
              <a:cs typeface="Montserrat"/>
            </a:endParaRPr>
          </a:p>
          <a:p>
            <a:pPr marL="18415" marR="888365">
              <a:lnSpc>
                <a:spcPct val="197000"/>
              </a:lnSpc>
            </a:pPr>
            <a:r>
              <a:rPr sz="1650" spc="-100" dirty="0">
                <a:latin typeface="Montserrat"/>
                <a:cs typeface="Montserrat"/>
              </a:rPr>
              <a:t>Prevent</a:t>
            </a:r>
            <a:r>
              <a:rPr sz="1650" dirty="0">
                <a:latin typeface="Montserrat"/>
                <a:cs typeface="Montserrat"/>
              </a:rPr>
              <a:t> </a:t>
            </a:r>
            <a:r>
              <a:rPr sz="1650" spc="-105" dirty="0">
                <a:latin typeface="Montserrat"/>
                <a:cs typeface="Montserrat"/>
              </a:rPr>
              <a:t>deadlocks</a:t>
            </a:r>
            <a:r>
              <a:rPr sz="1650" spc="5" dirty="0">
                <a:latin typeface="Montserrat"/>
                <a:cs typeface="Montserrat"/>
              </a:rPr>
              <a:t> </a:t>
            </a:r>
            <a:r>
              <a:rPr sz="1650" spc="-105" dirty="0">
                <a:latin typeface="Montserrat"/>
                <a:cs typeface="Montserrat"/>
              </a:rPr>
              <a:t>and</a:t>
            </a:r>
            <a:r>
              <a:rPr sz="1650" spc="5" dirty="0">
                <a:latin typeface="Montserrat"/>
                <a:cs typeface="Montserrat"/>
              </a:rPr>
              <a:t> </a:t>
            </a:r>
            <a:r>
              <a:rPr sz="1650" spc="-100" dirty="0">
                <a:latin typeface="Montserrat"/>
                <a:cs typeface="Montserrat"/>
              </a:rPr>
              <a:t>resource</a:t>
            </a:r>
            <a:r>
              <a:rPr sz="1650" dirty="0">
                <a:latin typeface="Montserrat"/>
                <a:cs typeface="Montserrat"/>
              </a:rPr>
              <a:t> </a:t>
            </a:r>
            <a:r>
              <a:rPr sz="1650" spc="-75" dirty="0">
                <a:latin typeface="Montserrat"/>
                <a:cs typeface="Montserrat"/>
              </a:rPr>
              <a:t>conflicts </a:t>
            </a:r>
            <a:r>
              <a:rPr sz="1650" spc="-85" dirty="0">
                <a:latin typeface="Montserrat"/>
                <a:cs typeface="Montserrat"/>
              </a:rPr>
              <a:t>Allocate</a:t>
            </a:r>
            <a:r>
              <a:rPr sz="1650" spc="-20" dirty="0">
                <a:latin typeface="Montserrat"/>
                <a:cs typeface="Montserrat"/>
              </a:rPr>
              <a:t> </a:t>
            </a:r>
            <a:r>
              <a:rPr sz="1650" spc="-135" dirty="0">
                <a:latin typeface="Montserrat"/>
                <a:cs typeface="Montserrat"/>
              </a:rPr>
              <a:t>CPU</a:t>
            </a:r>
            <a:r>
              <a:rPr sz="1650" spc="-20" dirty="0">
                <a:latin typeface="Montserrat"/>
                <a:cs typeface="Montserrat"/>
              </a:rPr>
              <a:t> </a:t>
            </a:r>
            <a:r>
              <a:rPr sz="1650" spc="-95" dirty="0">
                <a:latin typeface="Montserrat"/>
                <a:cs typeface="Montserrat"/>
              </a:rPr>
              <a:t>time</a:t>
            </a:r>
            <a:r>
              <a:rPr sz="1650" spc="-20" dirty="0">
                <a:latin typeface="Montserrat"/>
                <a:cs typeface="Montserrat"/>
              </a:rPr>
              <a:t> </a:t>
            </a:r>
            <a:r>
              <a:rPr sz="1650" spc="-10" dirty="0">
                <a:latin typeface="Montserrat"/>
                <a:cs typeface="Montserrat"/>
              </a:rPr>
              <a:t>efficiently</a:t>
            </a:r>
            <a:endParaRPr sz="1650">
              <a:latin typeface="Montserrat"/>
              <a:cs typeface="Montserrat"/>
            </a:endParaRPr>
          </a:p>
          <a:p>
            <a:pPr marL="18415">
              <a:spcBef>
                <a:spcPts val="1914"/>
              </a:spcBef>
            </a:pPr>
            <a:r>
              <a:rPr sz="1650" spc="-100" dirty="0">
                <a:latin typeface="Montserrat"/>
                <a:cs typeface="Montserrat"/>
              </a:rPr>
              <a:t>Control</a:t>
            </a:r>
            <a:r>
              <a:rPr sz="1650" spc="10" dirty="0">
                <a:latin typeface="Montserrat"/>
                <a:cs typeface="Montserrat"/>
              </a:rPr>
              <a:t> </a:t>
            </a:r>
            <a:r>
              <a:rPr sz="1650" spc="-100" dirty="0">
                <a:latin typeface="Montserrat"/>
                <a:cs typeface="Montserrat"/>
              </a:rPr>
              <a:t>process</a:t>
            </a:r>
            <a:r>
              <a:rPr sz="1650" spc="10" dirty="0">
                <a:latin typeface="Montserrat"/>
                <a:cs typeface="Montserrat"/>
              </a:rPr>
              <a:t> </a:t>
            </a:r>
            <a:r>
              <a:rPr sz="1650" spc="-100" dirty="0">
                <a:latin typeface="Montserrat"/>
                <a:cs typeface="Montserrat"/>
              </a:rPr>
              <a:t>states</a:t>
            </a:r>
            <a:r>
              <a:rPr sz="1650" spc="10" dirty="0">
                <a:latin typeface="Montserrat"/>
                <a:cs typeface="Montserrat"/>
              </a:rPr>
              <a:t> </a:t>
            </a:r>
            <a:r>
              <a:rPr sz="1650" spc="-105" dirty="0">
                <a:latin typeface="Montserrat"/>
                <a:cs typeface="Montserrat"/>
              </a:rPr>
              <a:t>and</a:t>
            </a:r>
            <a:r>
              <a:rPr sz="1650" spc="10" dirty="0">
                <a:latin typeface="Montserrat"/>
                <a:cs typeface="Montserrat"/>
              </a:rPr>
              <a:t> </a:t>
            </a:r>
            <a:r>
              <a:rPr sz="1650" spc="-10" dirty="0">
                <a:latin typeface="Montserrat"/>
                <a:cs typeface="Montserrat"/>
              </a:rPr>
              <a:t>transitions</a:t>
            </a:r>
            <a:endParaRPr sz="1650">
              <a:latin typeface="Montserrat"/>
              <a:cs typeface="Montserra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334000" y="990600"/>
            <a:ext cx="6629402" cy="5029199"/>
            <a:chOff x="6095998" y="1352549"/>
            <a:chExt cx="5486400" cy="2895600"/>
          </a:xfrm>
        </p:grpSpPr>
        <p:sp>
          <p:nvSpPr>
            <p:cNvPr id="11" name="object 11"/>
            <p:cNvSpPr/>
            <p:nvPr/>
          </p:nvSpPr>
          <p:spPr>
            <a:xfrm>
              <a:off x="6095998" y="1352549"/>
              <a:ext cx="5486400" cy="2895600"/>
            </a:xfrm>
            <a:custGeom>
              <a:avLst/>
              <a:gdLst/>
              <a:ahLst/>
              <a:cxnLst/>
              <a:rect l="l" t="t" r="r" b="b"/>
              <a:pathLst>
                <a:path w="5486400" h="2895600">
                  <a:moveTo>
                    <a:pt x="5415203" y="2895599"/>
                  </a:moveTo>
                  <a:lnTo>
                    <a:pt x="71196" y="2895599"/>
                  </a:lnTo>
                  <a:lnTo>
                    <a:pt x="66241" y="2895111"/>
                  </a:lnTo>
                  <a:lnTo>
                    <a:pt x="29705" y="2879977"/>
                  </a:lnTo>
                  <a:lnTo>
                    <a:pt x="3885" y="2843937"/>
                  </a:lnTo>
                  <a:lnTo>
                    <a:pt x="0" y="2824402"/>
                  </a:lnTo>
                  <a:lnTo>
                    <a:pt x="0" y="28193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415203" y="0"/>
                  </a:lnTo>
                  <a:lnTo>
                    <a:pt x="5456692" y="15621"/>
                  </a:lnTo>
                  <a:lnTo>
                    <a:pt x="5482512" y="51661"/>
                  </a:lnTo>
                  <a:lnTo>
                    <a:pt x="5486398" y="71196"/>
                  </a:lnTo>
                  <a:lnTo>
                    <a:pt x="5486398" y="2824402"/>
                  </a:lnTo>
                  <a:lnTo>
                    <a:pt x="5470776" y="2865894"/>
                  </a:lnTo>
                  <a:lnTo>
                    <a:pt x="5434737" y="2891713"/>
                  </a:lnTo>
                  <a:lnTo>
                    <a:pt x="5420157" y="2895111"/>
                  </a:lnTo>
                  <a:lnTo>
                    <a:pt x="5415203" y="289559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48399" y="1504949"/>
              <a:ext cx="5181599" cy="2590799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350CB5F-BFDB-8636-F7F6-63F5B321CFEB}"/>
              </a:ext>
            </a:extLst>
          </p:cNvPr>
          <p:cNvSpPr txBox="1"/>
          <p:nvPr/>
        </p:nvSpPr>
        <p:spPr>
          <a:xfrm flipH="1">
            <a:off x="5181600" y="5867400"/>
            <a:ext cx="12191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12/20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9925" y="537053"/>
            <a:ext cx="10850563" cy="492443"/>
          </a:xfrm>
          <a:prstGeom prst="rect">
            <a:avLst/>
          </a:prstGeom>
        </p:spPr>
        <p:txBody>
          <a:bodyPr vert="horz" wrap="square" lIns="0" tIns="15240" rIns="0" bIns="0" rtlCol="0" anchor="b">
            <a:spAutoFit/>
          </a:bodyPr>
          <a:lstStyle/>
          <a:p>
            <a:pPr marL="12700">
              <a:spcBef>
                <a:spcPts val="120"/>
              </a:spcBef>
            </a:pPr>
            <a:r>
              <a:rPr spc="-254" dirty="0">
                <a:solidFill>
                  <a:schemeClr val="tx1"/>
                </a:solidFill>
              </a:rPr>
              <a:t>Operating</a:t>
            </a:r>
            <a:r>
              <a:rPr spc="-95" dirty="0">
                <a:solidFill>
                  <a:schemeClr val="tx1"/>
                </a:solidFill>
              </a:rPr>
              <a:t> </a:t>
            </a:r>
            <a:r>
              <a:rPr spc="-285" dirty="0">
                <a:solidFill>
                  <a:schemeClr val="tx1"/>
                </a:solidFill>
              </a:rPr>
              <a:t>System</a:t>
            </a:r>
            <a:r>
              <a:rPr spc="-90" dirty="0">
                <a:solidFill>
                  <a:schemeClr val="tx1"/>
                </a:solidFill>
              </a:rPr>
              <a:t> </a:t>
            </a:r>
            <a:r>
              <a:rPr spc="-210" dirty="0">
                <a:solidFill>
                  <a:schemeClr val="tx1"/>
                </a:solidFill>
              </a:rPr>
              <a:t>Security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1410494"/>
            <a:ext cx="76200" cy="76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1905794"/>
            <a:ext cx="76200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2401094"/>
            <a:ext cx="76200" cy="76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2896394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3391694"/>
            <a:ext cx="76200" cy="761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3886994"/>
            <a:ext cx="76200" cy="761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25500" y="1273333"/>
            <a:ext cx="4518660" cy="2754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spcBef>
                <a:spcPts val="105"/>
              </a:spcBef>
            </a:pPr>
            <a:r>
              <a:rPr sz="1650" spc="-90" dirty="0">
                <a:latin typeface="Montserrat"/>
                <a:cs typeface="Montserrat"/>
              </a:rPr>
              <a:t>Authentication</a:t>
            </a:r>
            <a:r>
              <a:rPr sz="1650" spc="-10" dirty="0">
                <a:latin typeface="Montserrat"/>
                <a:cs typeface="Montserrat"/>
              </a:rPr>
              <a:t> </a:t>
            </a:r>
            <a:r>
              <a:rPr sz="1650" spc="-75" dirty="0">
                <a:latin typeface="Montserrat"/>
                <a:cs typeface="Montserrat"/>
              </a:rPr>
              <a:t>verifies</a:t>
            </a:r>
            <a:r>
              <a:rPr sz="1650" spc="-5" dirty="0">
                <a:latin typeface="Montserrat"/>
                <a:cs typeface="Montserrat"/>
              </a:rPr>
              <a:t> </a:t>
            </a:r>
            <a:r>
              <a:rPr sz="1650" spc="-90" dirty="0">
                <a:latin typeface="Montserrat"/>
                <a:cs typeface="Montserrat"/>
              </a:rPr>
              <a:t>user</a:t>
            </a:r>
            <a:r>
              <a:rPr sz="1650" spc="-5" dirty="0">
                <a:latin typeface="Montserrat"/>
                <a:cs typeface="Montserrat"/>
              </a:rPr>
              <a:t> </a:t>
            </a:r>
            <a:r>
              <a:rPr sz="1650" spc="-90" dirty="0">
                <a:latin typeface="Montserrat"/>
                <a:cs typeface="Montserrat"/>
              </a:rPr>
              <a:t>identity</a:t>
            </a:r>
            <a:r>
              <a:rPr sz="1650" spc="-10" dirty="0">
                <a:latin typeface="Montserrat"/>
                <a:cs typeface="Montserrat"/>
              </a:rPr>
              <a:t> </a:t>
            </a:r>
            <a:r>
              <a:rPr sz="1650" spc="-80" dirty="0">
                <a:latin typeface="Montserrat"/>
                <a:cs typeface="Montserrat"/>
              </a:rPr>
              <a:t>credentials</a:t>
            </a:r>
            <a:endParaRPr sz="1650" dirty="0">
              <a:latin typeface="Montserrat"/>
              <a:cs typeface="Montserrat"/>
            </a:endParaRPr>
          </a:p>
          <a:p>
            <a:pPr marL="12700" marR="494030" algn="just">
              <a:lnSpc>
                <a:spcPct val="197000"/>
              </a:lnSpc>
            </a:pPr>
            <a:r>
              <a:rPr sz="1650" spc="-95" dirty="0">
                <a:latin typeface="Montserrat"/>
                <a:cs typeface="Montserrat"/>
              </a:rPr>
              <a:t>Authorization</a:t>
            </a:r>
            <a:r>
              <a:rPr sz="1650" spc="40" dirty="0">
                <a:latin typeface="Montserrat"/>
                <a:cs typeface="Montserrat"/>
              </a:rPr>
              <a:t> </a:t>
            </a:r>
            <a:r>
              <a:rPr sz="1650" spc="-90" dirty="0">
                <a:latin typeface="Montserrat"/>
                <a:cs typeface="Montserrat"/>
              </a:rPr>
              <a:t>controls</a:t>
            </a:r>
            <a:r>
              <a:rPr sz="1650" spc="40" dirty="0">
                <a:latin typeface="Montserrat"/>
                <a:cs typeface="Montserrat"/>
              </a:rPr>
              <a:t> </a:t>
            </a:r>
            <a:r>
              <a:rPr sz="1650" spc="-105" dirty="0">
                <a:latin typeface="Montserrat"/>
                <a:cs typeface="Montserrat"/>
              </a:rPr>
              <a:t>access</a:t>
            </a:r>
            <a:r>
              <a:rPr sz="1650" spc="40" dirty="0">
                <a:latin typeface="Montserrat"/>
                <a:cs typeface="Montserrat"/>
              </a:rPr>
              <a:t> </a:t>
            </a:r>
            <a:r>
              <a:rPr sz="1650" spc="-125" dirty="0">
                <a:latin typeface="Montserrat"/>
                <a:cs typeface="Montserrat"/>
              </a:rPr>
              <a:t>to</a:t>
            </a:r>
            <a:r>
              <a:rPr sz="1650" spc="40" dirty="0">
                <a:latin typeface="Montserrat"/>
                <a:cs typeface="Montserrat"/>
              </a:rPr>
              <a:t> </a:t>
            </a:r>
            <a:r>
              <a:rPr sz="1650" spc="-90" dirty="0">
                <a:latin typeface="Montserrat"/>
                <a:cs typeface="Montserrat"/>
              </a:rPr>
              <a:t>resources </a:t>
            </a:r>
            <a:r>
              <a:rPr sz="1650" spc="-95" dirty="0">
                <a:latin typeface="Montserrat"/>
                <a:cs typeface="Montserrat"/>
              </a:rPr>
              <a:t>Encryption</a:t>
            </a:r>
            <a:r>
              <a:rPr sz="1650" spc="35" dirty="0">
                <a:latin typeface="Montserrat"/>
                <a:cs typeface="Montserrat"/>
              </a:rPr>
              <a:t> </a:t>
            </a:r>
            <a:r>
              <a:rPr sz="1650" spc="-95" dirty="0">
                <a:latin typeface="Montserrat"/>
                <a:cs typeface="Montserrat"/>
              </a:rPr>
              <a:t>protects</a:t>
            </a:r>
            <a:r>
              <a:rPr sz="1650" spc="35" dirty="0">
                <a:latin typeface="Montserrat"/>
                <a:cs typeface="Montserrat"/>
              </a:rPr>
              <a:t> </a:t>
            </a:r>
            <a:r>
              <a:rPr sz="1650" spc="-90" dirty="0">
                <a:latin typeface="Montserrat"/>
                <a:cs typeface="Montserrat"/>
              </a:rPr>
              <a:t>sensitive</a:t>
            </a:r>
            <a:r>
              <a:rPr sz="1650" spc="35" dirty="0">
                <a:latin typeface="Montserrat"/>
                <a:cs typeface="Montserrat"/>
              </a:rPr>
              <a:t> </a:t>
            </a:r>
            <a:r>
              <a:rPr sz="1650" spc="-110" dirty="0">
                <a:latin typeface="Montserrat"/>
                <a:cs typeface="Montserrat"/>
              </a:rPr>
              <a:t>data</a:t>
            </a:r>
            <a:r>
              <a:rPr sz="1650" spc="35" dirty="0">
                <a:latin typeface="Montserrat"/>
                <a:cs typeface="Montserrat"/>
              </a:rPr>
              <a:t> </a:t>
            </a:r>
            <a:r>
              <a:rPr sz="1650" spc="-95" dirty="0">
                <a:latin typeface="Montserrat"/>
                <a:cs typeface="Montserrat"/>
              </a:rPr>
              <a:t>storage </a:t>
            </a:r>
            <a:r>
              <a:rPr sz="1650" spc="-85" dirty="0">
                <a:latin typeface="Montserrat"/>
                <a:cs typeface="Montserrat"/>
              </a:rPr>
              <a:t>Firewalls</a:t>
            </a:r>
            <a:r>
              <a:rPr sz="1650" spc="-15" dirty="0">
                <a:latin typeface="Montserrat"/>
                <a:cs typeface="Montserrat"/>
              </a:rPr>
              <a:t> </a:t>
            </a:r>
            <a:r>
              <a:rPr sz="1650" spc="-100" dirty="0">
                <a:latin typeface="Montserrat"/>
                <a:cs typeface="Montserrat"/>
              </a:rPr>
              <a:t>monitor</a:t>
            </a:r>
            <a:r>
              <a:rPr sz="1650" spc="-15" dirty="0">
                <a:latin typeface="Montserrat"/>
                <a:cs typeface="Montserrat"/>
              </a:rPr>
              <a:t> </a:t>
            </a:r>
            <a:r>
              <a:rPr sz="1650" spc="-105" dirty="0">
                <a:latin typeface="Montserrat"/>
                <a:cs typeface="Montserrat"/>
              </a:rPr>
              <a:t>and</a:t>
            </a:r>
            <a:r>
              <a:rPr sz="1650" spc="-15" dirty="0">
                <a:latin typeface="Montserrat"/>
                <a:cs typeface="Montserrat"/>
              </a:rPr>
              <a:t> </a:t>
            </a:r>
            <a:r>
              <a:rPr sz="1650" spc="-70" dirty="0">
                <a:latin typeface="Montserrat"/>
                <a:cs typeface="Montserrat"/>
              </a:rPr>
              <a:t>filter</a:t>
            </a:r>
            <a:r>
              <a:rPr sz="1650" spc="-15" dirty="0">
                <a:latin typeface="Montserrat"/>
                <a:cs typeface="Montserrat"/>
              </a:rPr>
              <a:t> </a:t>
            </a:r>
            <a:r>
              <a:rPr sz="1650" spc="-10" dirty="0">
                <a:latin typeface="Montserrat"/>
                <a:cs typeface="Montserrat"/>
              </a:rPr>
              <a:t>traffic</a:t>
            </a:r>
            <a:endParaRPr sz="1650" dirty="0">
              <a:latin typeface="Montserrat"/>
              <a:cs typeface="Montserrat"/>
            </a:endParaRPr>
          </a:p>
          <a:p>
            <a:pPr marL="12700" marR="150495" algn="just">
              <a:lnSpc>
                <a:spcPct val="197000"/>
              </a:lnSpc>
            </a:pPr>
            <a:r>
              <a:rPr sz="1650" spc="-95" dirty="0">
                <a:latin typeface="Montserrat"/>
                <a:cs typeface="Montserrat"/>
              </a:rPr>
              <a:t>Virus</a:t>
            </a:r>
            <a:r>
              <a:rPr sz="1650" spc="30" dirty="0">
                <a:latin typeface="Montserrat"/>
                <a:cs typeface="Montserrat"/>
              </a:rPr>
              <a:t> </a:t>
            </a:r>
            <a:r>
              <a:rPr sz="1650" spc="-95" dirty="0">
                <a:latin typeface="Montserrat"/>
                <a:cs typeface="Montserrat"/>
              </a:rPr>
              <a:t>protection</a:t>
            </a:r>
            <a:r>
              <a:rPr sz="1650" spc="30" dirty="0">
                <a:latin typeface="Montserrat"/>
                <a:cs typeface="Montserrat"/>
              </a:rPr>
              <a:t> </a:t>
            </a:r>
            <a:r>
              <a:rPr sz="1650" spc="-100" dirty="0">
                <a:latin typeface="Montserrat"/>
                <a:cs typeface="Montserrat"/>
              </a:rPr>
              <a:t>prevents</a:t>
            </a:r>
            <a:r>
              <a:rPr sz="1650" spc="35" dirty="0">
                <a:latin typeface="Montserrat"/>
                <a:cs typeface="Montserrat"/>
              </a:rPr>
              <a:t> </a:t>
            </a:r>
            <a:r>
              <a:rPr sz="1650" spc="-95" dirty="0">
                <a:latin typeface="Montserrat"/>
                <a:cs typeface="Montserrat"/>
              </a:rPr>
              <a:t>malicious</a:t>
            </a:r>
            <a:r>
              <a:rPr sz="1650" spc="30" dirty="0">
                <a:latin typeface="Montserrat"/>
                <a:cs typeface="Montserrat"/>
              </a:rPr>
              <a:t> </a:t>
            </a:r>
            <a:r>
              <a:rPr sz="1650" spc="-10" dirty="0">
                <a:latin typeface="Montserrat"/>
                <a:cs typeface="Montserrat"/>
              </a:rPr>
              <a:t>attacks </a:t>
            </a:r>
            <a:r>
              <a:rPr sz="1650" spc="-95" dirty="0">
                <a:latin typeface="Montserrat"/>
                <a:cs typeface="Montserrat"/>
              </a:rPr>
              <a:t>Regular</a:t>
            </a:r>
            <a:r>
              <a:rPr sz="1650" spc="-5" dirty="0">
                <a:latin typeface="Montserrat"/>
                <a:cs typeface="Montserrat"/>
              </a:rPr>
              <a:t> </a:t>
            </a:r>
            <a:r>
              <a:rPr sz="1650" spc="-105" dirty="0">
                <a:latin typeface="Montserrat"/>
                <a:cs typeface="Montserrat"/>
              </a:rPr>
              <a:t>updates</a:t>
            </a:r>
            <a:r>
              <a:rPr sz="1650" spc="-5" dirty="0">
                <a:latin typeface="Montserrat"/>
                <a:cs typeface="Montserrat"/>
              </a:rPr>
              <a:t> </a:t>
            </a:r>
            <a:r>
              <a:rPr sz="1650" spc="-110" dirty="0">
                <a:latin typeface="Montserrat"/>
                <a:cs typeface="Montserrat"/>
              </a:rPr>
              <a:t>patch</a:t>
            </a:r>
            <a:r>
              <a:rPr sz="1650" spc="-5" dirty="0">
                <a:latin typeface="Montserrat"/>
                <a:cs typeface="Montserrat"/>
              </a:rPr>
              <a:t> </a:t>
            </a:r>
            <a:r>
              <a:rPr sz="1650" spc="-90" dirty="0">
                <a:latin typeface="Montserrat"/>
                <a:cs typeface="Montserrat"/>
              </a:rPr>
              <a:t>security</a:t>
            </a:r>
            <a:r>
              <a:rPr sz="1650" dirty="0">
                <a:latin typeface="Montserrat"/>
                <a:cs typeface="Montserrat"/>
              </a:rPr>
              <a:t> </a:t>
            </a:r>
            <a:r>
              <a:rPr sz="1650" spc="-80" dirty="0">
                <a:latin typeface="Montserrat"/>
                <a:cs typeface="Montserrat"/>
              </a:rPr>
              <a:t>vulnerabilities</a:t>
            </a:r>
            <a:endParaRPr sz="1650" dirty="0">
              <a:latin typeface="Montserrat"/>
              <a:cs typeface="Montserra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277098" y="1209368"/>
            <a:ext cx="4089402" cy="3896032"/>
            <a:chOff x="7277099" y="1295399"/>
            <a:chExt cx="3124200" cy="3352800"/>
          </a:xfrm>
          <a:solidFill>
            <a:schemeClr val="tx1">
              <a:alpha val="0"/>
            </a:schemeClr>
          </a:solidFill>
        </p:grpSpPr>
        <p:sp>
          <p:nvSpPr>
            <p:cNvPr id="11" name="object 11"/>
            <p:cNvSpPr/>
            <p:nvPr/>
          </p:nvSpPr>
          <p:spPr>
            <a:xfrm>
              <a:off x="7277099" y="1295399"/>
              <a:ext cx="3124200" cy="3352800"/>
            </a:xfrm>
            <a:custGeom>
              <a:avLst/>
              <a:gdLst/>
              <a:ahLst/>
              <a:cxnLst/>
              <a:rect l="l" t="t" r="r" b="b"/>
              <a:pathLst>
                <a:path w="3124200" h="3352800">
                  <a:moveTo>
                    <a:pt x="3053003" y="3352799"/>
                  </a:moveTo>
                  <a:lnTo>
                    <a:pt x="71196" y="3352799"/>
                  </a:lnTo>
                  <a:lnTo>
                    <a:pt x="66241" y="3352311"/>
                  </a:lnTo>
                  <a:lnTo>
                    <a:pt x="29704" y="3337177"/>
                  </a:lnTo>
                  <a:lnTo>
                    <a:pt x="3885" y="3301137"/>
                  </a:lnTo>
                  <a:lnTo>
                    <a:pt x="0" y="3281602"/>
                  </a:lnTo>
                  <a:lnTo>
                    <a:pt x="0" y="3276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053003" y="0"/>
                  </a:lnTo>
                  <a:lnTo>
                    <a:pt x="3094495" y="15621"/>
                  </a:lnTo>
                  <a:lnTo>
                    <a:pt x="3120313" y="51661"/>
                  </a:lnTo>
                  <a:lnTo>
                    <a:pt x="3124200" y="71196"/>
                  </a:lnTo>
                  <a:lnTo>
                    <a:pt x="3124200" y="3281602"/>
                  </a:lnTo>
                  <a:lnTo>
                    <a:pt x="3108577" y="3323094"/>
                  </a:lnTo>
                  <a:lnTo>
                    <a:pt x="3072538" y="3348913"/>
                  </a:lnTo>
                  <a:lnTo>
                    <a:pt x="3057957" y="3352311"/>
                  </a:lnTo>
                  <a:lnTo>
                    <a:pt x="3053003" y="335279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29500" y="1447799"/>
              <a:ext cx="2819399" cy="3047999"/>
            </a:xfrm>
            <a:prstGeom prst="rect">
              <a:avLst/>
            </a:prstGeom>
            <a:grpFill/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B9E1DA1-7E9C-7CE3-8CB3-45A1B75B301B}"/>
              </a:ext>
            </a:extLst>
          </p:cNvPr>
          <p:cNvSpPr txBox="1"/>
          <p:nvPr/>
        </p:nvSpPr>
        <p:spPr>
          <a:xfrm>
            <a:off x="4800600" y="4724116"/>
            <a:ext cx="267598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13/20</a:t>
            </a: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9925" y="537053"/>
            <a:ext cx="10850563" cy="492443"/>
          </a:xfrm>
          <a:prstGeom prst="rect">
            <a:avLst/>
          </a:prstGeom>
        </p:spPr>
        <p:txBody>
          <a:bodyPr vert="horz" wrap="square" lIns="0" tIns="15240" rIns="0" bIns="0" rtlCol="0" anchor="b">
            <a:spAutoFit/>
          </a:bodyPr>
          <a:lstStyle/>
          <a:p>
            <a:pPr marL="12700">
              <a:spcBef>
                <a:spcPts val="120"/>
              </a:spcBef>
            </a:pPr>
            <a:r>
              <a:rPr spc="-250" dirty="0">
                <a:solidFill>
                  <a:schemeClr val="tx1"/>
                </a:solidFill>
              </a:rPr>
              <a:t>Popular</a:t>
            </a:r>
            <a:r>
              <a:rPr spc="-85" dirty="0">
                <a:solidFill>
                  <a:schemeClr val="tx1"/>
                </a:solidFill>
              </a:rPr>
              <a:t> </a:t>
            </a:r>
            <a:r>
              <a:rPr spc="-254" dirty="0">
                <a:solidFill>
                  <a:schemeClr val="tx1"/>
                </a:solidFill>
              </a:rPr>
              <a:t>Operating</a:t>
            </a:r>
            <a:r>
              <a:rPr spc="-80" dirty="0">
                <a:solidFill>
                  <a:schemeClr val="tx1"/>
                </a:solidFill>
              </a:rPr>
              <a:t> </a:t>
            </a:r>
            <a:r>
              <a:rPr spc="-285" dirty="0">
                <a:solidFill>
                  <a:schemeClr val="tx1"/>
                </a:solidFill>
              </a:rPr>
              <a:t>System</a:t>
            </a:r>
            <a:r>
              <a:rPr spc="-80" dirty="0">
                <a:solidFill>
                  <a:schemeClr val="tx1"/>
                </a:solidFill>
              </a:rPr>
              <a:t> </a:t>
            </a:r>
            <a:r>
              <a:rPr spc="-285" dirty="0">
                <a:solidFill>
                  <a:schemeClr val="tx1"/>
                </a:solidFill>
              </a:rPr>
              <a:t>Examples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1410494"/>
            <a:ext cx="76200" cy="76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1905794"/>
            <a:ext cx="76200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2401094"/>
            <a:ext cx="76200" cy="76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2896394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3391694"/>
            <a:ext cx="76200" cy="761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3886994"/>
            <a:ext cx="76200" cy="761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25500" y="1273333"/>
            <a:ext cx="4191000" cy="2754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650" spc="-85" dirty="0">
                <a:latin typeface="Montserrat"/>
                <a:cs typeface="Montserrat"/>
              </a:rPr>
              <a:t>Microsoft</a:t>
            </a:r>
            <a:r>
              <a:rPr sz="1650" spc="-25" dirty="0">
                <a:latin typeface="Montserrat"/>
                <a:cs typeface="Montserrat"/>
              </a:rPr>
              <a:t> </a:t>
            </a:r>
            <a:r>
              <a:rPr sz="1650" spc="-120" dirty="0">
                <a:latin typeface="Montserrat"/>
                <a:cs typeface="Montserrat"/>
              </a:rPr>
              <a:t>Windows</a:t>
            </a:r>
            <a:r>
              <a:rPr sz="1650" spc="-25" dirty="0">
                <a:latin typeface="Montserrat"/>
                <a:cs typeface="Montserrat"/>
              </a:rPr>
              <a:t> </a:t>
            </a:r>
            <a:r>
              <a:rPr sz="1650" dirty="0">
                <a:latin typeface="Montserrat"/>
                <a:cs typeface="Montserrat"/>
              </a:rPr>
              <a:t>-</a:t>
            </a:r>
            <a:r>
              <a:rPr sz="1650" spc="-20" dirty="0">
                <a:latin typeface="Montserrat"/>
                <a:cs typeface="Montserrat"/>
              </a:rPr>
              <a:t> </a:t>
            </a:r>
            <a:r>
              <a:rPr sz="1650" spc="-100" dirty="0">
                <a:latin typeface="Montserrat"/>
                <a:cs typeface="Montserrat"/>
              </a:rPr>
              <a:t>desktop</a:t>
            </a:r>
            <a:r>
              <a:rPr sz="1650" spc="-25" dirty="0">
                <a:latin typeface="Montserrat"/>
                <a:cs typeface="Montserrat"/>
              </a:rPr>
              <a:t> </a:t>
            </a:r>
            <a:r>
              <a:rPr sz="1650" spc="-110" dirty="0">
                <a:latin typeface="Montserrat"/>
                <a:cs typeface="Montserrat"/>
              </a:rPr>
              <a:t>market</a:t>
            </a:r>
            <a:r>
              <a:rPr sz="1650" spc="-20" dirty="0">
                <a:latin typeface="Montserrat"/>
                <a:cs typeface="Montserrat"/>
              </a:rPr>
              <a:t> </a:t>
            </a:r>
            <a:r>
              <a:rPr sz="1650" spc="-70" dirty="0">
                <a:latin typeface="Montserrat"/>
                <a:cs typeface="Montserrat"/>
              </a:rPr>
              <a:t>leader</a:t>
            </a:r>
            <a:endParaRPr sz="1650">
              <a:latin typeface="Montserrat"/>
              <a:cs typeface="Montserrat"/>
            </a:endParaRPr>
          </a:p>
          <a:p>
            <a:pPr marL="12700" marR="76200">
              <a:lnSpc>
                <a:spcPct val="197000"/>
              </a:lnSpc>
            </a:pPr>
            <a:r>
              <a:rPr sz="1650" spc="-125" dirty="0">
                <a:latin typeface="Montserrat"/>
                <a:cs typeface="Montserrat"/>
              </a:rPr>
              <a:t>macOS</a:t>
            </a:r>
            <a:r>
              <a:rPr sz="1650" spc="-10" dirty="0">
                <a:latin typeface="Montserrat"/>
                <a:cs typeface="Montserrat"/>
              </a:rPr>
              <a:t> </a:t>
            </a:r>
            <a:r>
              <a:rPr sz="1650" dirty="0">
                <a:latin typeface="Montserrat"/>
                <a:cs typeface="Montserrat"/>
              </a:rPr>
              <a:t>-</a:t>
            </a:r>
            <a:r>
              <a:rPr sz="1650" spc="-5" dirty="0">
                <a:latin typeface="Montserrat"/>
                <a:cs typeface="Montserrat"/>
              </a:rPr>
              <a:t> </a:t>
            </a:r>
            <a:r>
              <a:rPr sz="1650" spc="-95" dirty="0">
                <a:latin typeface="Montserrat"/>
                <a:cs typeface="Montserrat"/>
              </a:rPr>
              <a:t>Apple's</a:t>
            </a:r>
            <a:r>
              <a:rPr sz="1650" spc="-10" dirty="0">
                <a:latin typeface="Montserrat"/>
                <a:cs typeface="Montserrat"/>
              </a:rPr>
              <a:t> </a:t>
            </a:r>
            <a:r>
              <a:rPr sz="1650" spc="-100" dirty="0">
                <a:latin typeface="Montserrat"/>
                <a:cs typeface="Montserrat"/>
              </a:rPr>
              <a:t>desktop</a:t>
            </a:r>
            <a:r>
              <a:rPr sz="1650" spc="-5" dirty="0">
                <a:latin typeface="Montserrat"/>
                <a:cs typeface="Montserrat"/>
              </a:rPr>
              <a:t> </a:t>
            </a:r>
            <a:r>
              <a:rPr sz="1650" spc="-100" dirty="0">
                <a:latin typeface="Montserrat"/>
                <a:cs typeface="Montserrat"/>
              </a:rPr>
              <a:t>operating</a:t>
            </a:r>
            <a:r>
              <a:rPr sz="1650" spc="-5" dirty="0">
                <a:latin typeface="Montserrat"/>
                <a:cs typeface="Montserrat"/>
              </a:rPr>
              <a:t> </a:t>
            </a:r>
            <a:r>
              <a:rPr sz="1650" spc="-95" dirty="0">
                <a:latin typeface="Montserrat"/>
                <a:cs typeface="Montserrat"/>
              </a:rPr>
              <a:t>system Linux</a:t>
            </a:r>
            <a:r>
              <a:rPr sz="1650" spc="-20" dirty="0">
                <a:latin typeface="Montserrat"/>
                <a:cs typeface="Montserrat"/>
              </a:rPr>
              <a:t> </a:t>
            </a:r>
            <a:r>
              <a:rPr sz="1650" dirty="0">
                <a:latin typeface="Montserrat"/>
                <a:cs typeface="Montserrat"/>
              </a:rPr>
              <a:t>-</a:t>
            </a:r>
            <a:r>
              <a:rPr sz="1650" spc="-15" dirty="0">
                <a:latin typeface="Montserrat"/>
                <a:cs typeface="Montserrat"/>
              </a:rPr>
              <a:t> </a:t>
            </a:r>
            <a:r>
              <a:rPr sz="1650" spc="-95" dirty="0">
                <a:latin typeface="Montserrat"/>
                <a:cs typeface="Montserrat"/>
              </a:rPr>
              <a:t>open-</a:t>
            </a:r>
            <a:r>
              <a:rPr sz="1650" spc="-100" dirty="0">
                <a:latin typeface="Montserrat"/>
                <a:cs typeface="Montserrat"/>
              </a:rPr>
              <a:t>source</a:t>
            </a:r>
            <a:r>
              <a:rPr sz="1650" spc="-15" dirty="0">
                <a:latin typeface="Montserrat"/>
                <a:cs typeface="Montserrat"/>
              </a:rPr>
              <a:t> </a:t>
            </a:r>
            <a:r>
              <a:rPr sz="1650" spc="-95" dirty="0">
                <a:latin typeface="Montserrat"/>
                <a:cs typeface="Montserrat"/>
              </a:rPr>
              <a:t>Unix-</a:t>
            </a:r>
            <a:r>
              <a:rPr sz="1650" spc="-80" dirty="0">
                <a:latin typeface="Montserrat"/>
                <a:cs typeface="Montserrat"/>
              </a:rPr>
              <a:t>like</a:t>
            </a:r>
            <a:r>
              <a:rPr sz="1650" spc="-20" dirty="0">
                <a:latin typeface="Montserrat"/>
                <a:cs typeface="Montserrat"/>
              </a:rPr>
              <a:t> </a:t>
            </a:r>
            <a:r>
              <a:rPr sz="1650" spc="-25" dirty="0">
                <a:latin typeface="Montserrat"/>
                <a:cs typeface="Montserrat"/>
              </a:rPr>
              <a:t>OS</a:t>
            </a:r>
            <a:endParaRPr sz="1650">
              <a:latin typeface="Montserrat"/>
              <a:cs typeface="Montserrat"/>
            </a:endParaRPr>
          </a:p>
          <a:p>
            <a:pPr marL="12700" marR="1221740">
              <a:lnSpc>
                <a:spcPct val="197000"/>
              </a:lnSpc>
            </a:pPr>
            <a:r>
              <a:rPr sz="1650" spc="-100" dirty="0">
                <a:latin typeface="Montserrat"/>
                <a:cs typeface="Montserrat"/>
              </a:rPr>
              <a:t>Android</a:t>
            </a:r>
            <a:r>
              <a:rPr sz="1650" spc="-30" dirty="0">
                <a:latin typeface="Montserrat"/>
                <a:cs typeface="Montserrat"/>
              </a:rPr>
              <a:t> </a:t>
            </a:r>
            <a:r>
              <a:rPr sz="1650" dirty="0">
                <a:latin typeface="Montserrat"/>
                <a:cs typeface="Montserrat"/>
              </a:rPr>
              <a:t>-</a:t>
            </a:r>
            <a:r>
              <a:rPr sz="1650" spc="-25" dirty="0">
                <a:latin typeface="Montserrat"/>
                <a:cs typeface="Montserrat"/>
              </a:rPr>
              <a:t> </a:t>
            </a:r>
            <a:r>
              <a:rPr sz="1650" spc="-95" dirty="0">
                <a:latin typeface="Montserrat"/>
                <a:cs typeface="Montserrat"/>
              </a:rPr>
              <a:t>mobile</a:t>
            </a:r>
            <a:r>
              <a:rPr sz="1650" spc="-25" dirty="0">
                <a:latin typeface="Montserrat"/>
                <a:cs typeface="Montserrat"/>
              </a:rPr>
              <a:t> </a:t>
            </a:r>
            <a:r>
              <a:rPr sz="1650" spc="-120" dirty="0">
                <a:latin typeface="Montserrat"/>
                <a:cs typeface="Montserrat"/>
              </a:rPr>
              <a:t>OS</a:t>
            </a:r>
            <a:r>
              <a:rPr sz="1650" spc="-30" dirty="0">
                <a:latin typeface="Montserrat"/>
                <a:cs typeface="Montserrat"/>
              </a:rPr>
              <a:t> </a:t>
            </a:r>
            <a:r>
              <a:rPr sz="1650" spc="-114" dirty="0">
                <a:latin typeface="Montserrat"/>
                <a:cs typeface="Montserrat"/>
              </a:rPr>
              <a:t>by</a:t>
            </a:r>
            <a:r>
              <a:rPr sz="1650" spc="-25" dirty="0">
                <a:latin typeface="Montserrat"/>
                <a:cs typeface="Montserrat"/>
              </a:rPr>
              <a:t> </a:t>
            </a:r>
            <a:r>
              <a:rPr sz="1650" spc="-105" dirty="0">
                <a:latin typeface="Montserrat"/>
                <a:cs typeface="Montserrat"/>
              </a:rPr>
              <a:t>Google </a:t>
            </a:r>
            <a:r>
              <a:rPr sz="1650" spc="-100" dirty="0">
                <a:latin typeface="Montserrat"/>
                <a:cs typeface="Montserrat"/>
              </a:rPr>
              <a:t>iOS</a:t>
            </a:r>
            <a:r>
              <a:rPr sz="1650" spc="-40" dirty="0">
                <a:latin typeface="Montserrat"/>
                <a:cs typeface="Montserrat"/>
              </a:rPr>
              <a:t> </a:t>
            </a:r>
            <a:r>
              <a:rPr sz="1650" dirty="0">
                <a:latin typeface="Montserrat"/>
                <a:cs typeface="Montserrat"/>
              </a:rPr>
              <a:t>-</a:t>
            </a:r>
            <a:r>
              <a:rPr sz="1650" spc="-35" dirty="0">
                <a:latin typeface="Montserrat"/>
                <a:cs typeface="Montserrat"/>
              </a:rPr>
              <a:t> </a:t>
            </a:r>
            <a:r>
              <a:rPr sz="1650" spc="-95" dirty="0">
                <a:latin typeface="Montserrat"/>
                <a:cs typeface="Montserrat"/>
              </a:rPr>
              <a:t>mobile</a:t>
            </a:r>
            <a:r>
              <a:rPr sz="1650" spc="-35" dirty="0">
                <a:latin typeface="Montserrat"/>
                <a:cs typeface="Montserrat"/>
              </a:rPr>
              <a:t> </a:t>
            </a:r>
            <a:r>
              <a:rPr sz="1650" spc="-120" dirty="0">
                <a:latin typeface="Montserrat"/>
                <a:cs typeface="Montserrat"/>
              </a:rPr>
              <a:t>OS</a:t>
            </a:r>
            <a:r>
              <a:rPr sz="1650" spc="-35" dirty="0">
                <a:latin typeface="Montserrat"/>
                <a:cs typeface="Montserrat"/>
              </a:rPr>
              <a:t> </a:t>
            </a:r>
            <a:r>
              <a:rPr sz="1650" spc="-114" dirty="0">
                <a:latin typeface="Montserrat"/>
                <a:cs typeface="Montserrat"/>
              </a:rPr>
              <a:t>by</a:t>
            </a:r>
            <a:r>
              <a:rPr sz="1650" spc="-40" dirty="0">
                <a:latin typeface="Montserrat"/>
                <a:cs typeface="Montserrat"/>
              </a:rPr>
              <a:t> </a:t>
            </a:r>
            <a:r>
              <a:rPr sz="1650" spc="-20" dirty="0">
                <a:latin typeface="Montserrat"/>
                <a:cs typeface="Montserrat"/>
              </a:rPr>
              <a:t>Apple</a:t>
            </a:r>
            <a:endParaRPr sz="1650">
              <a:latin typeface="Montserrat"/>
              <a:cs typeface="Montserrat"/>
            </a:endParaRPr>
          </a:p>
          <a:p>
            <a:pPr marL="12700">
              <a:spcBef>
                <a:spcPts val="1914"/>
              </a:spcBef>
            </a:pPr>
            <a:r>
              <a:rPr sz="1650" spc="-114" dirty="0">
                <a:latin typeface="Montserrat"/>
                <a:cs typeface="Montserrat"/>
              </a:rPr>
              <a:t>Chrome</a:t>
            </a:r>
            <a:r>
              <a:rPr sz="1650" spc="-30" dirty="0">
                <a:latin typeface="Montserrat"/>
                <a:cs typeface="Montserrat"/>
              </a:rPr>
              <a:t> </a:t>
            </a:r>
            <a:r>
              <a:rPr sz="1650" spc="-120" dirty="0">
                <a:latin typeface="Montserrat"/>
                <a:cs typeface="Montserrat"/>
              </a:rPr>
              <a:t>OS</a:t>
            </a:r>
            <a:r>
              <a:rPr sz="1650" spc="-30" dirty="0">
                <a:latin typeface="Montserrat"/>
                <a:cs typeface="Montserrat"/>
              </a:rPr>
              <a:t> </a:t>
            </a:r>
            <a:r>
              <a:rPr sz="1650" dirty="0">
                <a:latin typeface="Montserrat"/>
                <a:cs typeface="Montserrat"/>
              </a:rPr>
              <a:t>-</a:t>
            </a:r>
            <a:r>
              <a:rPr sz="1650" spc="-25" dirty="0">
                <a:latin typeface="Montserrat"/>
                <a:cs typeface="Montserrat"/>
              </a:rPr>
              <a:t> </a:t>
            </a:r>
            <a:r>
              <a:rPr sz="1650" spc="-100" dirty="0">
                <a:latin typeface="Montserrat"/>
                <a:cs typeface="Montserrat"/>
              </a:rPr>
              <a:t>web-</a:t>
            </a:r>
            <a:r>
              <a:rPr sz="1650" spc="-90" dirty="0">
                <a:latin typeface="Montserrat"/>
                <a:cs typeface="Montserrat"/>
              </a:rPr>
              <a:t>centric</a:t>
            </a:r>
            <a:r>
              <a:rPr sz="1650" spc="-30" dirty="0">
                <a:latin typeface="Montserrat"/>
                <a:cs typeface="Montserrat"/>
              </a:rPr>
              <a:t> </a:t>
            </a:r>
            <a:r>
              <a:rPr sz="1650" spc="-120" dirty="0">
                <a:latin typeface="Montserrat"/>
                <a:cs typeface="Montserrat"/>
              </a:rPr>
              <a:t>OS</a:t>
            </a:r>
            <a:r>
              <a:rPr sz="1650" spc="-30" dirty="0">
                <a:latin typeface="Montserrat"/>
                <a:cs typeface="Montserrat"/>
              </a:rPr>
              <a:t> </a:t>
            </a:r>
            <a:r>
              <a:rPr sz="1650" spc="-114" dirty="0">
                <a:latin typeface="Montserrat"/>
                <a:cs typeface="Montserrat"/>
              </a:rPr>
              <a:t>by</a:t>
            </a:r>
            <a:r>
              <a:rPr sz="1650" spc="-25" dirty="0">
                <a:latin typeface="Montserrat"/>
                <a:cs typeface="Montserrat"/>
              </a:rPr>
              <a:t> </a:t>
            </a:r>
            <a:r>
              <a:rPr sz="1650" spc="-10" dirty="0">
                <a:latin typeface="Montserrat"/>
                <a:cs typeface="Montserrat"/>
              </a:rPr>
              <a:t>Google</a:t>
            </a:r>
            <a:endParaRPr sz="1650">
              <a:latin typeface="Montserrat"/>
              <a:cs typeface="Montserrat"/>
            </a:endParaRPr>
          </a:p>
        </p:txBody>
      </p:sp>
      <p:pic>
        <p:nvPicPr>
          <p:cNvPr id="3074" name="Picture 2" descr="Generated image">
            <a:extLst>
              <a:ext uri="{FF2B5EF4-FFF2-40B4-BE49-F238E27FC236}">
                <a16:creationId xmlns:a16="http://schemas.microsoft.com/office/drawing/2014/main" id="{9A8D19F6-24B8-9415-980A-C64D9370A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201" y="1143000"/>
            <a:ext cx="6629400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000B10-8DDE-BD44-B068-B87217C95F65}"/>
              </a:ext>
            </a:extLst>
          </p:cNvPr>
          <p:cNvSpPr txBox="1"/>
          <p:nvPr/>
        </p:nvSpPr>
        <p:spPr>
          <a:xfrm>
            <a:off x="5638800" y="5867400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14/20</a:t>
            </a:r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9925" y="537053"/>
            <a:ext cx="10850563" cy="492443"/>
          </a:xfrm>
          <a:prstGeom prst="rect">
            <a:avLst/>
          </a:prstGeom>
        </p:spPr>
        <p:txBody>
          <a:bodyPr vert="horz" wrap="square" lIns="0" tIns="15240" rIns="0" bIns="0" rtlCol="0" anchor="b">
            <a:spAutoFit/>
          </a:bodyPr>
          <a:lstStyle/>
          <a:p>
            <a:pPr marL="12700">
              <a:spcBef>
                <a:spcPts val="120"/>
              </a:spcBef>
            </a:pPr>
            <a:r>
              <a:rPr spc="-245" dirty="0">
                <a:solidFill>
                  <a:schemeClr val="tx1"/>
                </a:solidFill>
              </a:rPr>
              <a:t>Conclusion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1410494"/>
            <a:ext cx="76200" cy="76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1905794"/>
            <a:ext cx="76200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2401094"/>
            <a:ext cx="76200" cy="76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2896394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3391694"/>
            <a:ext cx="76200" cy="761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3886994"/>
            <a:ext cx="76200" cy="761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25501" y="1273333"/>
            <a:ext cx="4545965" cy="2754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650" spc="-105" dirty="0">
                <a:latin typeface="Montserrat"/>
                <a:cs typeface="Montserrat"/>
              </a:rPr>
              <a:t>Operating</a:t>
            </a:r>
            <a:r>
              <a:rPr sz="1650" dirty="0">
                <a:latin typeface="Montserrat"/>
                <a:cs typeface="Montserrat"/>
              </a:rPr>
              <a:t> </a:t>
            </a:r>
            <a:r>
              <a:rPr sz="1650" spc="-105" dirty="0">
                <a:latin typeface="Montserrat"/>
                <a:cs typeface="Montserrat"/>
              </a:rPr>
              <a:t>systems</a:t>
            </a:r>
            <a:r>
              <a:rPr sz="1650" spc="5" dirty="0">
                <a:latin typeface="Montserrat"/>
                <a:cs typeface="Montserrat"/>
              </a:rPr>
              <a:t> </a:t>
            </a:r>
            <a:r>
              <a:rPr sz="1650" spc="-95" dirty="0">
                <a:latin typeface="Montserrat"/>
                <a:cs typeface="Montserrat"/>
              </a:rPr>
              <a:t>are</a:t>
            </a:r>
            <a:r>
              <a:rPr sz="1650" spc="5" dirty="0">
                <a:latin typeface="Montserrat"/>
                <a:cs typeface="Montserrat"/>
              </a:rPr>
              <a:t> </a:t>
            </a:r>
            <a:r>
              <a:rPr sz="1650" spc="-100" dirty="0">
                <a:latin typeface="Montserrat"/>
                <a:cs typeface="Montserrat"/>
              </a:rPr>
              <a:t>computing</a:t>
            </a:r>
            <a:r>
              <a:rPr sz="1650" dirty="0">
                <a:latin typeface="Montserrat"/>
                <a:cs typeface="Montserrat"/>
              </a:rPr>
              <a:t> </a:t>
            </a:r>
            <a:r>
              <a:rPr sz="1650" spc="-45" dirty="0">
                <a:latin typeface="Montserrat"/>
                <a:cs typeface="Montserrat"/>
              </a:rPr>
              <a:t>foundations</a:t>
            </a:r>
            <a:endParaRPr sz="1650" dirty="0">
              <a:latin typeface="Montserrat"/>
              <a:cs typeface="Montserrat"/>
            </a:endParaRPr>
          </a:p>
          <a:p>
            <a:pPr marL="12700" marR="5080">
              <a:lnSpc>
                <a:spcPct val="197000"/>
              </a:lnSpc>
            </a:pPr>
            <a:r>
              <a:rPr sz="1650" spc="-105" dirty="0">
                <a:latin typeface="Montserrat"/>
                <a:cs typeface="Montserrat"/>
              </a:rPr>
              <a:t>They</a:t>
            </a:r>
            <a:r>
              <a:rPr sz="1650" spc="5" dirty="0">
                <a:latin typeface="Montserrat"/>
                <a:cs typeface="Montserrat"/>
              </a:rPr>
              <a:t> </a:t>
            </a:r>
            <a:r>
              <a:rPr sz="1650" spc="-114" dirty="0">
                <a:latin typeface="Montserrat"/>
                <a:cs typeface="Montserrat"/>
              </a:rPr>
              <a:t>manage</a:t>
            </a:r>
            <a:r>
              <a:rPr sz="1650" spc="5" dirty="0">
                <a:latin typeface="Montserrat"/>
                <a:cs typeface="Montserrat"/>
              </a:rPr>
              <a:t> </a:t>
            </a:r>
            <a:r>
              <a:rPr sz="1650" spc="-110" dirty="0">
                <a:latin typeface="Montserrat"/>
                <a:cs typeface="Montserrat"/>
              </a:rPr>
              <a:t>hardware</a:t>
            </a:r>
            <a:r>
              <a:rPr sz="1650" spc="10" dirty="0">
                <a:latin typeface="Montserrat"/>
                <a:cs typeface="Montserrat"/>
              </a:rPr>
              <a:t> </a:t>
            </a:r>
            <a:r>
              <a:rPr sz="1650" spc="-105" dirty="0">
                <a:latin typeface="Montserrat"/>
                <a:cs typeface="Montserrat"/>
              </a:rPr>
              <a:t>and</a:t>
            </a:r>
            <a:r>
              <a:rPr sz="1650" spc="5" dirty="0">
                <a:latin typeface="Montserrat"/>
                <a:cs typeface="Montserrat"/>
              </a:rPr>
              <a:t> </a:t>
            </a:r>
            <a:r>
              <a:rPr sz="1650" spc="-100" dirty="0">
                <a:latin typeface="Montserrat"/>
                <a:cs typeface="Montserrat"/>
              </a:rPr>
              <a:t>software</a:t>
            </a:r>
            <a:r>
              <a:rPr sz="1650" spc="5" dirty="0">
                <a:latin typeface="Montserrat"/>
                <a:cs typeface="Montserrat"/>
              </a:rPr>
              <a:t> </a:t>
            </a:r>
            <a:r>
              <a:rPr sz="1650" spc="-95" dirty="0">
                <a:latin typeface="Montserrat"/>
                <a:cs typeface="Montserrat"/>
              </a:rPr>
              <a:t>resources </a:t>
            </a:r>
            <a:r>
              <a:rPr sz="1650" spc="-105" dirty="0">
                <a:latin typeface="Montserrat"/>
                <a:cs typeface="Montserrat"/>
              </a:rPr>
              <a:t>Various</a:t>
            </a:r>
            <a:r>
              <a:rPr sz="1650" dirty="0">
                <a:latin typeface="Montserrat"/>
                <a:cs typeface="Montserrat"/>
              </a:rPr>
              <a:t> </a:t>
            </a:r>
            <a:r>
              <a:rPr sz="1650" spc="-105" dirty="0">
                <a:latin typeface="Montserrat"/>
                <a:cs typeface="Montserrat"/>
              </a:rPr>
              <a:t>types</a:t>
            </a:r>
            <a:r>
              <a:rPr sz="1650" dirty="0">
                <a:latin typeface="Montserrat"/>
                <a:cs typeface="Montserrat"/>
              </a:rPr>
              <a:t> </a:t>
            </a:r>
            <a:r>
              <a:rPr sz="1650" spc="-90" dirty="0">
                <a:latin typeface="Montserrat"/>
                <a:cs typeface="Montserrat"/>
              </a:rPr>
              <a:t>serve</a:t>
            </a:r>
            <a:r>
              <a:rPr sz="1650" dirty="0">
                <a:latin typeface="Montserrat"/>
                <a:cs typeface="Montserrat"/>
              </a:rPr>
              <a:t> </a:t>
            </a:r>
            <a:r>
              <a:rPr sz="1650" spc="-85" dirty="0">
                <a:latin typeface="Montserrat"/>
                <a:cs typeface="Montserrat"/>
              </a:rPr>
              <a:t>different</a:t>
            </a:r>
            <a:r>
              <a:rPr sz="1650" dirty="0">
                <a:latin typeface="Montserrat"/>
                <a:cs typeface="Montserrat"/>
              </a:rPr>
              <a:t> </a:t>
            </a:r>
            <a:r>
              <a:rPr sz="1650" spc="-100" dirty="0">
                <a:latin typeface="Montserrat"/>
                <a:cs typeface="Montserrat"/>
              </a:rPr>
              <a:t>computing</a:t>
            </a:r>
            <a:r>
              <a:rPr sz="1650" spc="5" dirty="0">
                <a:latin typeface="Montserrat"/>
                <a:cs typeface="Montserrat"/>
              </a:rPr>
              <a:t> </a:t>
            </a:r>
            <a:r>
              <a:rPr sz="1650" spc="-10" dirty="0">
                <a:latin typeface="Montserrat"/>
                <a:cs typeface="Montserrat"/>
              </a:rPr>
              <a:t>needs </a:t>
            </a:r>
            <a:r>
              <a:rPr sz="1650" spc="-100" dirty="0">
                <a:latin typeface="Montserrat"/>
                <a:cs typeface="Montserrat"/>
              </a:rPr>
              <a:t>Security</a:t>
            </a:r>
            <a:r>
              <a:rPr sz="1650" dirty="0">
                <a:latin typeface="Montserrat"/>
                <a:cs typeface="Montserrat"/>
              </a:rPr>
              <a:t> </a:t>
            </a:r>
            <a:r>
              <a:rPr sz="1650" spc="-105" dirty="0">
                <a:latin typeface="Montserrat"/>
                <a:cs typeface="Montserrat"/>
              </a:rPr>
              <a:t>and</a:t>
            </a:r>
            <a:r>
              <a:rPr sz="1650" spc="5" dirty="0">
                <a:latin typeface="Montserrat"/>
                <a:cs typeface="Montserrat"/>
              </a:rPr>
              <a:t> </a:t>
            </a:r>
            <a:r>
              <a:rPr sz="1650" spc="-85" dirty="0">
                <a:latin typeface="Montserrat"/>
                <a:cs typeface="Montserrat"/>
              </a:rPr>
              <a:t>efficiency</a:t>
            </a:r>
            <a:r>
              <a:rPr sz="1650" spc="5" dirty="0">
                <a:latin typeface="Montserrat"/>
                <a:cs typeface="Montserrat"/>
              </a:rPr>
              <a:t> </a:t>
            </a:r>
            <a:r>
              <a:rPr sz="1650" spc="-100" dirty="0">
                <a:latin typeface="Montserrat"/>
                <a:cs typeface="Montserrat"/>
              </a:rPr>
              <a:t>remain</a:t>
            </a:r>
            <a:r>
              <a:rPr sz="1650" dirty="0">
                <a:latin typeface="Montserrat"/>
                <a:cs typeface="Montserrat"/>
              </a:rPr>
              <a:t> </a:t>
            </a:r>
            <a:r>
              <a:rPr sz="1650" spc="-114" dirty="0">
                <a:latin typeface="Montserrat"/>
                <a:cs typeface="Montserrat"/>
              </a:rPr>
              <a:t>key</a:t>
            </a:r>
            <a:r>
              <a:rPr sz="1650" spc="5" dirty="0">
                <a:latin typeface="Montserrat"/>
                <a:cs typeface="Montserrat"/>
              </a:rPr>
              <a:t> </a:t>
            </a:r>
            <a:r>
              <a:rPr sz="1650" spc="-10" dirty="0">
                <a:latin typeface="Montserrat"/>
                <a:cs typeface="Montserrat"/>
              </a:rPr>
              <a:t>priorities </a:t>
            </a:r>
            <a:r>
              <a:rPr sz="1650" spc="-95" dirty="0">
                <a:latin typeface="Montserrat"/>
                <a:cs typeface="Montserrat"/>
              </a:rPr>
              <a:t>Rapidly</a:t>
            </a:r>
            <a:r>
              <a:rPr sz="1650" spc="5" dirty="0">
                <a:latin typeface="Montserrat"/>
                <a:cs typeface="Montserrat"/>
              </a:rPr>
              <a:t> </a:t>
            </a:r>
            <a:r>
              <a:rPr sz="1650" spc="-95" dirty="0">
                <a:latin typeface="Montserrat"/>
                <a:cs typeface="Montserrat"/>
              </a:rPr>
              <a:t>evolving</a:t>
            </a:r>
            <a:r>
              <a:rPr sz="1650" spc="5" dirty="0">
                <a:latin typeface="Montserrat"/>
                <a:cs typeface="Montserrat"/>
              </a:rPr>
              <a:t> </a:t>
            </a:r>
            <a:r>
              <a:rPr sz="1650" spc="-95" dirty="0">
                <a:latin typeface="Montserrat"/>
                <a:cs typeface="Montserrat"/>
              </a:rPr>
              <a:t>with</a:t>
            </a:r>
            <a:r>
              <a:rPr sz="1650" spc="5" dirty="0">
                <a:latin typeface="Montserrat"/>
                <a:cs typeface="Montserrat"/>
              </a:rPr>
              <a:t> </a:t>
            </a:r>
            <a:r>
              <a:rPr sz="1650" spc="-120" dirty="0">
                <a:latin typeface="Montserrat"/>
                <a:cs typeface="Montserrat"/>
              </a:rPr>
              <a:t>new</a:t>
            </a:r>
            <a:r>
              <a:rPr sz="1650" spc="5" dirty="0">
                <a:latin typeface="Montserrat"/>
                <a:cs typeface="Montserrat"/>
              </a:rPr>
              <a:t> </a:t>
            </a:r>
            <a:r>
              <a:rPr sz="1650" spc="-10" dirty="0">
                <a:latin typeface="Montserrat"/>
                <a:cs typeface="Montserrat"/>
              </a:rPr>
              <a:t>technologies </a:t>
            </a:r>
            <a:r>
              <a:rPr sz="1650" spc="-80" dirty="0">
                <a:latin typeface="Montserrat"/>
                <a:cs typeface="Montserrat"/>
              </a:rPr>
              <a:t>Essential</a:t>
            </a:r>
            <a:r>
              <a:rPr sz="1650" spc="-30" dirty="0">
                <a:latin typeface="Montserrat"/>
                <a:cs typeface="Montserrat"/>
              </a:rPr>
              <a:t> </a:t>
            </a:r>
            <a:r>
              <a:rPr sz="1650" spc="-75" dirty="0">
                <a:latin typeface="Montserrat"/>
                <a:cs typeface="Montserrat"/>
              </a:rPr>
              <a:t>for</a:t>
            </a:r>
            <a:r>
              <a:rPr sz="1650" spc="-30" dirty="0">
                <a:latin typeface="Montserrat"/>
                <a:cs typeface="Montserrat"/>
              </a:rPr>
              <a:t> </a:t>
            </a:r>
            <a:r>
              <a:rPr sz="1650" spc="-55" dirty="0">
                <a:latin typeface="Montserrat"/>
                <a:cs typeface="Montserrat"/>
              </a:rPr>
              <a:t>all</a:t>
            </a:r>
            <a:r>
              <a:rPr sz="1650" spc="-25" dirty="0">
                <a:latin typeface="Montserrat"/>
                <a:cs typeface="Montserrat"/>
              </a:rPr>
              <a:t> </a:t>
            </a:r>
            <a:r>
              <a:rPr sz="1650" spc="-110" dirty="0">
                <a:latin typeface="Montserrat"/>
                <a:cs typeface="Montserrat"/>
              </a:rPr>
              <a:t>modern</a:t>
            </a:r>
            <a:r>
              <a:rPr sz="1650" spc="-30" dirty="0">
                <a:latin typeface="Montserrat"/>
                <a:cs typeface="Montserrat"/>
              </a:rPr>
              <a:t> </a:t>
            </a:r>
            <a:r>
              <a:rPr sz="1650" spc="-100" dirty="0">
                <a:latin typeface="Montserrat"/>
                <a:cs typeface="Montserrat"/>
              </a:rPr>
              <a:t>computing</a:t>
            </a:r>
            <a:r>
              <a:rPr sz="1650" spc="-25" dirty="0">
                <a:latin typeface="Montserrat"/>
                <a:cs typeface="Montserrat"/>
              </a:rPr>
              <a:t> </a:t>
            </a:r>
            <a:r>
              <a:rPr sz="1650" spc="-10" dirty="0">
                <a:latin typeface="Montserrat"/>
                <a:cs typeface="Montserrat"/>
              </a:rPr>
              <a:t>systems</a:t>
            </a:r>
            <a:endParaRPr sz="1650" dirty="0">
              <a:latin typeface="Montserrat"/>
              <a:cs typeface="Montserra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10087" y="532529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9" y="380999"/>
                </a:moveTo>
                <a:lnTo>
                  <a:pt x="144199" y="375288"/>
                </a:lnTo>
                <a:lnTo>
                  <a:pt x="100696" y="358507"/>
                </a:lnTo>
                <a:lnTo>
                  <a:pt x="62574" y="331658"/>
                </a:lnTo>
                <a:lnTo>
                  <a:pt x="32103" y="296335"/>
                </a:lnTo>
                <a:lnTo>
                  <a:pt x="11130" y="254666"/>
                </a:lnTo>
                <a:lnTo>
                  <a:pt x="914" y="209172"/>
                </a:lnTo>
                <a:lnTo>
                  <a:pt x="0" y="190499"/>
                </a:lnTo>
                <a:lnTo>
                  <a:pt x="228" y="181141"/>
                </a:lnTo>
                <a:lnTo>
                  <a:pt x="8200" y="135199"/>
                </a:lnTo>
                <a:lnTo>
                  <a:pt x="27094" y="92571"/>
                </a:lnTo>
                <a:lnTo>
                  <a:pt x="55795" y="55796"/>
                </a:lnTo>
                <a:lnTo>
                  <a:pt x="92571" y="27095"/>
                </a:lnTo>
                <a:lnTo>
                  <a:pt x="135198" y="8200"/>
                </a:lnTo>
                <a:lnTo>
                  <a:pt x="181141" y="228"/>
                </a:lnTo>
                <a:lnTo>
                  <a:pt x="190499" y="0"/>
                </a:lnTo>
                <a:lnTo>
                  <a:pt x="199858" y="228"/>
                </a:lnTo>
                <a:lnTo>
                  <a:pt x="245799" y="8200"/>
                </a:lnTo>
                <a:lnTo>
                  <a:pt x="288426" y="27095"/>
                </a:lnTo>
                <a:lnTo>
                  <a:pt x="325203" y="55796"/>
                </a:lnTo>
                <a:lnTo>
                  <a:pt x="353902" y="92571"/>
                </a:lnTo>
                <a:lnTo>
                  <a:pt x="372797" y="135199"/>
                </a:lnTo>
                <a:lnTo>
                  <a:pt x="380770" y="181141"/>
                </a:lnTo>
                <a:lnTo>
                  <a:pt x="380999" y="190499"/>
                </a:lnTo>
                <a:lnTo>
                  <a:pt x="380770" y="199858"/>
                </a:lnTo>
                <a:lnTo>
                  <a:pt x="372797" y="245799"/>
                </a:lnTo>
                <a:lnTo>
                  <a:pt x="353902" y="288426"/>
                </a:lnTo>
                <a:lnTo>
                  <a:pt x="325203" y="325203"/>
                </a:lnTo>
                <a:lnTo>
                  <a:pt x="288426" y="353903"/>
                </a:lnTo>
                <a:lnTo>
                  <a:pt x="245799" y="372798"/>
                </a:lnTo>
                <a:lnTo>
                  <a:pt x="199858" y="380770"/>
                </a:lnTo>
                <a:lnTo>
                  <a:pt x="190499" y="380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50" name="Picture 2" descr="suggest image for : operating systems are computing foundations they manage hardware and software resources various types serve different computing needs security and efficiency remain key priorities rapidly evolving with new technologies essential f">
            <a:extLst>
              <a:ext uri="{FF2B5EF4-FFF2-40B4-BE49-F238E27FC236}">
                <a16:creationId xmlns:a16="http://schemas.microsoft.com/office/drawing/2014/main" id="{16E63808-8C12-2FE0-B43A-F84FBCC7F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273333"/>
            <a:ext cx="41148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BA42DF3-686B-2AF1-4631-66AD532B0378}"/>
              </a:ext>
            </a:extLst>
          </p:cNvPr>
          <p:cNvSpPr txBox="1"/>
          <p:nvPr/>
        </p:nvSpPr>
        <p:spPr>
          <a:xfrm>
            <a:off x="5867400" y="5951615"/>
            <a:ext cx="4709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15/20</a:t>
            </a:r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 txBox="1">
            <a:spLocks noGrp="1"/>
          </p:cNvSpPr>
          <p:nvPr>
            <p:ph type="body" idx="1"/>
          </p:nvPr>
        </p:nvSpPr>
        <p:spPr>
          <a:xfrm>
            <a:off x="1552115" y="1138801"/>
            <a:ext cx="85217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just">
              <a:spcBef>
                <a:spcPts val="480"/>
              </a:spcBef>
              <a:buSzPts val="2400"/>
              <a:buNone/>
            </a:pPr>
            <a:endParaRPr lang="en-IN" sz="1400" dirty="0"/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IN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891E85-696D-505E-5A2E-FFE7D1CFE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924232"/>
            <a:ext cx="5077952" cy="44540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D64084-E94E-9A80-D8C3-83874FCA20F0}"/>
              </a:ext>
            </a:extLst>
          </p:cNvPr>
          <p:cNvSpPr txBox="1"/>
          <p:nvPr/>
        </p:nvSpPr>
        <p:spPr>
          <a:xfrm>
            <a:off x="5584723" y="924232"/>
            <a:ext cx="432619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Time for Some MCQs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9EAB06-CF1D-5D8C-0650-9006402534A2}"/>
              </a:ext>
            </a:extLst>
          </p:cNvPr>
          <p:cNvSpPr txBox="1"/>
          <p:nvPr/>
        </p:nvSpPr>
        <p:spPr>
          <a:xfrm>
            <a:off x="1752600" y="2462240"/>
            <a:ext cx="7391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                                                                 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                                                       16/20</a:t>
            </a:r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42C00-0BF8-8C1B-15FC-ADA8DDEDA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B5E92-6018-4B4E-FD81-38A1FE68C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31044"/>
          </a:xfrm>
        </p:spPr>
        <p:txBody>
          <a:bodyPr/>
          <a:lstStyle/>
          <a:p>
            <a:r>
              <a:rPr lang="en-US" dirty="0"/>
              <a:t>Which operating system executes tasks within a specified time limit and is used in critical systems like pacemakers and flight control?</a:t>
            </a:r>
          </a:p>
          <a:p>
            <a:r>
              <a:rPr lang="en-US" dirty="0"/>
              <a:t>a) Distributed OS</a:t>
            </a:r>
          </a:p>
          <a:p>
            <a:r>
              <a:rPr lang="en-US" dirty="0"/>
              <a:t>b) Time-sharing OS</a:t>
            </a:r>
          </a:p>
          <a:p>
            <a:r>
              <a:rPr lang="en-US" dirty="0"/>
              <a:t>c) Real-time OS</a:t>
            </a:r>
          </a:p>
          <a:p>
            <a:r>
              <a:rPr lang="en-US" dirty="0"/>
              <a:t>d) Multiprogramming OS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F5E69-3D14-0304-4407-3A710E4257F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210"/>
              </a:lnSpc>
            </a:pPr>
            <a:r>
              <a:rPr lang="en-US" spc="-75" dirty="0"/>
              <a:t>Made</a:t>
            </a:r>
            <a:r>
              <a:rPr lang="en-US" spc="-10" dirty="0"/>
              <a:t> </a:t>
            </a:r>
            <a:r>
              <a:rPr lang="en-US" spc="-65" dirty="0"/>
              <a:t>with</a:t>
            </a:r>
            <a:endParaRPr lang="en-US" dirty="0">
              <a:latin typeface="Montserrat"/>
              <a:cs typeface="Montserra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F97440-6BF6-82A6-4428-0233585F3CE6}"/>
              </a:ext>
            </a:extLst>
          </p:cNvPr>
          <p:cNvSpPr txBox="1"/>
          <p:nvPr/>
        </p:nvSpPr>
        <p:spPr>
          <a:xfrm>
            <a:off x="838200" y="1123950"/>
            <a:ext cx="83058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Which operating system executes tasks within a specified time limit and is used in critical systems like pacemakers and flight control?</a:t>
            </a:r>
          </a:p>
          <a:p>
            <a:r>
              <a:rPr lang="en-IN" sz="2400" dirty="0"/>
              <a:t>a) Distributed OS</a:t>
            </a:r>
          </a:p>
          <a:p>
            <a:r>
              <a:rPr lang="en-IN" sz="2400" dirty="0"/>
              <a:t>b) Time-sharing OS</a:t>
            </a:r>
          </a:p>
          <a:p>
            <a:r>
              <a:rPr lang="en-IN" sz="2400" dirty="0"/>
              <a:t>c) Real-time OS</a:t>
            </a:r>
          </a:p>
          <a:p>
            <a:r>
              <a:rPr lang="en-IN" sz="2400" dirty="0"/>
              <a:t>d) Multiprogramming OS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3C8A8C-E1EF-41E7-461D-AE00C5B41E4C}"/>
              </a:ext>
            </a:extLst>
          </p:cNvPr>
          <p:cNvSpPr txBox="1"/>
          <p:nvPr/>
        </p:nvSpPr>
        <p:spPr>
          <a:xfrm>
            <a:off x="3048000" y="3246792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                                               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                                     17/20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6069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27290-B77E-D155-E89B-4B7AD815D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D9C08-5923-E677-3CF2-60B1ED0419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Which type of operating system allows multiple users to use the computer system interactively at the same time?</a:t>
            </a:r>
            <a:br>
              <a:rPr lang="en-US" dirty="0"/>
            </a:br>
            <a:r>
              <a:rPr lang="en-US" dirty="0"/>
              <a:t>a) Real-time OS</a:t>
            </a:r>
            <a:br>
              <a:rPr lang="en-US" dirty="0"/>
            </a:br>
            <a:r>
              <a:rPr lang="en-US" dirty="0"/>
              <a:t>b) Time-sharing OS</a:t>
            </a:r>
            <a:br>
              <a:rPr lang="en-US" dirty="0"/>
            </a:br>
            <a:r>
              <a:rPr lang="en-US" dirty="0"/>
              <a:t>c) Batch OS</a:t>
            </a:r>
            <a:br>
              <a:rPr lang="en-US" dirty="0"/>
            </a:br>
            <a:r>
              <a:rPr lang="en-US" dirty="0"/>
              <a:t>d) Distributed OS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2B8E6-3D4B-9164-C675-8012EB706A3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210"/>
              </a:lnSpc>
            </a:pPr>
            <a:r>
              <a:rPr lang="en-US" spc="-75" dirty="0"/>
              <a:t>Made</a:t>
            </a:r>
            <a:r>
              <a:rPr lang="en-US" spc="-10" dirty="0"/>
              <a:t> </a:t>
            </a:r>
            <a:r>
              <a:rPr lang="en-US" spc="-65" dirty="0"/>
              <a:t>with</a:t>
            </a:r>
            <a:endParaRPr lang="en-US" dirty="0">
              <a:latin typeface="Montserrat"/>
              <a:cs typeface="Montserra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BAC6F2-81C5-7268-51EE-035CDEFEBD39}"/>
              </a:ext>
            </a:extLst>
          </p:cNvPr>
          <p:cNvSpPr txBox="1"/>
          <p:nvPr/>
        </p:nvSpPr>
        <p:spPr>
          <a:xfrm>
            <a:off x="762000" y="1219200"/>
            <a:ext cx="838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Which type of operating system allows multiple users to use the computer system interactively at the same time?</a:t>
            </a:r>
            <a:br>
              <a:rPr lang="en-US" sz="2400" dirty="0"/>
            </a:br>
            <a:r>
              <a:rPr lang="en-US" sz="2400" dirty="0"/>
              <a:t>a) Real-time OS</a:t>
            </a:r>
            <a:br>
              <a:rPr lang="en-US" sz="2400" dirty="0"/>
            </a:br>
            <a:r>
              <a:rPr lang="en-US" sz="2400" dirty="0"/>
              <a:t>b) Time-sharing OS</a:t>
            </a:r>
            <a:br>
              <a:rPr lang="en-US" sz="2400" dirty="0"/>
            </a:br>
            <a:r>
              <a:rPr lang="en-US" sz="2400" dirty="0"/>
              <a:t>c) Batch OS</a:t>
            </a:r>
            <a:br>
              <a:rPr lang="en-US" sz="2400" dirty="0"/>
            </a:br>
            <a:r>
              <a:rPr lang="en-US" sz="2400" dirty="0"/>
              <a:t>d) Distributed OS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C3DBB9-CA53-87DE-1130-C5E0C78FD92A}"/>
              </a:ext>
            </a:extLst>
          </p:cNvPr>
          <p:cNvSpPr txBox="1"/>
          <p:nvPr/>
        </p:nvSpPr>
        <p:spPr>
          <a:xfrm>
            <a:off x="3048000" y="3246792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                                              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                                    18/20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1094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34B5D-CE63-894D-3B8C-B654C8DE6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E6D4C-7FD4-3001-3A6F-BEBD6DB4D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Which of the following functions is responsible for allocating and deallocating memory to processes?</a:t>
            </a:r>
            <a:br>
              <a:rPr lang="en-US" dirty="0"/>
            </a:br>
            <a:r>
              <a:rPr lang="en-US" dirty="0"/>
              <a:t>a) Processor management</a:t>
            </a:r>
            <a:br>
              <a:rPr lang="en-US" dirty="0"/>
            </a:br>
            <a:r>
              <a:rPr lang="en-US" dirty="0"/>
              <a:t>b) File management</a:t>
            </a:r>
            <a:br>
              <a:rPr lang="en-US" dirty="0"/>
            </a:br>
            <a:r>
              <a:rPr lang="en-US" dirty="0"/>
              <a:t>c) Memory management</a:t>
            </a:r>
            <a:br>
              <a:rPr lang="en-US" dirty="0"/>
            </a:br>
            <a:r>
              <a:rPr lang="en-US" dirty="0"/>
              <a:t>d) I/O management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BC795-F2AA-EB49-DE2E-88A34F8F9E2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210"/>
              </a:lnSpc>
            </a:pPr>
            <a:r>
              <a:rPr lang="en-US" spc="-75" dirty="0"/>
              <a:t>Made</a:t>
            </a:r>
            <a:r>
              <a:rPr lang="en-US" spc="-10" dirty="0"/>
              <a:t> </a:t>
            </a:r>
            <a:r>
              <a:rPr lang="en-US" spc="-65" dirty="0"/>
              <a:t>with</a:t>
            </a:r>
            <a:endParaRPr lang="en-US" dirty="0">
              <a:latin typeface="Montserrat"/>
              <a:cs typeface="Montserra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EDF410-FAC3-F2CC-5C18-3F6BEA836ACA}"/>
              </a:ext>
            </a:extLst>
          </p:cNvPr>
          <p:cNvSpPr txBox="1"/>
          <p:nvPr/>
        </p:nvSpPr>
        <p:spPr>
          <a:xfrm>
            <a:off x="669924" y="1123950"/>
            <a:ext cx="84740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Which of the following functions is responsible for allocating and deallocating memory to processes?</a:t>
            </a:r>
            <a:br>
              <a:rPr lang="en-US" sz="2400" dirty="0"/>
            </a:br>
            <a:r>
              <a:rPr lang="en-US" sz="2400" dirty="0"/>
              <a:t>a) Processor management</a:t>
            </a:r>
            <a:br>
              <a:rPr lang="en-US" sz="2400" dirty="0"/>
            </a:br>
            <a:r>
              <a:rPr lang="en-US" sz="2400" dirty="0"/>
              <a:t>b) File management</a:t>
            </a:r>
            <a:br>
              <a:rPr lang="en-US" sz="2400" dirty="0"/>
            </a:br>
            <a:r>
              <a:rPr lang="en-US" sz="2400" dirty="0"/>
              <a:t>c) Memory management</a:t>
            </a:r>
            <a:br>
              <a:rPr lang="en-US" sz="2400" dirty="0"/>
            </a:br>
            <a:r>
              <a:rPr lang="en-US" sz="2400" dirty="0"/>
              <a:t>d) I/O management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7BCE35-C121-36F3-E46D-8207F35ABC2E}"/>
              </a:ext>
            </a:extLst>
          </p:cNvPr>
          <p:cNvSpPr txBox="1"/>
          <p:nvPr/>
        </p:nvSpPr>
        <p:spPr>
          <a:xfrm>
            <a:off x="3048000" y="3246792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                                              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                                   19/20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69870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64921-14E1-2F81-4628-19AB8C47D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E1182-0BC2-A981-099F-C9D14F8EE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97345-B701-3F66-4869-94EDBF74AE7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210"/>
              </a:lnSpc>
            </a:pPr>
            <a:r>
              <a:rPr lang="en-US" spc="-75" dirty="0"/>
              <a:t>Made</a:t>
            </a:r>
            <a:r>
              <a:rPr lang="en-US" spc="-10" dirty="0"/>
              <a:t> </a:t>
            </a:r>
            <a:r>
              <a:rPr lang="en-US" spc="-65" dirty="0"/>
              <a:t>with</a:t>
            </a:r>
            <a:endParaRPr lang="en-US" dirty="0">
              <a:latin typeface="Montserrat"/>
              <a:cs typeface="Montserra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D507EE-36AC-08DF-3EEF-CFCA9D959A4F}"/>
              </a:ext>
            </a:extLst>
          </p:cNvPr>
          <p:cNvSpPr txBox="1"/>
          <p:nvPr/>
        </p:nvSpPr>
        <p:spPr>
          <a:xfrm>
            <a:off x="533400" y="1123950"/>
            <a:ext cx="8610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The OS function that keeps track of the status of each I/O device is called:</a:t>
            </a:r>
            <a:br>
              <a:rPr lang="en-US" sz="2400" dirty="0"/>
            </a:br>
            <a:r>
              <a:rPr lang="en-US" sz="2400" dirty="0"/>
              <a:t>a) I/O traffic control</a:t>
            </a:r>
            <a:br>
              <a:rPr lang="en-US" sz="2400" dirty="0"/>
            </a:br>
            <a:r>
              <a:rPr lang="en-US" sz="2400" dirty="0"/>
              <a:t>b) Spooling</a:t>
            </a:r>
            <a:br>
              <a:rPr lang="en-US" sz="2400" dirty="0"/>
            </a:br>
            <a:r>
              <a:rPr lang="en-US" sz="2400" dirty="0"/>
              <a:t>c) Device management</a:t>
            </a:r>
            <a:br>
              <a:rPr lang="en-US" sz="2400" dirty="0"/>
            </a:br>
            <a:r>
              <a:rPr lang="en-US" sz="2400" dirty="0"/>
              <a:t>d) Buffering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695AA3-AA1B-FB67-86EF-CD22395AEF99}"/>
              </a:ext>
            </a:extLst>
          </p:cNvPr>
          <p:cNvSpPr txBox="1"/>
          <p:nvPr/>
        </p:nvSpPr>
        <p:spPr>
          <a:xfrm>
            <a:off x="3048000" y="3246792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                                              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                               </a:t>
            </a:r>
          </a:p>
          <a:p>
            <a:r>
              <a:rPr lang="en-US" dirty="0"/>
              <a:t>                                                   20/20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45306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AED21-7E10-DD61-1F0B-30E56972F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0FCD33E-C758-0642-ECDB-1C710E9D5847}"/>
              </a:ext>
            </a:extLst>
          </p:cNvPr>
          <p:cNvSpPr/>
          <p:nvPr/>
        </p:nvSpPr>
        <p:spPr>
          <a:xfrm flipV="1">
            <a:off x="-34241" y="-37210"/>
            <a:ext cx="12192003" cy="2769280"/>
          </a:xfrm>
          <a:custGeom>
            <a:avLst/>
            <a:gdLst/>
            <a:ahLst/>
            <a:cxnLst/>
            <a:rect l="l" t="t" r="r" b="b"/>
            <a:pathLst>
              <a:path w="6216319" h="1452543">
                <a:moveTo>
                  <a:pt x="0" y="10"/>
                </a:moveTo>
                <a:cubicBezTo>
                  <a:pt x="229007" y="-1920"/>
                  <a:pt x="473169" y="274373"/>
                  <a:pt x="574189" y="472133"/>
                </a:cubicBezTo>
                <a:cubicBezTo>
                  <a:pt x="784106" y="306783"/>
                  <a:pt x="876671" y="335710"/>
                  <a:pt x="1015951" y="496878"/>
                </a:cubicBezTo>
                <a:cubicBezTo>
                  <a:pt x="1169602" y="156200"/>
                  <a:pt x="1541775" y="268250"/>
                  <a:pt x="1732682" y="518355"/>
                </a:cubicBezTo>
                <a:cubicBezTo>
                  <a:pt x="1951423" y="389059"/>
                  <a:pt x="1995178" y="418617"/>
                  <a:pt x="2147475" y="630232"/>
                </a:cubicBezTo>
                <a:cubicBezTo>
                  <a:pt x="2240004" y="303227"/>
                  <a:pt x="2890265" y="229257"/>
                  <a:pt x="3043108" y="699950"/>
                </a:cubicBezTo>
                <a:cubicBezTo>
                  <a:pt x="3340461" y="644318"/>
                  <a:pt x="3395950" y="702404"/>
                  <a:pt x="3562786" y="940708"/>
                </a:cubicBezTo>
                <a:cubicBezTo>
                  <a:pt x="3973172" y="584855"/>
                  <a:pt x="4634636" y="975363"/>
                  <a:pt x="4684312" y="1306544"/>
                </a:cubicBezTo>
                <a:cubicBezTo>
                  <a:pt x="4775936" y="1140966"/>
                  <a:pt x="4979530" y="1164509"/>
                  <a:pt x="5092502" y="1338597"/>
                </a:cubicBezTo>
                <a:cubicBezTo>
                  <a:pt x="5153770" y="1141613"/>
                  <a:pt x="5525680" y="842973"/>
                  <a:pt x="5810403" y="1334427"/>
                </a:cubicBezTo>
                <a:cubicBezTo>
                  <a:pt x="5955954" y="1267516"/>
                  <a:pt x="6049313" y="1259859"/>
                  <a:pt x="6216319" y="1452543"/>
                </a:cubicBezTo>
                <a:lnTo>
                  <a:pt x="0" y="1452543"/>
                </a:lnTo>
                <a:lnTo>
                  <a:pt x="0" y="10"/>
                </a:lnTo>
                <a:close/>
              </a:path>
            </a:pathLst>
          </a:custGeom>
          <a:solidFill>
            <a:srgbClr val="FFFFFF">
              <a:alpha val="23000"/>
              <a:lumMod val="8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1498F78-0896-9534-3E8A-1350886B83EC}"/>
              </a:ext>
            </a:extLst>
          </p:cNvPr>
          <p:cNvSpPr/>
          <p:nvPr/>
        </p:nvSpPr>
        <p:spPr>
          <a:xfrm flipH="1" flipV="1">
            <a:off x="5945256" y="3107"/>
            <a:ext cx="6216321" cy="1449603"/>
          </a:xfrm>
          <a:custGeom>
            <a:avLst/>
            <a:gdLst/>
            <a:ahLst/>
            <a:cxnLst/>
            <a:rect l="l" t="t" r="r" b="b"/>
            <a:pathLst>
              <a:path w="6216319" h="1449603">
                <a:moveTo>
                  <a:pt x="0" y="147399"/>
                </a:moveTo>
                <a:cubicBezTo>
                  <a:pt x="229007" y="145469"/>
                  <a:pt x="222661" y="142579"/>
                  <a:pt x="323681" y="340339"/>
                </a:cubicBezTo>
                <a:cubicBezTo>
                  <a:pt x="1138279" y="-367925"/>
                  <a:pt x="1885444" y="174450"/>
                  <a:pt x="2265770" y="655926"/>
                </a:cubicBezTo>
                <a:cubicBezTo>
                  <a:pt x="2462677" y="479250"/>
                  <a:pt x="2932015" y="355171"/>
                  <a:pt x="3244906" y="639742"/>
                </a:cubicBezTo>
                <a:cubicBezTo>
                  <a:pt x="3517337" y="171753"/>
                  <a:pt x="4733841" y="449580"/>
                  <a:pt x="4628644" y="1181909"/>
                </a:cubicBezTo>
                <a:cubicBezTo>
                  <a:pt x="4984694" y="1080758"/>
                  <a:pt x="5181328" y="1161569"/>
                  <a:pt x="5356927" y="1335657"/>
                </a:cubicBezTo>
                <a:cubicBezTo>
                  <a:pt x="5451606" y="1194156"/>
                  <a:pt x="6105728" y="1026010"/>
                  <a:pt x="6216319" y="1449603"/>
                </a:cubicBezTo>
                <a:lnTo>
                  <a:pt x="0" y="1449603"/>
                </a:lnTo>
                <a:lnTo>
                  <a:pt x="0" y="147399"/>
                </a:lnTo>
                <a:close/>
              </a:path>
            </a:pathLst>
          </a:custGeom>
          <a:solidFill>
            <a:srgbClr val="FFFFFF">
              <a:alpha val="45000"/>
              <a:lumMod val="8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969A45B-15B3-E95D-CBF4-A6C3261CF946}"/>
              </a:ext>
            </a:extLst>
          </p:cNvPr>
          <p:cNvSpPr/>
          <p:nvPr/>
        </p:nvSpPr>
        <p:spPr>
          <a:xfrm flipH="1">
            <a:off x="5101781" y="5866985"/>
            <a:ext cx="7102293" cy="1014301"/>
          </a:xfrm>
          <a:custGeom>
            <a:avLst/>
            <a:gdLst/>
            <a:ahLst/>
            <a:cxnLst/>
            <a:rect l="l" t="t" r="r" b="b"/>
            <a:pathLst>
              <a:path w="6216319" h="1449603">
                <a:moveTo>
                  <a:pt x="0" y="147399"/>
                </a:moveTo>
                <a:cubicBezTo>
                  <a:pt x="229007" y="145469"/>
                  <a:pt x="222661" y="142579"/>
                  <a:pt x="323681" y="340339"/>
                </a:cubicBezTo>
                <a:cubicBezTo>
                  <a:pt x="1138279" y="-367925"/>
                  <a:pt x="1885444" y="174450"/>
                  <a:pt x="2265770" y="655926"/>
                </a:cubicBezTo>
                <a:cubicBezTo>
                  <a:pt x="2462677" y="479250"/>
                  <a:pt x="2932015" y="355171"/>
                  <a:pt x="3244906" y="639742"/>
                </a:cubicBezTo>
                <a:cubicBezTo>
                  <a:pt x="3517337" y="171753"/>
                  <a:pt x="4733841" y="449580"/>
                  <a:pt x="4628644" y="1181909"/>
                </a:cubicBezTo>
                <a:cubicBezTo>
                  <a:pt x="4984694" y="1080758"/>
                  <a:pt x="5181328" y="1161569"/>
                  <a:pt x="5356927" y="1335657"/>
                </a:cubicBezTo>
                <a:cubicBezTo>
                  <a:pt x="5451606" y="1194156"/>
                  <a:pt x="6105728" y="1026010"/>
                  <a:pt x="6216319" y="1449603"/>
                </a:cubicBezTo>
                <a:lnTo>
                  <a:pt x="0" y="1449603"/>
                </a:lnTo>
                <a:lnTo>
                  <a:pt x="0" y="147399"/>
                </a:lnTo>
                <a:close/>
              </a:path>
            </a:pathLst>
          </a:custGeom>
          <a:solidFill>
            <a:srgbClr val="FFFFFF">
              <a:alpha val="10000"/>
              <a:lumMod val="7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651BDB1-2C68-7104-E726-4293E67D8249}"/>
              </a:ext>
            </a:extLst>
          </p:cNvPr>
          <p:cNvSpPr/>
          <p:nvPr/>
        </p:nvSpPr>
        <p:spPr>
          <a:xfrm rot="607256">
            <a:off x="156135" y="3450362"/>
            <a:ext cx="5587376" cy="3547626"/>
          </a:xfrm>
          <a:custGeom>
            <a:avLst/>
            <a:gdLst/>
            <a:ahLst/>
            <a:cxnLst/>
            <a:rect l="l" t="t" r="r" b="b"/>
            <a:pathLst>
              <a:path w="1296" h="439">
                <a:moveTo>
                  <a:pt x="0" y="421"/>
                </a:moveTo>
                <a:cubicBezTo>
                  <a:pt x="0" y="421"/>
                  <a:pt x="22" y="424"/>
                  <a:pt x="61" y="427"/>
                </a:cubicBezTo>
                <a:cubicBezTo>
                  <a:pt x="99" y="430"/>
                  <a:pt x="154" y="433"/>
                  <a:pt x="221" y="433"/>
                </a:cubicBezTo>
                <a:cubicBezTo>
                  <a:pt x="287" y="433"/>
                  <a:pt x="365" y="430"/>
                  <a:pt x="447" y="422"/>
                </a:cubicBezTo>
                <a:cubicBezTo>
                  <a:pt x="488" y="417"/>
                  <a:pt x="531" y="412"/>
                  <a:pt x="573" y="404"/>
                </a:cubicBezTo>
                <a:cubicBezTo>
                  <a:pt x="616" y="397"/>
                  <a:pt x="660" y="388"/>
                  <a:pt x="702" y="377"/>
                </a:cubicBezTo>
                <a:cubicBezTo>
                  <a:pt x="745" y="366"/>
                  <a:pt x="787" y="353"/>
                  <a:pt x="828" y="338"/>
                </a:cubicBezTo>
                <a:cubicBezTo>
                  <a:pt x="868" y="323"/>
                  <a:pt x="907" y="306"/>
                  <a:pt x="944" y="288"/>
                </a:cubicBezTo>
                <a:cubicBezTo>
                  <a:pt x="981" y="269"/>
                  <a:pt x="1015" y="249"/>
                  <a:pt x="1047" y="229"/>
                </a:cubicBezTo>
                <a:cubicBezTo>
                  <a:pt x="1078" y="208"/>
                  <a:pt x="1106" y="186"/>
                  <a:pt x="1131" y="165"/>
                </a:cubicBezTo>
                <a:cubicBezTo>
                  <a:pt x="1156" y="143"/>
                  <a:pt x="1177" y="122"/>
                  <a:pt x="1195" y="102"/>
                </a:cubicBezTo>
                <a:cubicBezTo>
                  <a:pt x="1204" y="93"/>
                  <a:pt x="1212" y="83"/>
                  <a:pt x="1219" y="74"/>
                </a:cubicBezTo>
                <a:cubicBezTo>
                  <a:pt x="1226" y="65"/>
                  <a:pt x="1233" y="57"/>
                  <a:pt x="1239" y="50"/>
                </a:cubicBezTo>
                <a:cubicBezTo>
                  <a:pt x="1244" y="42"/>
                  <a:pt x="1249" y="35"/>
                  <a:pt x="1253" y="29"/>
                </a:cubicBezTo>
                <a:cubicBezTo>
                  <a:pt x="1258" y="23"/>
                  <a:pt x="1261" y="18"/>
                  <a:pt x="1264" y="13"/>
                </a:cubicBezTo>
                <a:cubicBezTo>
                  <a:pt x="1270" y="5"/>
                  <a:pt x="1272" y="0"/>
                  <a:pt x="1272" y="0"/>
                </a:cubicBezTo>
                <a:cubicBezTo>
                  <a:pt x="1296" y="16"/>
                  <a:pt x="1296" y="16"/>
                  <a:pt x="1296" y="16"/>
                </a:cubicBezTo>
                <a:cubicBezTo>
                  <a:pt x="1296" y="16"/>
                  <a:pt x="1293" y="20"/>
                  <a:pt x="1287" y="29"/>
                </a:cubicBezTo>
                <a:cubicBezTo>
                  <a:pt x="1284" y="33"/>
                  <a:pt x="1280" y="39"/>
                  <a:pt x="1276" y="45"/>
                </a:cubicBezTo>
                <a:cubicBezTo>
                  <a:pt x="1271" y="51"/>
                  <a:pt x="1266" y="58"/>
                  <a:pt x="1260" y="66"/>
                </a:cubicBezTo>
                <a:cubicBezTo>
                  <a:pt x="1254" y="73"/>
                  <a:pt x="1247" y="82"/>
                  <a:pt x="1239" y="91"/>
                </a:cubicBezTo>
                <a:cubicBezTo>
                  <a:pt x="1231" y="100"/>
                  <a:pt x="1223" y="110"/>
                  <a:pt x="1213" y="120"/>
                </a:cubicBezTo>
                <a:cubicBezTo>
                  <a:pt x="1195" y="140"/>
                  <a:pt x="1172" y="161"/>
                  <a:pt x="1146" y="183"/>
                </a:cubicBezTo>
                <a:cubicBezTo>
                  <a:pt x="1120" y="204"/>
                  <a:pt x="1091" y="226"/>
                  <a:pt x="1058" y="247"/>
                </a:cubicBezTo>
                <a:cubicBezTo>
                  <a:pt x="1026" y="267"/>
                  <a:pt x="990" y="287"/>
                  <a:pt x="953" y="305"/>
                </a:cubicBezTo>
                <a:cubicBezTo>
                  <a:pt x="915" y="323"/>
                  <a:pt x="875" y="339"/>
                  <a:pt x="833" y="354"/>
                </a:cubicBezTo>
                <a:cubicBezTo>
                  <a:pt x="792" y="368"/>
                  <a:pt x="749" y="380"/>
                  <a:pt x="706" y="390"/>
                </a:cubicBezTo>
                <a:cubicBezTo>
                  <a:pt x="662" y="401"/>
                  <a:pt x="619" y="409"/>
                  <a:pt x="575" y="415"/>
                </a:cubicBezTo>
                <a:cubicBezTo>
                  <a:pt x="532" y="422"/>
                  <a:pt x="489" y="427"/>
                  <a:pt x="448" y="430"/>
                </a:cubicBezTo>
                <a:cubicBezTo>
                  <a:pt x="365" y="437"/>
                  <a:pt x="287" y="439"/>
                  <a:pt x="221" y="437"/>
                </a:cubicBezTo>
                <a:cubicBezTo>
                  <a:pt x="154" y="436"/>
                  <a:pt x="99" y="432"/>
                  <a:pt x="60" y="428"/>
                </a:cubicBezTo>
                <a:cubicBezTo>
                  <a:pt x="22" y="424"/>
                  <a:pt x="0" y="421"/>
                  <a:pt x="0" y="421"/>
                </a:cubicBezTo>
              </a:path>
            </a:pathLst>
          </a:custGeom>
          <a:solidFill>
            <a:srgbClr val="F0F0F0">
              <a:lumMod val="40000"/>
              <a:lumOff val="60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2830F05-4CAE-E746-DD98-C9F12855177B}"/>
              </a:ext>
            </a:extLst>
          </p:cNvPr>
          <p:cNvSpPr/>
          <p:nvPr/>
        </p:nvSpPr>
        <p:spPr>
          <a:xfrm rot="607256">
            <a:off x="5146930" y="4085721"/>
            <a:ext cx="625101" cy="520157"/>
          </a:xfrm>
          <a:custGeom>
            <a:avLst/>
            <a:gdLst/>
            <a:ahLst/>
            <a:cxnLst/>
            <a:rect l="l" t="t" r="r" b="b"/>
            <a:pathLst>
              <a:path w="137" h="114">
                <a:moveTo>
                  <a:pt x="119" y="114"/>
                </a:moveTo>
                <a:lnTo>
                  <a:pt x="0" y="26"/>
                </a:lnTo>
                <a:lnTo>
                  <a:pt x="19" y="0"/>
                </a:lnTo>
                <a:lnTo>
                  <a:pt x="137" y="85"/>
                </a:lnTo>
                <a:lnTo>
                  <a:pt x="119" y="114"/>
                </a:lnTo>
              </a:path>
            </a:pathLst>
          </a:custGeom>
          <a:noFill/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22E45E1A-0460-B1E4-9430-9B65F51E7A8D}"/>
              </a:ext>
            </a:extLst>
          </p:cNvPr>
          <p:cNvSpPr/>
          <p:nvPr/>
        </p:nvSpPr>
        <p:spPr>
          <a:xfrm rot="607256">
            <a:off x="5596687" y="4394752"/>
            <a:ext cx="159698" cy="118633"/>
          </a:xfrm>
          <a:custGeom>
            <a:avLst/>
            <a:gdLst/>
            <a:ahLst/>
            <a:cxnLst/>
            <a:rect l="l" t="t" r="r" b="b"/>
            <a:pathLst>
              <a:path w="35" h="26">
                <a:moveTo>
                  <a:pt x="0" y="0"/>
                </a:moveTo>
                <a:lnTo>
                  <a:pt x="0" y="0"/>
                </a:lnTo>
                <a:lnTo>
                  <a:pt x="35" y="26"/>
                </a:lnTo>
                <a:lnTo>
                  <a:pt x="33" y="26"/>
                </a:ln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BE44F3E9-66B3-50AA-5A30-987B3588C9D4}"/>
              </a:ext>
            </a:extLst>
          </p:cNvPr>
          <p:cNvSpPr/>
          <p:nvPr/>
        </p:nvSpPr>
        <p:spPr>
          <a:xfrm rot="607256">
            <a:off x="5596687" y="4394752"/>
            <a:ext cx="159698" cy="118633"/>
          </a:xfrm>
          <a:custGeom>
            <a:avLst/>
            <a:gdLst/>
            <a:ahLst/>
            <a:cxnLst/>
            <a:rect l="l" t="t" r="r" b="b"/>
            <a:pathLst>
              <a:path w="35" h="26">
                <a:moveTo>
                  <a:pt x="0" y="0"/>
                </a:moveTo>
                <a:lnTo>
                  <a:pt x="0" y="0"/>
                </a:lnTo>
                <a:lnTo>
                  <a:pt x="35" y="26"/>
                </a:lnTo>
                <a:lnTo>
                  <a:pt x="33" y="26"/>
                </a:lnTo>
                <a:lnTo>
                  <a:pt x="0" y="0"/>
                </a:lnTo>
              </a:path>
            </a:pathLst>
          </a:custGeom>
          <a:noFill/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8CE5E27A-E08B-702B-4B96-6AA4928DA46D}"/>
              </a:ext>
            </a:extLst>
          </p:cNvPr>
          <p:cNvSpPr/>
          <p:nvPr/>
        </p:nvSpPr>
        <p:spPr>
          <a:xfrm rot="607256">
            <a:off x="5545234" y="4357447"/>
            <a:ext cx="205324" cy="150572"/>
          </a:xfrm>
          <a:custGeom>
            <a:avLst/>
            <a:gdLst/>
            <a:ahLst/>
            <a:cxnLst/>
            <a:rect l="l" t="t" r="r" b="b"/>
            <a:pathLst>
              <a:path w="19" h="14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19" y="14"/>
                  <a:pt x="19" y="14"/>
                  <a:pt x="19" y="14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00334E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F49D9602-57CC-B31F-63F9-1EA3E824C9BC}"/>
              </a:ext>
            </a:extLst>
          </p:cNvPr>
          <p:cNvSpPr/>
          <p:nvPr/>
        </p:nvSpPr>
        <p:spPr>
          <a:xfrm rot="607256">
            <a:off x="5498920" y="4335164"/>
            <a:ext cx="54752" cy="77567"/>
          </a:xfrm>
          <a:custGeom>
            <a:avLst/>
            <a:gdLst/>
            <a:ahLst/>
            <a:cxnLst/>
            <a:rect l="l" t="t" r="r" b="b"/>
            <a:pathLst>
              <a:path w="5" h="7">
                <a:moveTo>
                  <a:pt x="5" y="0"/>
                </a:moveTo>
                <a:cubicBezTo>
                  <a:pt x="3" y="2"/>
                  <a:pt x="2" y="5"/>
                  <a:pt x="0" y="7"/>
                </a:cubicBezTo>
                <a:cubicBezTo>
                  <a:pt x="2" y="5"/>
                  <a:pt x="3" y="2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0"/>
                  <a:pt x="5" y="0"/>
                  <a:pt x="5" y="0"/>
                </a:cubicBezTo>
              </a:path>
            </a:pathLst>
          </a:custGeom>
          <a:solidFill>
            <a:srgbClr val="00334E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95067A1A-290D-CAA0-D6AB-B5860DA52790}"/>
              </a:ext>
            </a:extLst>
          </p:cNvPr>
          <p:cNvSpPr/>
          <p:nvPr/>
        </p:nvSpPr>
        <p:spPr>
          <a:xfrm rot="607256">
            <a:off x="7737651" y="2161994"/>
            <a:ext cx="4562" cy="4562"/>
          </a:xfrm>
          <a:prstGeom prst="rect">
            <a:avLst/>
          </a:prstGeom>
          <a:solidFill>
            <a:srgbClr val="FCFDF2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AFB0B11D-B9FD-B296-4767-BA562BEBC1A6}"/>
              </a:ext>
            </a:extLst>
          </p:cNvPr>
          <p:cNvSpPr/>
          <p:nvPr/>
        </p:nvSpPr>
        <p:spPr>
          <a:xfrm rot="607256">
            <a:off x="7738086" y="216162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6BFE671A-24CA-2AF7-E4A5-CD420AA2CB53}"/>
              </a:ext>
            </a:extLst>
          </p:cNvPr>
          <p:cNvSpPr/>
          <p:nvPr/>
        </p:nvSpPr>
        <p:spPr>
          <a:xfrm rot="607256">
            <a:off x="7737249" y="2161959"/>
            <a:ext cx="4562" cy="9126"/>
          </a:xfrm>
          <a:prstGeom prst="rect">
            <a:avLst/>
          </a:prstGeom>
          <a:solidFill>
            <a:srgbClr val="EEEFE5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A6FD4834-7E39-9DAC-4838-DB4035DA818F}"/>
              </a:ext>
            </a:extLst>
          </p:cNvPr>
          <p:cNvSpPr/>
          <p:nvPr/>
        </p:nvSpPr>
        <p:spPr>
          <a:xfrm rot="607256">
            <a:off x="7737249" y="2161959"/>
            <a:ext cx="4562" cy="9126"/>
          </a:xfrm>
          <a:prstGeom prst="rect">
            <a:avLst/>
          </a:prstGeom>
          <a:noFill/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8F3CF18E-D2D4-FA82-EA9F-B1485EC688F3}"/>
              </a:ext>
            </a:extLst>
          </p:cNvPr>
          <p:cNvSpPr/>
          <p:nvPr/>
        </p:nvSpPr>
        <p:spPr>
          <a:xfrm rot="607256">
            <a:off x="7736046" y="2170977"/>
            <a:ext cx="4562" cy="4562"/>
          </a:xfrm>
          <a:prstGeom prst="rect">
            <a:avLst/>
          </a:prstGeom>
          <a:solidFill>
            <a:srgbClr val="FC9F00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7D5AEA5E-7A07-45A4-54DE-FC675356697F}"/>
              </a:ext>
            </a:extLst>
          </p:cNvPr>
          <p:cNvSpPr/>
          <p:nvPr/>
        </p:nvSpPr>
        <p:spPr>
          <a:xfrm rot="607256">
            <a:off x="7736483" y="217061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76A3427E-2D2B-2847-0BA3-C4D3CD01977D}"/>
              </a:ext>
            </a:extLst>
          </p:cNvPr>
          <p:cNvSpPr/>
          <p:nvPr/>
        </p:nvSpPr>
        <p:spPr>
          <a:xfrm rot="607256">
            <a:off x="7737651" y="2161994"/>
            <a:ext cx="4562" cy="4562"/>
          </a:xfrm>
          <a:prstGeom prst="rect">
            <a:avLst/>
          </a:prstGeom>
          <a:solidFill>
            <a:srgbClr val="FCFDF2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F63B4778-B2DA-567A-F328-906F0A76844C}"/>
              </a:ext>
            </a:extLst>
          </p:cNvPr>
          <p:cNvSpPr/>
          <p:nvPr/>
        </p:nvSpPr>
        <p:spPr>
          <a:xfrm rot="607256">
            <a:off x="7738086" y="216162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9" name="AutoShape 29">
            <a:extLst>
              <a:ext uri="{FF2B5EF4-FFF2-40B4-BE49-F238E27FC236}">
                <a16:creationId xmlns:a16="http://schemas.microsoft.com/office/drawing/2014/main" id="{8EA859A8-253B-89A0-DAFD-4F852D62F0D7}"/>
              </a:ext>
            </a:extLst>
          </p:cNvPr>
          <p:cNvSpPr/>
          <p:nvPr/>
        </p:nvSpPr>
        <p:spPr>
          <a:xfrm rot="607256">
            <a:off x="7737651" y="2161994"/>
            <a:ext cx="4562" cy="4562"/>
          </a:xfrm>
          <a:prstGeom prst="rect">
            <a:avLst/>
          </a:prstGeom>
          <a:solidFill>
            <a:srgbClr val="EEEFE5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0" name="AutoShape 30">
            <a:extLst>
              <a:ext uri="{FF2B5EF4-FFF2-40B4-BE49-F238E27FC236}">
                <a16:creationId xmlns:a16="http://schemas.microsoft.com/office/drawing/2014/main" id="{34DE412C-3FBB-05E0-6F6F-BD98EF04AC72}"/>
              </a:ext>
            </a:extLst>
          </p:cNvPr>
          <p:cNvSpPr/>
          <p:nvPr/>
        </p:nvSpPr>
        <p:spPr>
          <a:xfrm rot="607256">
            <a:off x="7737651" y="2161994"/>
            <a:ext cx="4562" cy="4562"/>
          </a:xfrm>
          <a:prstGeom prst="rect">
            <a:avLst/>
          </a:prstGeom>
          <a:noFill/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1" name="AutoShape 31">
            <a:extLst>
              <a:ext uri="{FF2B5EF4-FFF2-40B4-BE49-F238E27FC236}">
                <a16:creationId xmlns:a16="http://schemas.microsoft.com/office/drawing/2014/main" id="{12B8943C-99A1-615D-846D-96C58C83A8FD}"/>
              </a:ext>
            </a:extLst>
          </p:cNvPr>
          <p:cNvSpPr/>
          <p:nvPr/>
        </p:nvSpPr>
        <p:spPr>
          <a:xfrm rot="607256">
            <a:off x="7737651" y="2161994"/>
            <a:ext cx="4562" cy="4562"/>
          </a:xfrm>
          <a:prstGeom prst="rect">
            <a:avLst/>
          </a:prstGeom>
          <a:solidFill>
            <a:srgbClr val="FC9F00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2" name="Freeform 32">
            <a:extLst>
              <a:ext uri="{FF2B5EF4-FFF2-40B4-BE49-F238E27FC236}">
                <a16:creationId xmlns:a16="http://schemas.microsoft.com/office/drawing/2014/main" id="{6FDE982E-434A-A1B6-8FAF-A594E8551720}"/>
              </a:ext>
            </a:extLst>
          </p:cNvPr>
          <p:cNvSpPr/>
          <p:nvPr/>
        </p:nvSpPr>
        <p:spPr>
          <a:xfrm rot="607256">
            <a:off x="7738086" y="216162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id="{B759E431-555F-972E-0335-957FC5E85A0A}"/>
              </a:ext>
            </a:extLst>
          </p:cNvPr>
          <p:cNvSpPr/>
          <p:nvPr/>
        </p:nvSpPr>
        <p:spPr>
          <a:xfrm rot="607256">
            <a:off x="7006202" y="2169822"/>
            <a:ext cx="570347" cy="1742980"/>
          </a:xfrm>
          <a:custGeom>
            <a:avLst/>
            <a:gdLst/>
            <a:ahLst/>
            <a:cxnLst/>
            <a:rect l="l" t="t" r="r" b="b"/>
            <a:pathLst>
              <a:path w="53" h="161">
                <a:moveTo>
                  <a:pt x="0" y="161"/>
                </a:moveTo>
                <a:cubicBezTo>
                  <a:pt x="0" y="161"/>
                  <a:pt x="0" y="161"/>
                  <a:pt x="0" y="161"/>
                </a:cubicBezTo>
                <a:cubicBezTo>
                  <a:pt x="0" y="161"/>
                  <a:pt x="0" y="161"/>
                  <a:pt x="0" y="161"/>
                </a:cubicBezTo>
                <a:moveTo>
                  <a:pt x="0" y="160"/>
                </a:moveTo>
                <a:cubicBezTo>
                  <a:pt x="0" y="160"/>
                  <a:pt x="0" y="160"/>
                  <a:pt x="0" y="160"/>
                </a:cubicBezTo>
                <a:cubicBezTo>
                  <a:pt x="0" y="160"/>
                  <a:pt x="0" y="160"/>
                  <a:pt x="0" y="160"/>
                </a:cubicBezTo>
                <a:moveTo>
                  <a:pt x="0" y="160"/>
                </a:moveTo>
                <a:cubicBezTo>
                  <a:pt x="0" y="160"/>
                  <a:pt x="0" y="160"/>
                  <a:pt x="0" y="160"/>
                </a:cubicBezTo>
                <a:cubicBezTo>
                  <a:pt x="0" y="160"/>
                  <a:pt x="0" y="160"/>
                  <a:pt x="0" y="160"/>
                </a:cubicBezTo>
                <a:moveTo>
                  <a:pt x="0" y="160"/>
                </a:moveTo>
                <a:cubicBezTo>
                  <a:pt x="0" y="160"/>
                  <a:pt x="0" y="160"/>
                  <a:pt x="0" y="160"/>
                </a:cubicBezTo>
                <a:cubicBezTo>
                  <a:pt x="0" y="160"/>
                  <a:pt x="0" y="160"/>
                  <a:pt x="0" y="160"/>
                </a:cubicBezTo>
                <a:moveTo>
                  <a:pt x="0" y="160"/>
                </a:moveTo>
                <a:cubicBezTo>
                  <a:pt x="0" y="160"/>
                  <a:pt x="0" y="160"/>
                  <a:pt x="0" y="160"/>
                </a:cubicBezTo>
                <a:cubicBezTo>
                  <a:pt x="0" y="160"/>
                  <a:pt x="0" y="160"/>
                  <a:pt x="0" y="160"/>
                </a:cubicBezTo>
                <a:moveTo>
                  <a:pt x="1" y="159"/>
                </a:moveTo>
                <a:cubicBezTo>
                  <a:pt x="1" y="159"/>
                  <a:pt x="1" y="159"/>
                  <a:pt x="1" y="159"/>
                </a:cubicBezTo>
                <a:cubicBezTo>
                  <a:pt x="1" y="159"/>
                  <a:pt x="1" y="159"/>
                  <a:pt x="1" y="159"/>
                </a:cubicBezTo>
                <a:moveTo>
                  <a:pt x="7" y="150"/>
                </a:moveTo>
                <a:cubicBezTo>
                  <a:pt x="7" y="150"/>
                  <a:pt x="7" y="150"/>
                  <a:pt x="7" y="150"/>
                </a:cubicBezTo>
                <a:cubicBezTo>
                  <a:pt x="7" y="150"/>
                  <a:pt x="7" y="150"/>
                  <a:pt x="7" y="150"/>
                </a:cubicBezTo>
                <a:moveTo>
                  <a:pt x="7" y="149"/>
                </a:moveTo>
                <a:cubicBezTo>
                  <a:pt x="7" y="149"/>
                  <a:pt x="7" y="149"/>
                  <a:pt x="7" y="149"/>
                </a:cubicBezTo>
                <a:cubicBezTo>
                  <a:pt x="7" y="149"/>
                  <a:pt x="7" y="149"/>
                  <a:pt x="7" y="149"/>
                </a:cubicBezTo>
                <a:moveTo>
                  <a:pt x="8" y="149"/>
                </a:moveTo>
                <a:cubicBezTo>
                  <a:pt x="8" y="149"/>
                  <a:pt x="8" y="149"/>
                  <a:pt x="8" y="149"/>
                </a:cubicBezTo>
                <a:cubicBezTo>
                  <a:pt x="8" y="149"/>
                  <a:pt x="8" y="149"/>
                  <a:pt x="8" y="149"/>
                </a:cubicBezTo>
                <a:moveTo>
                  <a:pt x="8" y="149"/>
                </a:moveTo>
                <a:cubicBezTo>
                  <a:pt x="8" y="149"/>
                  <a:pt x="8" y="149"/>
                  <a:pt x="8" y="149"/>
                </a:cubicBezTo>
                <a:cubicBezTo>
                  <a:pt x="8" y="149"/>
                  <a:pt x="8" y="149"/>
                  <a:pt x="8" y="149"/>
                </a:cubicBezTo>
                <a:moveTo>
                  <a:pt x="8" y="149"/>
                </a:moveTo>
                <a:cubicBezTo>
                  <a:pt x="8" y="149"/>
                  <a:pt x="8" y="149"/>
                  <a:pt x="8" y="149"/>
                </a:cubicBezTo>
                <a:cubicBezTo>
                  <a:pt x="8" y="149"/>
                  <a:pt x="8" y="149"/>
                  <a:pt x="8" y="149"/>
                </a:cubicBezTo>
                <a:moveTo>
                  <a:pt x="8" y="148"/>
                </a:moveTo>
                <a:cubicBezTo>
                  <a:pt x="8" y="148"/>
                  <a:pt x="8" y="148"/>
                  <a:pt x="8" y="148"/>
                </a:cubicBezTo>
                <a:cubicBezTo>
                  <a:pt x="8" y="148"/>
                  <a:pt x="8" y="148"/>
                  <a:pt x="8" y="148"/>
                </a:cubicBezTo>
                <a:moveTo>
                  <a:pt x="53" y="0"/>
                </a:moveTo>
                <a:cubicBezTo>
                  <a:pt x="52" y="21"/>
                  <a:pt x="46" y="89"/>
                  <a:pt x="8" y="148"/>
                </a:cubicBezTo>
                <a:cubicBezTo>
                  <a:pt x="46" y="89"/>
                  <a:pt x="52" y="21"/>
                  <a:pt x="53" y="0"/>
                </a:cubicBezTo>
              </a:path>
            </a:pathLst>
          </a:custGeom>
          <a:solidFill>
            <a:srgbClr val="F1F1F1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B8006222-8BC6-B000-B308-18D2C06D9672}"/>
              </a:ext>
            </a:extLst>
          </p:cNvPr>
          <p:cNvSpPr/>
          <p:nvPr/>
        </p:nvSpPr>
        <p:spPr>
          <a:xfrm rot="607256">
            <a:off x="7535385" y="2271437"/>
            <a:ext cx="118633" cy="711794"/>
          </a:xfrm>
          <a:custGeom>
            <a:avLst/>
            <a:gdLst/>
            <a:ahLst/>
            <a:cxnLst/>
            <a:rect l="l" t="t" r="r" b="b"/>
            <a:pathLst>
              <a:path w="11" h="66">
                <a:moveTo>
                  <a:pt x="0" y="65"/>
                </a:moveTo>
                <a:cubicBezTo>
                  <a:pt x="0" y="65"/>
                  <a:pt x="0" y="65"/>
                  <a:pt x="0" y="66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5"/>
                  <a:pt x="0" y="65"/>
                  <a:pt x="0" y="65"/>
                </a:cubicBezTo>
                <a:moveTo>
                  <a:pt x="0" y="65"/>
                </a:moveTo>
                <a:cubicBezTo>
                  <a:pt x="0" y="65"/>
                  <a:pt x="0" y="65"/>
                  <a:pt x="0" y="65"/>
                </a:cubicBezTo>
                <a:cubicBezTo>
                  <a:pt x="0" y="65"/>
                  <a:pt x="0" y="65"/>
                  <a:pt x="0" y="65"/>
                </a:cubicBezTo>
                <a:moveTo>
                  <a:pt x="0" y="65"/>
                </a:moveTo>
                <a:cubicBezTo>
                  <a:pt x="0" y="65"/>
                  <a:pt x="0" y="65"/>
                  <a:pt x="0" y="65"/>
                </a:cubicBezTo>
                <a:cubicBezTo>
                  <a:pt x="0" y="65"/>
                  <a:pt x="0" y="65"/>
                  <a:pt x="0" y="65"/>
                </a:cubicBezTo>
                <a:moveTo>
                  <a:pt x="9" y="19"/>
                </a:moveTo>
                <a:cubicBezTo>
                  <a:pt x="9" y="19"/>
                  <a:pt x="9" y="19"/>
                  <a:pt x="9" y="19"/>
                </a:cubicBezTo>
                <a:cubicBezTo>
                  <a:pt x="9" y="19"/>
                  <a:pt x="9" y="19"/>
                  <a:pt x="9" y="19"/>
                </a:cubicBezTo>
                <a:moveTo>
                  <a:pt x="9" y="18"/>
                </a:moveTo>
                <a:cubicBezTo>
                  <a:pt x="9" y="18"/>
                  <a:pt x="9" y="18"/>
                  <a:pt x="9" y="18"/>
                </a:cubicBezTo>
                <a:cubicBezTo>
                  <a:pt x="9" y="18"/>
                  <a:pt x="9" y="18"/>
                  <a:pt x="9" y="18"/>
                </a:cubicBezTo>
                <a:moveTo>
                  <a:pt x="9" y="18"/>
                </a:moveTo>
                <a:cubicBezTo>
                  <a:pt x="9" y="18"/>
                  <a:pt x="9" y="18"/>
                  <a:pt x="9" y="18"/>
                </a:cubicBezTo>
                <a:cubicBezTo>
                  <a:pt x="9" y="18"/>
                  <a:pt x="9" y="18"/>
                  <a:pt x="9" y="18"/>
                </a:cubicBezTo>
                <a:moveTo>
                  <a:pt x="9" y="18"/>
                </a:moveTo>
                <a:cubicBezTo>
                  <a:pt x="9" y="18"/>
                  <a:pt x="9" y="18"/>
                  <a:pt x="9" y="18"/>
                </a:cubicBezTo>
                <a:cubicBezTo>
                  <a:pt x="9" y="18"/>
                  <a:pt x="9" y="18"/>
                  <a:pt x="9" y="18"/>
                </a:cubicBezTo>
                <a:moveTo>
                  <a:pt x="11" y="0"/>
                </a:moveTo>
                <a:cubicBezTo>
                  <a:pt x="10" y="5"/>
                  <a:pt x="10" y="11"/>
                  <a:pt x="9" y="18"/>
                </a:cubicBezTo>
                <a:cubicBezTo>
                  <a:pt x="10" y="11"/>
                  <a:pt x="10" y="5"/>
                  <a:pt x="11" y="0"/>
                </a:cubicBezTo>
                <a:moveTo>
                  <a:pt x="11" y="0"/>
                </a:moveTo>
                <a:cubicBezTo>
                  <a:pt x="11" y="0"/>
                  <a:pt x="11" y="0"/>
                  <a:pt x="11" y="0"/>
                </a:cubicBezTo>
                <a:cubicBezTo>
                  <a:pt x="11" y="0"/>
                  <a:pt x="11" y="0"/>
                  <a:pt x="11" y="0"/>
                </a:cubicBezTo>
              </a:path>
            </a:pathLst>
          </a:custGeom>
          <a:solidFill>
            <a:srgbClr val="F19700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DB70BD87-9EC3-DC4B-370F-7D1644B76B51}"/>
              </a:ext>
            </a:extLst>
          </p:cNvPr>
          <p:cNvSpPr/>
          <p:nvPr/>
        </p:nvSpPr>
        <p:spPr>
          <a:xfrm rot="607256">
            <a:off x="5835657" y="3713175"/>
            <a:ext cx="223576" cy="419777"/>
          </a:xfrm>
          <a:custGeom>
            <a:avLst/>
            <a:gdLst/>
            <a:ahLst/>
            <a:cxnLst/>
            <a:rect l="l" t="t" r="r" b="b"/>
            <a:pathLst>
              <a:path w="21" h="39">
                <a:moveTo>
                  <a:pt x="0" y="39"/>
                </a:moveTo>
                <a:cubicBezTo>
                  <a:pt x="0" y="39"/>
                  <a:pt x="0" y="39"/>
                  <a:pt x="0" y="39"/>
                </a:cubicBezTo>
                <a:cubicBezTo>
                  <a:pt x="0" y="39"/>
                  <a:pt x="0" y="39"/>
                  <a:pt x="0" y="39"/>
                </a:cubicBezTo>
                <a:moveTo>
                  <a:pt x="0" y="39"/>
                </a:moveTo>
                <a:cubicBezTo>
                  <a:pt x="0" y="39"/>
                  <a:pt x="0" y="39"/>
                  <a:pt x="0" y="39"/>
                </a:cubicBezTo>
                <a:cubicBezTo>
                  <a:pt x="0" y="39"/>
                  <a:pt x="0" y="39"/>
                  <a:pt x="0" y="39"/>
                </a:cubicBezTo>
                <a:moveTo>
                  <a:pt x="11" y="23"/>
                </a:moveTo>
                <a:cubicBezTo>
                  <a:pt x="8" y="28"/>
                  <a:pt x="4" y="33"/>
                  <a:pt x="0" y="39"/>
                </a:cubicBezTo>
                <a:cubicBezTo>
                  <a:pt x="4" y="33"/>
                  <a:pt x="8" y="28"/>
                  <a:pt x="11" y="23"/>
                </a:cubicBezTo>
                <a:moveTo>
                  <a:pt x="11" y="22"/>
                </a:moveTo>
                <a:cubicBezTo>
                  <a:pt x="11" y="22"/>
                  <a:pt x="11" y="23"/>
                  <a:pt x="11" y="23"/>
                </a:cubicBezTo>
                <a:cubicBezTo>
                  <a:pt x="11" y="23"/>
                  <a:pt x="11" y="22"/>
                  <a:pt x="11" y="22"/>
                </a:cubicBezTo>
                <a:moveTo>
                  <a:pt x="11" y="22"/>
                </a:moveTo>
                <a:cubicBezTo>
                  <a:pt x="11" y="22"/>
                  <a:pt x="11" y="22"/>
                  <a:pt x="11" y="22"/>
                </a:cubicBezTo>
                <a:cubicBezTo>
                  <a:pt x="11" y="22"/>
                  <a:pt x="11" y="22"/>
                  <a:pt x="11" y="22"/>
                </a:cubicBezTo>
                <a:moveTo>
                  <a:pt x="11" y="22"/>
                </a:moveTo>
                <a:cubicBezTo>
                  <a:pt x="11" y="22"/>
                  <a:pt x="11" y="22"/>
                  <a:pt x="11" y="22"/>
                </a:cubicBezTo>
                <a:cubicBezTo>
                  <a:pt x="11" y="22"/>
                  <a:pt x="11" y="22"/>
                  <a:pt x="11" y="22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</a:path>
            </a:pathLst>
          </a:custGeom>
          <a:solidFill>
            <a:srgbClr val="005F93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7" name="Freeform 37">
            <a:extLst>
              <a:ext uri="{FF2B5EF4-FFF2-40B4-BE49-F238E27FC236}">
                <a16:creationId xmlns:a16="http://schemas.microsoft.com/office/drawing/2014/main" id="{B39BE9B2-8C49-C7C9-8C3B-ABD9750AA89F}"/>
              </a:ext>
            </a:extLst>
          </p:cNvPr>
          <p:cNvSpPr/>
          <p:nvPr/>
        </p:nvSpPr>
        <p:spPr>
          <a:xfrm rot="607256">
            <a:off x="5744611" y="4527695"/>
            <a:ext cx="13688" cy="0"/>
          </a:xfrm>
          <a:custGeom>
            <a:avLst/>
            <a:gdLst/>
            <a:ahLst/>
            <a:cxnLst/>
            <a:rect l="l" t="t" r="r" b="b"/>
            <a:pathLst>
              <a:path w="1">
                <a:moveTo>
                  <a:pt x="1" y="0"/>
                </a:moveTo>
                <a:cubicBezTo>
                  <a:pt x="1" y="0"/>
                  <a:pt x="1" y="0"/>
                  <a:pt x="0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FCFDF2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BE1008EB-09B9-1D61-B820-4B6F72E9213A}"/>
              </a:ext>
            </a:extLst>
          </p:cNvPr>
          <p:cNvSpPr/>
          <p:nvPr/>
        </p:nvSpPr>
        <p:spPr>
          <a:xfrm rot="607256">
            <a:off x="5746920" y="4501616"/>
            <a:ext cx="77567" cy="31939"/>
          </a:xfrm>
          <a:custGeom>
            <a:avLst/>
            <a:gdLst/>
            <a:ahLst/>
            <a:cxnLst/>
            <a:rect l="l" t="t" r="r" b="b"/>
            <a:pathLst>
              <a:path w="7" h="3">
                <a:moveTo>
                  <a:pt x="7" y="0"/>
                </a:moveTo>
                <a:cubicBezTo>
                  <a:pt x="5" y="1"/>
                  <a:pt x="2" y="2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3"/>
                  <a:pt x="1" y="3"/>
                </a:cubicBezTo>
                <a:cubicBezTo>
                  <a:pt x="3" y="2"/>
                  <a:pt x="5" y="1"/>
                  <a:pt x="7" y="0"/>
                </a:cubicBezTo>
              </a:path>
            </a:pathLst>
          </a:custGeom>
          <a:solidFill>
            <a:srgbClr val="006494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298DC719-3531-D156-3AA4-91899422A9A5}"/>
              </a:ext>
            </a:extLst>
          </p:cNvPr>
          <p:cNvSpPr/>
          <p:nvPr/>
        </p:nvSpPr>
        <p:spPr>
          <a:xfrm rot="607256">
            <a:off x="5895881" y="4480612"/>
            <a:ext cx="13688" cy="9126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0"/>
                  <a:pt x="0" y="0"/>
                  <a:pt x="1" y="0"/>
                </a:cubicBezTo>
              </a:path>
            </a:pathLst>
          </a:custGeom>
          <a:solidFill>
            <a:srgbClr val="FCFDF2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049EA5C7-97DB-D970-1278-045F81EBEA28}"/>
              </a:ext>
            </a:extLst>
          </p:cNvPr>
          <p:cNvSpPr/>
          <p:nvPr/>
        </p:nvSpPr>
        <p:spPr>
          <a:xfrm rot="607256">
            <a:off x="5886131" y="4487662"/>
            <a:ext cx="9126" cy="0"/>
          </a:xfrm>
          <a:custGeom>
            <a:avLst/>
            <a:gdLst/>
            <a:ahLst/>
            <a:cxnLst/>
            <a:rect l="l" t="t" r="r" b="b"/>
            <a:pathLst>
              <a:path w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EEEFE5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41" name="Freeform 41">
            <a:extLst>
              <a:ext uri="{FF2B5EF4-FFF2-40B4-BE49-F238E27FC236}">
                <a16:creationId xmlns:a16="http://schemas.microsoft.com/office/drawing/2014/main" id="{9D4AA412-01BD-E7CB-6215-7C34B9A755C9}"/>
              </a:ext>
            </a:extLst>
          </p:cNvPr>
          <p:cNvSpPr/>
          <p:nvPr/>
        </p:nvSpPr>
        <p:spPr>
          <a:xfrm rot="607256">
            <a:off x="5829070" y="4481801"/>
            <a:ext cx="54752" cy="31939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5" y="0"/>
                </a:moveTo>
                <a:cubicBezTo>
                  <a:pt x="3" y="1"/>
                  <a:pt x="2" y="2"/>
                  <a:pt x="0" y="3"/>
                </a:cubicBezTo>
                <a:cubicBezTo>
                  <a:pt x="2" y="2"/>
                  <a:pt x="3" y="1"/>
                  <a:pt x="5" y="0"/>
                </a:cubicBezTo>
                <a:cubicBezTo>
                  <a:pt x="5" y="0"/>
                  <a:pt x="5" y="0"/>
                  <a:pt x="5" y="0"/>
                </a:cubicBezTo>
              </a:path>
            </a:pathLst>
          </a:custGeom>
          <a:solidFill>
            <a:srgbClr val="006494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42" name="Freeform 42">
            <a:extLst>
              <a:ext uri="{FF2B5EF4-FFF2-40B4-BE49-F238E27FC236}">
                <a16:creationId xmlns:a16="http://schemas.microsoft.com/office/drawing/2014/main" id="{130C76D6-4F8B-4F3E-4741-71DE27757864}"/>
              </a:ext>
            </a:extLst>
          </p:cNvPr>
          <p:cNvSpPr/>
          <p:nvPr/>
        </p:nvSpPr>
        <p:spPr>
          <a:xfrm rot="607256">
            <a:off x="7738086" y="216162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FFA000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43" name="Freeform 43">
            <a:extLst>
              <a:ext uri="{FF2B5EF4-FFF2-40B4-BE49-F238E27FC236}">
                <a16:creationId xmlns:a16="http://schemas.microsoft.com/office/drawing/2014/main" id="{804787C1-A58E-6122-E9A2-73FE14EA7D09}"/>
              </a:ext>
            </a:extLst>
          </p:cNvPr>
          <p:cNvSpPr/>
          <p:nvPr/>
        </p:nvSpPr>
        <p:spPr>
          <a:xfrm rot="607256">
            <a:off x="7225174" y="2116209"/>
            <a:ext cx="442590" cy="839551"/>
          </a:xfrm>
          <a:custGeom>
            <a:avLst/>
            <a:gdLst/>
            <a:ahLst/>
            <a:cxnLst/>
            <a:rect l="l" t="t" r="r" b="b"/>
            <a:pathLst>
              <a:path w="41" h="78">
                <a:moveTo>
                  <a:pt x="30" y="77"/>
                </a:moveTo>
                <a:cubicBezTo>
                  <a:pt x="30" y="77"/>
                  <a:pt x="30" y="77"/>
                  <a:pt x="30" y="77"/>
                </a:cubicBezTo>
                <a:cubicBezTo>
                  <a:pt x="30" y="77"/>
                  <a:pt x="30" y="77"/>
                  <a:pt x="30" y="77"/>
                </a:cubicBezTo>
                <a:moveTo>
                  <a:pt x="30" y="77"/>
                </a:moveTo>
                <a:cubicBezTo>
                  <a:pt x="30" y="77"/>
                  <a:pt x="30" y="77"/>
                  <a:pt x="30" y="77"/>
                </a:cubicBezTo>
                <a:cubicBezTo>
                  <a:pt x="30" y="77"/>
                  <a:pt x="30" y="77"/>
                  <a:pt x="30" y="77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30" y="78"/>
                  <a:pt x="30" y="78"/>
                  <a:pt x="30" y="78"/>
                </a:cubicBezTo>
                <a:cubicBezTo>
                  <a:pt x="0" y="56"/>
                  <a:pt x="0" y="56"/>
                  <a:pt x="0" y="56"/>
                </a:cubicBezTo>
                <a:moveTo>
                  <a:pt x="39" y="31"/>
                </a:moveTo>
                <a:cubicBezTo>
                  <a:pt x="37" y="43"/>
                  <a:pt x="35" y="59"/>
                  <a:pt x="30" y="77"/>
                </a:cubicBezTo>
                <a:cubicBezTo>
                  <a:pt x="35" y="59"/>
                  <a:pt x="37" y="43"/>
                  <a:pt x="39" y="31"/>
                </a:cubicBezTo>
                <a:moveTo>
                  <a:pt x="39" y="30"/>
                </a:moveTo>
                <a:cubicBezTo>
                  <a:pt x="39" y="30"/>
                  <a:pt x="39" y="31"/>
                  <a:pt x="39" y="31"/>
                </a:cubicBezTo>
                <a:cubicBezTo>
                  <a:pt x="39" y="31"/>
                  <a:pt x="39" y="30"/>
                  <a:pt x="39" y="30"/>
                </a:cubicBezTo>
                <a:moveTo>
                  <a:pt x="39" y="30"/>
                </a:moveTo>
                <a:cubicBezTo>
                  <a:pt x="39" y="30"/>
                  <a:pt x="39" y="30"/>
                  <a:pt x="39" y="30"/>
                </a:cubicBezTo>
                <a:cubicBezTo>
                  <a:pt x="39" y="30"/>
                  <a:pt x="39" y="30"/>
                  <a:pt x="39" y="30"/>
                </a:cubicBezTo>
                <a:moveTo>
                  <a:pt x="39" y="30"/>
                </a:moveTo>
                <a:cubicBezTo>
                  <a:pt x="39" y="30"/>
                  <a:pt x="39" y="30"/>
                  <a:pt x="39" y="30"/>
                </a:cubicBezTo>
                <a:cubicBezTo>
                  <a:pt x="39" y="30"/>
                  <a:pt x="39" y="30"/>
                  <a:pt x="39" y="30"/>
                </a:cubicBezTo>
                <a:moveTo>
                  <a:pt x="39" y="30"/>
                </a:moveTo>
                <a:cubicBezTo>
                  <a:pt x="39" y="30"/>
                  <a:pt x="39" y="30"/>
                  <a:pt x="39" y="30"/>
                </a:cubicBezTo>
                <a:cubicBezTo>
                  <a:pt x="39" y="30"/>
                  <a:pt x="39" y="30"/>
                  <a:pt x="39" y="30"/>
                </a:cubicBezTo>
                <a:moveTo>
                  <a:pt x="41" y="12"/>
                </a:moveTo>
                <a:cubicBezTo>
                  <a:pt x="41" y="12"/>
                  <a:pt x="41" y="12"/>
                  <a:pt x="41" y="12"/>
                </a:cubicBezTo>
                <a:cubicBezTo>
                  <a:pt x="41" y="12"/>
                  <a:pt x="41" y="12"/>
                  <a:pt x="41" y="12"/>
                </a:cubicBezTo>
                <a:moveTo>
                  <a:pt x="41" y="2"/>
                </a:moveTo>
                <a:cubicBezTo>
                  <a:pt x="41" y="4"/>
                  <a:pt x="41" y="7"/>
                  <a:pt x="41" y="12"/>
                </a:cubicBezTo>
                <a:cubicBezTo>
                  <a:pt x="41" y="8"/>
                  <a:pt x="41" y="5"/>
                  <a:pt x="41" y="3"/>
                </a:cubicBezTo>
                <a:cubicBezTo>
                  <a:pt x="41" y="3"/>
                  <a:pt x="41" y="3"/>
                  <a:pt x="41" y="3"/>
                </a:cubicBezTo>
                <a:cubicBezTo>
                  <a:pt x="41" y="3"/>
                  <a:pt x="41" y="3"/>
                  <a:pt x="41" y="3"/>
                </a:cubicBezTo>
                <a:cubicBezTo>
                  <a:pt x="41" y="3"/>
                  <a:pt x="41" y="2"/>
                  <a:pt x="41" y="2"/>
                </a:cubicBezTo>
                <a:moveTo>
                  <a:pt x="41" y="0"/>
                </a:moveTo>
                <a:cubicBezTo>
                  <a:pt x="41" y="0"/>
                  <a:pt x="41" y="0"/>
                  <a:pt x="41" y="1"/>
                </a:cubicBez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  <a:moveTo>
                  <a:pt x="41" y="0"/>
                </a:move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  <a:moveTo>
                  <a:pt x="41" y="0"/>
                </a:move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</a:path>
            </a:pathLst>
          </a:custGeom>
          <a:solidFill>
            <a:srgbClr val="F19700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5" name="Freeform 45">
            <a:extLst>
              <a:ext uri="{FF2B5EF4-FFF2-40B4-BE49-F238E27FC236}">
                <a16:creationId xmlns:a16="http://schemas.microsoft.com/office/drawing/2014/main" id="{5E7E3429-1482-8673-77A5-B8C6E5A39E45}"/>
              </a:ext>
            </a:extLst>
          </p:cNvPr>
          <p:cNvSpPr/>
          <p:nvPr/>
        </p:nvSpPr>
        <p:spPr>
          <a:xfrm rot="607256">
            <a:off x="6554746" y="3270225"/>
            <a:ext cx="392398" cy="118633"/>
          </a:xfrm>
          <a:custGeom>
            <a:avLst/>
            <a:gdLst/>
            <a:ahLst/>
            <a:cxnLst/>
            <a:rect l="l" t="t" r="r" b="b"/>
            <a:pathLst>
              <a:path w="36" h="11">
                <a:moveTo>
                  <a:pt x="15" y="11"/>
                </a:moveTo>
                <a:cubicBezTo>
                  <a:pt x="15" y="11"/>
                  <a:pt x="15" y="11"/>
                  <a:pt x="15" y="11"/>
                </a:cubicBezTo>
                <a:cubicBezTo>
                  <a:pt x="15" y="11"/>
                  <a:pt x="15" y="11"/>
                  <a:pt x="15" y="11"/>
                </a:cubicBezTo>
                <a:cubicBezTo>
                  <a:pt x="15" y="11"/>
                  <a:pt x="15" y="11"/>
                  <a:pt x="15" y="11"/>
                </a:cubicBezTo>
                <a:moveTo>
                  <a:pt x="0" y="6"/>
                </a:moveTo>
                <a:cubicBezTo>
                  <a:pt x="0" y="6"/>
                  <a:pt x="0" y="6"/>
                  <a:pt x="0" y="6"/>
                </a:cubicBezTo>
                <a:cubicBezTo>
                  <a:pt x="0" y="6"/>
                  <a:pt x="0" y="6"/>
                  <a:pt x="0" y="6"/>
                </a:cubicBezTo>
                <a:moveTo>
                  <a:pt x="36" y="0"/>
                </a:moveTo>
                <a:cubicBezTo>
                  <a:pt x="31" y="7"/>
                  <a:pt x="23" y="11"/>
                  <a:pt x="15" y="11"/>
                </a:cubicBezTo>
                <a:cubicBezTo>
                  <a:pt x="23" y="11"/>
                  <a:pt x="31" y="7"/>
                  <a:pt x="36" y="0"/>
                </a:cubicBezTo>
                <a:moveTo>
                  <a:pt x="36" y="0"/>
                </a:moveTo>
                <a:cubicBezTo>
                  <a:pt x="36" y="0"/>
                  <a:pt x="36" y="0"/>
                  <a:pt x="36" y="0"/>
                </a:cubicBezTo>
                <a:cubicBezTo>
                  <a:pt x="36" y="0"/>
                  <a:pt x="36" y="0"/>
                  <a:pt x="36" y="0"/>
                </a:cubicBezTo>
              </a:path>
            </a:pathLst>
          </a:custGeom>
          <a:solidFill>
            <a:srgbClr val="F19700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58049FC-3408-9331-EB3B-F032CD7B694B}"/>
              </a:ext>
            </a:extLst>
          </p:cNvPr>
          <p:cNvSpPr txBox="1"/>
          <p:nvPr/>
        </p:nvSpPr>
        <p:spPr>
          <a:xfrm>
            <a:off x="312191" y="1887225"/>
            <a:ext cx="4789590" cy="129586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ea typeface="MS PGothic" panose="020B0600070205080204" pitchFamily="34" charset="-128"/>
              </a:rPr>
              <a:t>Provide most functionality in least space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ea typeface="MS PGothic" panose="020B0600070205080204" pitchFamily="34" charset="-128"/>
              </a:rPr>
              <a:t>Not divided into modules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ea typeface="MS PGothic" panose="020B0600070205080204" pitchFamily="34" charset="-128"/>
              </a:rPr>
              <a:t>Levels of functionality are not separated</a:t>
            </a:r>
          </a:p>
        </p:txBody>
      </p:sp>
      <p:sp>
        <p:nvSpPr>
          <p:cNvPr id="48" name="AutoShape 48">
            <a:extLst>
              <a:ext uri="{FF2B5EF4-FFF2-40B4-BE49-F238E27FC236}">
                <a16:creationId xmlns:a16="http://schemas.microsoft.com/office/drawing/2014/main" id="{C184AD07-C545-43C3-5954-FABA5457B2F5}"/>
              </a:ext>
            </a:extLst>
          </p:cNvPr>
          <p:cNvSpPr/>
          <p:nvPr/>
        </p:nvSpPr>
        <p:spPr>
          <a:xfrm>
            <a:off x="457200" y="1328332"/>
            <a:ext cx="3493961" cy="42003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sz="1600" b="1" dirty="0">
                <a:solidFill>
                  <a:schemeClr val="bg1"/>
                </a:solidFill>
                <a:ea typeface="MS PGothic" panose="020B0600070205080204" pitchFamily="34" charset="-128"/>
              </a:rPr>
              <a:t>Simple Structure  -- MS-DOS</a:t>
            </a:r>
            <a:endParaRPr lang="zh-CN" altLang="en-US" sz="1600" b="1" i="0" u="none" baseline="0" dirty="0">
              <a:solidFill>
                <a:schemeClr val="bg1"/>
              </a:solidFill>
              <a:latin typeface="微软雅黑"/>
              <a:ea typeface="微软雅黑"/>
            </a:endParaRPr>
          </a:p>
        </p:txBody>
      </p:sp>
      <p:sp>
        <p:nvSpPr>
          <p:cNvPr id="51" name="AutoShape 51">
            <a:extLst>
              <a:ext uri="{FF2B5EF4-FFF2-40B4-BE49-F238E27FC236}">
                <a16:creationId xmlns:a16="http://schemas.microsoft.com/office/drawing/2014/main" id="{C9AA437D-6622-5B45-C904-18B44374095E}"/>
              </a:ext>
            </a:extLst>
          </p:cNvPr>
          <p:cNvSpPr/>
          <p:nvPr/>
        </p:nvSpPr>
        <p:spPr>
          <a:xfrm>
            <a:off x="6094377" y="1343229"/>
            <a:ext cx="3493961" cy="42003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sz="1600" b="1" dirty="0">
                <a:solidFill>
                  <a:schemeClr val="bg1"/>
                </a:solidFill>
                <a:ea typeface="MS PGothic" panose="020B0600070205080204" pitchFamily="34" charset="-128"/>
              </a:rPr>
              <a:t>Traditional UNIX System Structure</a:t>
            </a:r>
            <a:endParaRPr lang="zh-CN" altLang="en-US" sz="1600" b="1" i="0" u="none" baseline="0" dirty="0">
              <a:solidFill>
                <a:schemeClr val="bg1"/>
              </a:solidFill>
              <a:latin typeface="微软雅黑"/>
              <a:ea typeface="微软雅黑"/>
            </a:endParaRPr>
          </a:p>
        </p:txBody>
      </p:sp>
      <p:sp>
        <p:nvSpPr>
          <p:cNvPr id="53" name="AutoShape 53">
            <a:extLst>
              <a:ext uri="{FF2B5EF4-FFF2-40B4-BE49-F238E27FC236}">
                <a16:creationId xmlns:a16="http://schemas.microsoft.com/office/drawing/2014/main" id="{3299B63A-3806-AB6D-A7B5-5BE3F3079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 dirty="0">
                <a:solidFill>
                  <a:srgbClr val="000000"/>
                </a:solidFill>
                <a:latin typeface="+mn-ea"/>
                <a:ea typeface="+mn-ea"/>
              </a:rPr>
              <a:t>Operating</a:t>
            </a:r>
            <a:r>
              <a:rPr lang="en-US" sz="2800" b="1" i="0" u="none" dirty="0">
                <a:solidFill>
                  <a:srgbClr val="000000"/>
                </a:solidFill>
                <a:latin typeface="+mn-ea"/>
                <a:ea typeface="+mn-ea"/>
              </a:rPr>
              <a:t> Systems Structure</a:t>
            </a:r>
            <a:endParaRPr lang="en-US" sz="2800" b="1" i="0" u="none" baseline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49" name="Picture 6" descr="2">
            <a:extLst>
              <a:ext uri="{FF2B5EF4-FFF2-40B4-BE49-F238E27FC236}">
                <a16:creationId xmlns:a16="http://schemas.microsoft.com/office/drawing/2014/main" id="{6158297D-330F-EEE5-8055-A1AF8F88B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842" y="3478926"/>
            <a:ext cx="2831201" cy="2722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" name="Picture 4">
            <a:extLst>
              <a:ext uri="{FF2B5EF4-FFF2-40B4-BE49-F238E27FC236}">
                <a16:creationId xmlns:a16="http://schemas.microsoft.com/office/drawing/2014/main" id="{AED1AFFF-11B9-DE7E-2719-DCFC280F6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359" y="2028351"/>
            <a:ext cx="5308601" cy="3789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723009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75" decel="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accel="100000" fill="hold">
                                          <p:stCondLst>
                                            <p:cond delay="675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21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2)">
                                      <p:cBhvr>
                                        <p:cTn id="13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750"/>
                            </p:stCondLst>
                            <p:childTnLst>
                              <p:par>
                                <p:cTn id="34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7922860D-0C2B-8156-AB9D-97A88F898C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1638" y="7604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ea typeface="MS PGothic" panose="020B0600070205080204" pitchFamily="34" charset="-128"/>
              </a:rPr>
              <a:t>Traditional LINUX System Structure</a:t>
            </a:r>
          </a:p>
        </p:txBody>
      </p:sp>
      <p:pic>
        <p:nvPicPr>
          <p:cNvPr id="60419" name="Picture 2">
            <a:extLst>
              <a:ext uri="{FF2B5EF4-FFF2-40B4-BE49-F238E27FC236}">
                <a16:creationId xmlns:a16="http://schemas.microsoft.com/office/drawing/2014/main" id="{A3A1F354-546B-98AC-B173-36BEA306D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738" y="1328738"/>
            <a:ext cx="7924800" cy="481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C897B-4488-A393-03AC-811EBB59C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>
                <a:ea typeface="MS PGothic" panose="020B0600070205080204" pitchFamily="34" charset="-128"/>
              </a:rPr>
              <a:t>Layered Approach</a:t>
            </a:r>
            <a:endParaRPr lang="en-IN"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1A3E12F-8A77-899F-3FCC-5E3B1235C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013937"/>
            <a:ext cx="1134233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Operating System (OS)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is divided into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layers (levels)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where each layer builds on the services of the layer below 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Layer 0 (Bottom Layer):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Hardware (CPU, memory, I/O devices).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Layer N (Top Layer):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User interface (where users interact with the system).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Each layer only interacts with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immediately lower layer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ensuring modularity.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This makes the system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easier to design, debug, and maintain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since changes in one layer don’t directly affect others.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738A422B-C862-1BFC-C654-024AAA47C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3325" y="2971800"/>
            <a:ext cx="3629025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09239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93AB47D-5C5D-DEDD-4FAB-6383CC2D8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Kernel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7424AD-88D8-DE96-27E9-0C3D7D1532EA}"/>
              </a:ext>
            </a:extLst>
          </p:cNvPr>
          <p:cNvSpPr txBox="1"/>
          <p:nvPr/>
        </p:nvSpPr>
        <p:spPr>
          <a:xfrm>
            <a:off x="5029200" y="457200"/>
            <a:ext cx="4114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Kernel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77C2E209-2780-6F3C-C180-C18062B9FE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69924" y="959961"/>
            <a:ext cx="915987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kernel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central part of an 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acts as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bridge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between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applications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(software)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(CPU, memory, devices).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main goal is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communication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between applications and hardware.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dirty="0"/>
              <a:t>Main Tasks of the Kernel</a:t>
            </a:r>
            <a:r>
              <a:rPr lang="en-US" sz="1800" dirty="0"/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 Tasks of the Kernel: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Device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Memory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Interrupt Handling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I/O communication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File System …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etc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22358-C08B-505A-549C-058E8F4FC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685800"/>
            <a:ext cx="10820401" cy="4495801"/>
          </a:xfrm>
        </p:spPr>
        <p:txBody>
          <a:bodyPr/>
          <a:lstStyle/>
          <a:p>
            <a:pPr marL="0" indent="0" algn="just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None/>
              <a:defRPr/>
            </a:pPr>
            <a:r>
              <a:rPr kumimoji="1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</a:rPr>
              <a:t>                                                          Kernel</a:t>
            </a:r>
          </a:p>
          <a:p>
            <a:pPr algn="just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defRPr/>
            </a:pPr>
            <a:endParaRPr kumimoji="1" lang="en-US" altLang="en-US" sz="2000" kern="0" dirty="0">
              <a:solidFill>
                <a:schemeClr val="tx1"/>
              </a:solidFill>
              <a:latin typeface="+mj-lt"/>
              <a:ea typeface="MS PGothic" panose="020B0600070205080204" pitchFamily="34" charset="-128"/>
            </a:endParaRPr>
          </a:p>
          <a:p>
            <a:pPr algn="just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defRPr/>
            </a:pPr>
            <a:r>
              <a:rPr kumimoji="1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</a:rPr>
              <a:t>A kernel is the lowest level of software that interfaces with the hardware in your computer.</a:t>
            </a:r>
          </a:p>
          <a:p>
            <a:pPr algn="just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defRPr/>
            </a:pPr>
            <a:endParaRPr kumimoji="1" lang="en-US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</a:endParaRPr>
          </a:p>
          <a:p>
            <a:pPr algn="just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defRPr/>
            </a:pPr>
            <a:r>
              <a:rPr kumimoji="1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</a:rPr>
              <a:t>It is responsible for interfacing all applications that are running in “user mode” down to the physical hardware, and allowing processes, to get information from each other using inter-process communication (IPC).</a:t>
            </a:r>
            <a:endParaRPr kumimoji="1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64666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5461CA6-AD46-76D5-EABF-990160F79D48}"/>
              </a:ext>
            </a:extLst>
          </p:cNvPr>
          <p:cNvSpPr txBox="1"/>
          <p:nvPr/>
        </p:nvSpPr>
        <p:spPr>
          <a:xfrm>
            <a:off x="4343400" y="533400"/>
            <a:ext cx="4800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Types of Kernels</a:t>
            </a:r>
            <a:endParaRPr lang="en-IN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EE2596-C96B-6FF8-582E-982CBD6E43BD}"/>
              </a:ext>
            </a:extLst>
          </p:cNvPr>
          <p:cNvSpPr txBox="1"/>
          <p:nvPr/>
        </p:nvSpPr>
        <p:spPr>
          <a:xfrm>
            <a:off x="381000" y="1118175"/>
            <a:ext cx="1143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Kernels fall into 3 main types: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82FC3D-E6EC-7285-1205-CAF7793AB1F2}"/>
              </a:ext>
            </a:extLst>
          </p:cNvPr>
          <p:cNvSpPr txBox="1"/>
          <p:nvPr/>
        </p:nvSpPr>
        <p:spPr>
          <a:xfrm>
            <a:off x="304800" y="1487507"/>
            <a:ext cx="8763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1. Monolithic Kernel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Entire OS runs in </a:t>
            </a:r>
            <a:r>
              <a:rPr lang="en-IN" b="1" dirty="0"/>
              <a:t>kernel space</a:t>
            </a:r>
            <a:r>
              <a:rPr lang="en-IN" dirty="0"/>
              <a:t> (single large process).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All services like device drivers, file system, memory management, and process scheduling are inside the kernel.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Advantages</a:t>
            </a:r>
            <a:r>
              <a:rPr lang="en-I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Fast execution (no context switching between kernel/user for services).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High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Disadvantages</a:t>
            </a:r>
            <a:r>
              <a:rPr lang="en-I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Large size, less secure (a bug in one module can crash the whole system).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Examples</a:t>
            </a:r>
            <a:r>
              <a:rPr lang="en-IN" dirty="0"/>
              <a:t>: Linux, UNIX, MS-DOS.</a:t>
            </a:r>
          </a:p>
        </p:txBody>
      </p:sp>
    </p:spTree>
    <p:extLst>
      <p:ext uri="{BB962C8B-B14F-4D97-AF65-F5344CB8AC3E}">
        <p14:creationId xmlns:p14="http://schemas.microsoft.com/office/powerpoint/2010/main" val="41886651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D1CFD-1585-E9C4-2F44-381C7E0AD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E8077-D178-6375-081B-161D339A3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5" y="76204"/>
            <a:ext cx="10683876" cy="99059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E096009-A2B7-E8A3-9CC7-DE9B9AA75E9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16150" y="1174583"/>
            <a:ext cx="5470649" cy="4159417"/>
          </a:xfr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44A8AB-EA2C-575A-E9CF-FA54EB4BB1B0}"/>
              </a:ext>
            </a:extLst>
          </p:cNvPr>
          <p:cNvSpPr txBox="1"/>
          <p:nvPr/>
        </p:nvSpPr>
        <p:spPr>
          <a:xfrm flipH="1">
            <a:off x="2318331" y="5334000"/>
            <a:ext cx="65208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             </a:t>
            </a:r>
          </a:p>
          <a:p>
            <a:r>
              <a:rPr lang="en-US" dirty="0"/>
              <a:t>                                       </a:t>
            </a:r>
            <a:r>
              <a:rPr lang="en-IN" dirty="0"/>
              <a:t>Monolithic Kernel</a:t>
            </a:r>
          </a:p>
        </p:txBody>
      </p:sp>
    </p:spTree>
    <p:extLst>
      <p:ext uri="{BB962C8B-B14F-4D97-AF65-F5344CB8AC3E}">
        <p14:creationId xmlns:p14="http://schemas.microsoft.com/office/powerpoint/2010/main" val="23349480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8CC46-4CC0-5B5C-BAFD-FFA2ECD80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22M</a:t>
            </a: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23D2B2B-7742-B043-F5E0-3B6A2D46F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-3970309"/>
            <a:ext cx="9464850" cy="8313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                                                                    Types Of Kernel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0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2. Microkernel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essential services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(CPU scheduling, memory management, IPC) run in kernel space.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 services like device drivers, file system, etc. run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space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Advantages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secure and stable (fault isolation).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Easier to extend (new services can be added in user space).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Disadvantages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Slower due to frequent user-kernel context switching.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QNX, Minix, Mach.</a:t>
            </a:r>
          </a:p>
        </p:txBody>
      </p:sp>
    </p:spTree>
    <p:extLst>
      <p:ext uri="{BB962C8B-B14F-4D97-AF65-F5344CB8AC3E}">
        <p14:creationId xmlns:p14="http://schemas.microsoft.com/office/powerpoint/2010/main" val="2904649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B29B2448-86E1-F68B-65CC-7D7A72469E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46288" y="425450"/>
            <a:ext cx="6329362" cy="609600"/>
          </a:xfrm>
        </p:spPr>
        <p:txBody>
          <a:bodyPr/>
          <a:lstStyle/>
          <a:p>
            <a:r>
              <a:rPr lang="en-US" altLang="zh-CN">
                <a:ea typeface="MS PGothic" panose="020B0600070205080204" pitchFamily="34" charset="-128"/>
              </a:rPr>
              <a:t>Types of Kernel</a:t>
            </a:r>
          </a:p>
        </p:txBody>
      </p:sp>
      <p:pic>
        <p:nvPicPr>
          <p:cNvPr id="79875" name="Picture 5">
            <a:extLst>
              <a:ext uri="{FF2B5EF4-FFF2-40B4-BE49-F238E27FC236}">
                <a16:creationId xmlns:a16="http://schemas.microsoft.com/office/drawing/2014/main" id="{158A044F-0BE3-6383-E810-03BF38681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497" y="1035050"/>
            <a:ext cx="8744302" cy="5518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1FB6251-52F5-9785-E443-BFF491D628C8}"/>
              </a:ext>
            </a:extLst>
          </p:cNvPr>
          <p:cNvSpPr txBox="1"/>
          <p:nvPr/>
        </p:nvSpPr>
        <p:spPr>
          <a:xfrm>
            <a:off x="4648200" y="491550"/>
            <a:ext cx="3581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Hybrid Kernel</a:t>
            </a:r>
            <a:endParaRPr lang="en-IN" sz="320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2BE537B-B00D-4079-BFA3-ACF76AA0A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697C521E-C644-14C1-C3E8-F42FA7D595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60863"/>
            <a:ext cx="12617595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combination of Monolithic and Microkernel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Hybrid kernels have the ability to pick and choose what they want to run in user mode and what they want to run in supervisor mode.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Some non-essential services (like drivers) run in kernel mode for speed, while others may run in user mode for stability.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Advantages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Good balance between performance and security.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Smaller install than monolithic kernel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More flexible than other models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Disadvantages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More complex design.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Processes have to wait in a queue to get information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Processes can’t get access to other processes without waiting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Device drivers need to be managed by user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 Examples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Windows NT, macOS (XNU Kernel).</a:t>
            </a:r>
          </a:p>
        </p:txBody>
      </p:sp>
    </p:spTree>
    <p:extLst>
      <p:ext uri="{BB962C8B-B14F-4D97-AF65-F5344CB8AC3E}">
        <p14:creationId xmlns:p14="http://schemas.microsoft.com/office/powerpoint/2010/main" val="39893641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 dirty="0">
                <a:solidFill>
                  <a:srgbClr val="000000"/>
                </a:solidFill>
                <a:latin typeface="+mn-ea"/>
                <a:ea typeface="+mn-ea"/>
              </a:rPr>
              <a:t>Operating System Views</a:t>
            </a:r>
          </a:p>
        </p:txBody>
      </p:sp>
      <p:cxnSp>
        <p:nvCxnSpPr>
          <p:cNvPr id="5" name="Connector 5"/>
          <p:cNvCxnSpPr/>
          <p:nvPr/>
        </p:nvCxnSpPr>
        <p:spPr>
          <a:xfrm>
            <a:off x="7596673" y="4060758"/>
            <a:ext cx="3268133" cy="0"/>
          </a:xfrm>
          <a:prstGeom prst="line">
            <a:avLst/>
          </a:prstGeom>
          <a:ln w="101600" cap="flat" cmpd="sng">
            <a:solidFill>
              <a:schemeClr val="accent1"/>
            </a:solidFill>
            <a:prstDash val="solid"/>
          </a:ln>
        </p:spPr>
      </p:cxnSp>
      <p:cxnSp>
        <p:nvCxnSpPr>
          <p:cNvPr id="6" name="Connector 6"/>
          <p:cNvCxnSpPr/>
          <p:nvPr/>
        </p:nvCxnSpPr>
        <p:spPr>
          <a:xfrm>
            <a:off x="1828800" y="4031211"/>
            <a:ext cx="3268133" cy="0"/>
          </a:xfrm>
          <a:prstGeom prst="line">
            <a:avLst/>
          </a:prstGeom>
          <a:ln w="101600" cap="flat" cmpd="sng">
            <a:solidFill>
              <a:schemeClr val="accent1"/>
            </a:solidFill>
            <a:prstDash val="solid"/>
          </a:ln>
        </p:spPr>
      </p:cxnSp>
      <p:sp>
        <p:nvSpPr>
          <p:cNvPr id="7" name="TextBox 7"/>
          <p:cNvSpPr txBox="1"/>
          <p:nvPr/>
        </p:nvSpPr>
        <p:spPr>
          <a:xfrm>
            <a:off x="1072622" y="4239361"/>
            <a:ext cx="4152901" cy="341632"/>
          </a:xfrm>
          <a:prstGeom prst="rect">
            <a:avLst/>
          </a:prstGeom>
          <a:noFill/>
        </p:spPr>
        <p:txBody>
          <a:bodyPr vert="horz" wrap="square" lIns="0" tIns="45720" rIns="0" bIns="45720" rtlCol="0" anchor="t">
            <a:spAutoFit/>
          </a:bodyPr>
          <a:lstStyle/>
          <a:p>
            <a:pPr marL="0" algn="r">
              <a:lnSpc>
                <a:spcPct val="90000"/>
              </a:lnSpc>
              <a:defRPr/>
            </a:pPr>
            <a:r>
              <a:rPr lang="zh-CN" altLang="en-US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User Viewpoint</a:t>
            </a:r>
            <a:endParaRPr lang="en-US" sz="1200" dirty="0"/>
          </a:p>
        </p:txBody>
      </p:sp>
      <p:sp>
        <p:nvSpPr>
          <p:cNvPr id="8" name="TextBox 8"/>
          <p:cNvSpPr txBox="1"/>
          <p:nvPr/>
        </p:nvSpPr>
        <p:spPr>
          <a:xfrm>
            <a:off x="1052406" y="4831550"/>
            <a:ext cx="4489978" cy="781624"/>
          </a:xfrm>
          <a:prstGeom prst="rect">
            <a:avLst/>
          </a:prstGeom>
          <a:noFill/>
        </p:spPr>
        <p:txBody>
          <a:bodyPr vert="horz" wrap="square" lIns="90000" tIns="45720" rIns="91440" bIns="45720" rtlCol="0" anchor="t">
            <a:spAutoFit/>
          </a:bodyPr>
          <a:lstStyle/>
          <a:p>
            <a:pPr marL="0" algn="just">
              <a:lnSpc>
                <a:spcPct val="130000"/>
              </a:lnSpc>
              <a:defRPr/>
            </a:pPr>
            <a:r>
              <a:rPr lang="en-US" b="0" i="0" u="none" baseline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Aims to maximize productivity by simplifying interactions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553200" y="4239361"/>
            <a:ext cx="4152901" cy="341632"/>
          </a:xfrm>
          <a:prstGeom prst="rect">
            <a:avLst/>
          </a:prstGeom>
          <a:noFill/>
        </p:spPr>
        <p:txBody>
          <a:bodyPr vert="horz" wrap="square" lIns="0" tIns="45720" rIns="0" bIns="45720" rtlCol="0" anchor="t">
            <a:spAutoFit/>
          </a:bodyPr>
          <a:lstStyle/>
          <a:p>
            <a:pPr marL="0" algn="r">
              <a:lnSpc>
                <a:spcPct val="90000"/>
              </a:lnSpc>
              <a:defRPr/>
            </a:pPr>
            <a:r>
              <a:rPr lang="zh-CN" altLang="en-US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System Viewpoint</a:t>
            </a:r>
            <a:endParaRPr lang="en-US" sz="1200" dirty="0"/>
          </a:p>
        </p:txBody>
      </p:sp>
      <p:sp>
        <p:nvSpPr>
          <p:cNvPr id="10" name="TextBox 10"/>
          <p:cNvSpPr txBox="1"/>
          <p:nvPr/>
        </p:nvSpPr>
        <p:spPr>
          <a:xfrm>
            <a:off x="6858000" y="4831550"/>
            <a:ext cx="4218248" cy="781624"/>
          </a:xfrm>
          <a:prstGeom prst="rect">
            <a:avLst/>
          </a:prstGeom>
          <a:noFill/>
        </p:spPr>
        <p:txBody>
          <a:bodyPr vert="horz" wrap="square" lIns="90000" tIns="45720" rIns="91440" bIns="45720" rtlCol="0" anchor="t">
            <a:spAutoFit/>
          </a:bodyPr>
          <a:lstStyle/>
          <a:p>
            <a:pPr marL="0" algn="just">
              <a:lnSpc>
                <a:spcPct val="130000"/>
              </a:lnSpc>
              <a:defRPr/>
            </a:pPr>
            <a:r>
              <a:rPr lang="en-US" dirty="0">
                <a:solidFill>
                  <a:srgbClr val="000000"/>
                </a:solidFill>
                <a:latin typeface="+mn-ea"/>
              </a:rPr>
              <a:t>E</a:t>
            </a:r>
            <a:r>
              <a:rPr lang="en-US" b="0" i="0" u="none" baseline="0" dirty="0">
                <a:solidFill>
                  <a:srgbClr val="000000"/>
                </a:solidFill>
                <a:latin typeface="+mn-ea"/>
                <a:ea typeface="+mn-ea"/>
              </a:rPr>
              <a:t>mphasizes the OS's role as a resource manager and control program. </a:t>
            </a:r>
            <a:endParaRPr lang="en-US" sz="1400" dirty="0"/>
          </a:p>
        </p:txBody>
      </p:sp>
      <p:pic>
        <p:nvPicPr>
          <p:cNvPr id="11" name="image6.jpe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2" r="2762"/>
          <a:stretch/>
        </p:blipFill>
        <p:spPr>
          <a:xfrm>
            <a:off x="6774922" y="1635638"/>
            <a:ext cx="3061091" cy="2239712"/>
          </a:xfrm>
          <a:prstGeom prst="rect">
            <a:avLst/>
          </a:prstGeom>
        </p:spPr>
      </p:pic>
      <p:pic>
        <p:nvPicPr>
          <p:cNvPr id="12" name="image7.jpe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75" b="12475"/>
          <a:stretch/>
        </p:blipFill>
        <p:spPr>
          <a:xfrm>
            <a:off x="1072623" y="1635638"/>
            <a:ext cx="3042178" cy="2225874"/>
          </a:xfrm>
          <a:prstGeom prst="rect">
            <a:avLst/>
          </a:prstGeom>
        </p:spPr>
      </p:pic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in)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Scale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ox(out)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1C1BC-CE9B-A3EB-448F-A0D4AF991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609600"/>
            <a:ext cx="10850563" cy="419100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2700" b="1" dirty="0"/>
              <a:t>Dual-Mode Operation</a:t>
            </a:r>
            <a:endParaRPr lang="en-IN" sz="27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2B0149-AC13-71CC-CDB0-1608FF048292}"/>
              </a:ext>
            </a:extLst>
          </p:cNvPr>
          <p:cNvSpPr txBox="1"/>
          <p:nvPr/>
        </p:nvSpPr>
        <p:spPr>
          <a:xfrm>
            <a:off x="838200" y="1305341"/>
            <a:ext cx="97536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To </a:t>
            </a:r>
            <a:r>
              <a:rPr lang="en-US" b="1" dirty="0"/>
              <a:t>protect the Operating System (OS)</a:t>
            </a:r>
            <a:r>
              <a:rPr lang="en-US" dirty="0"/>
              <a:t> and resources, modern computers work in two modes: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User Mode (mode bit = 1)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Normal programs run here (e.g., MS Word, browsers, games).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Limited access: cannot directly access hardware.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Prevents user programs from accidentally damaging the system.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Kernel Mode (mode bit = 0)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OS runs here with </a:t>
            </a:r>
            <a:r>
              <a:rPr lang="en-US" b="1" dirty="0"/>
              <a:t>full privileges</a:t>
            </a:r>
            <a:r>
              <a:rPr lang="en-US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Can directly access hardware (CPU, memory, I/O devices).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Executes </a:t>
            </a:r>
            <a:r>
              <a:rPr lang="en-US" b="1" dirty="0"/>
              <a:t>system calls</a:t>
            </a:r>
            <a:r>
              <a:rPr lang="en-US" dirty="0"/>
              <a:t> on behalf of user programs.</a:t>
            </a:r>
          </a:p>
          <a:p>
            <a:pPr>
              <a:buNone/>
            </a:pPr>
            <a:r>
              <a:rPr lang="en-US" dirty="0"/>
              <a:t>✔️ A </a:t>
            </a:r>
            <a:r>
              <a:rPr lang="en-US" b="1" dirty="0"/>
              <a:t>Mode Bit</a:t>
            </a:r>
            <a:r>
              <a:rPr lang="en-US" dirty="0"/>
              <a:t> (stored in CPU hardware) keeps track of whether the system is in user mode or kernel mode.</a:t>
            </a:r>
          </a:p>
        </p:txBody>
      </p:sp>
    </p:spTree>
    <p:extLst>
      <p:ext uri="{BB962C8B-B14F-4D97-AF65-F5344CB8AC3E}">
        <p14:creationId xmlns:p14="http://schemas.microsoft.com/office/powerpoint/2010/main" val="25382697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E45F7-4697-4CA2-F1D2-8CBA3F44B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0000"/>
                </a:solidFill>
              </a:rPr>
              <a:t>Operating Systems Operations</a:t>
            </a:r>
            <a:endParaRPr lang="en-IN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DE367E-DEE7-8467-E87A-23B2187DE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" y="1447800"/>
            <a:ext cx="8354378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2995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34241" y="-37210"/>
            <a:ext cx="12192003" cy="2769280"/>
          </a:xfrm>
          <a:custGeom>
            <a:avLst/>
            <a:gdLst/>
            <a:ahLst/>
            <a:cxnLst/>
            <a:rect l="l" t="t" r="r" b="b"/>
            <a:pathLst>
              <a:path w="6216319" h="1452543">
                <a:moveTo>
                  <a:pt x="0" y="10"/>
                </a:moveTo>
                <a:cubicBezTo>
                  <a:pt x="229007" y="-1920"/>
                  <a:pt x="473169" y="274373"/>
                  <a:pt x="574189" y="472133"/>
                </a:cubicBezTo>
                <a:cubicBezTo>
                  <a:pt x="784106" y="306783"/>
                  <a:pt x="876671" y="335710"/>
                  <a:pt x="1015951" y="496878"/>
                </a:cubicBezTo>
                <a:cubicBezTo>
                  <a:pt x="1169602" y="156200"/>
                  <a:pt x="1541775" y="268250"/>
                  <a:pt x="1732682" y="518355"/>
                </a:cubicBezTo>
                <a:cubicBezTo>
                  <a:pt x="1951423" y="389059"/>
                  <a:pt x="1995178" y="418617"/>
                  <a:pt x="2147475" y="630232"/>
                </a:cubicBezTo>
                <a:cubicBezTo>
                  <a:pt x="2240004" y="303227"/>
                  <a:pt x="2890265" y="229257"/>
                  <a:pt x="3043108" y="699950"/>
                </a:cubicBezTo>
                <a:cubicBezTo>
                  <a:pt x="3340461" y="644318"/>
                  <a:pt x="3395950" y="702404"/>
                  <a:pt x="3562786" y="940708"/>
                </a:cubicBezTo>
                <a:cubicBezTo>
                  <a:pt x="3973172" y="584855"/>
                  <a:pt x="4634636" y="975363"/>
                  <a:pt x="4684312" y="1306544"/>
                </a:cubicBezTo>
                <a:cubicBezTo>
                  <a:pt x="4775936" y="1140966"/>
                  <a:pt x="4979530" y="1164509"/>
                  <a:pt x="5092502" y="1338597"/>
                </a:cubicBezTo>
                <a:cubicBezTo>
                  <a:pt x="5153770" y="1141613"/>
                  <a:pt x="5525680" y="842973"/>
                  <a:pt x="5810403" y="1334427"/>
                </a:cubicBezTo>
                <a:cubicBezTo>
                  <a:pt x="5955954" y="1267516"/>
                  <a:pt x="6049313" y="1259859"/>
                  <a:pt x="6216319" y="1452543"/>
                </a:cubicBezTo>
                <a:lnTo>
                  <a:pt x="0" y="1452543"/>
                </a:lnTo>
                <a:lnTo>
                  <a:pt x="0" y="10"/>
                </a:lnTo>
                <a:close/>
              </a:path>
            </a:pathLst>
          </a:custGeom>
          <a:solidFill>
            <a:srgbClr val="FFFFFF">
              <a:alpha val="23000"/>
              <a:lumMod val="8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 flipH="1" flipV="1">
            <a:off x="5945256" y="3107"/>
            <a:ext cx="6216321" cy="1449603"/>
          </a:xfrm>
          <a:custGeom>
            <a:avLst/>
            <a:gdLst/>
            <a:ahLst/>
            <a:cxnLst/>
            <a:rect l="l" t="t" r="r" b="b"/>
            <a:pathLst>
              <a:path w="6216319" h="1449603">
                <a:moveTo>
                  <a:pt x="0" y="147399"/>
                </a:moveTo>
                <a:cubicBezTo>
                  <a:pt x="229007" y="145469"/>
                  <a:pt x="222661" y="142579"/>
                  <a:pt x="323681" y="340339"/>
                </a:cubicBezTo>
                <a:cubicBezTo>
                  <a:pt x="1138279" y="-367925"/>
                  <a:pt x="1885444" y="174450"/>
                  <a:pt x="2265770" y="655926"/>
                </a:cubicBezTo>
                <a:cubicBezTo>
                  <a:pt x="2462677" y="479250"/>
                  <a:pt x="2932015" y="355171"/>
                  <a:pt x="3244906" y="639742"/>
                </a:cubicBezTo>
                <a:cubicBezTo>
                  <a:pt x="3517337" y="171753"/>
                  <a:pt x="4733841" y="449580"/>
                  <a:pt x="4628644" y="1181909"/>
                </a:cubicBezTo>
                <a:cubicBezTo>
                  <a:pt x="4984694" y="1080758"/>
                  <a:pt x="5181328" y="1161569"/>
                  <a:pt x="5356927" y="1335657"/>
                </a:cubicBezTo>
                <a:cubicBezTo>
                  <a:pt x="5451606" y="1194156"/>
                  <a:pt x="6105728" y="1026010"/>
                  <a:pt x="6216319" y="1449603"/>
                </a:cubicBezTo>
                <a:lnTo>
                  <a:pt x="0" y="1449603"/>
                </a:lnTo>
                <a:lnTo>
                  <a:pt x="0" y="147399"/>
                </a:lnTo>
                <a:close/>
              </a:path>
            </a:pathLst>
          </a:custGeom>
          <a:solidFill>
            <a:srgbClr val="FFFFFF">
              <a:alpha val="45000"/>
              <a:lumMod val="8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Freeform 4"/>
          <p:cNvSpPr/>
          <p:nvPr/>
        </p:nvSpPr>
        <p:spPr>
          <a:xfrm flipH="1">
            <a:off x="5101781" y="5866985"/>
            <a:ext cx="7102293" cy="1014301"/>
          </a:xfrm>
          <a:custGeom>
            <a:avLst/>
            <a:gdLst/>
            <a:ahLst/>
            <a:cxnLst/>
            <a:rect l="l" t="t" r="r" b="b"/>
            <a:pathLst>
              <a:path w="6216319" h="1449603">
                <a:moveTo>
                  <a:pt x="0" y="147399"/>
                </a:moveTo>
                <a:cubicBezTo>
                  <a:pt x="229007" y="145469"/>
                  <a:pt x="222661" y="142579"/>
                  <a:pt x="323681" y="340339"/>
                </a:cubicBezTo>
                <a:cubicBezTo>
                  <a:pt x="1138279" y="-367925"/>
                  <a:pt x="1885444" y="174450"/>
                  <a:pt x="2265770" y="655926"/>
                </a:cubicBezTo>
                <a:cubicBezTo>
                  <a:pt x="2462677" y="479250"/>
                  <a:pt x="2932015" y="355171"/>
                  <a:pt x="3244906" y="639742"/>
                </a:cubicBezTo>
                <a:cubicBezTo>
                  <a:pt x="3517337" y="171753"/>
                  <a:pt x="4733841" y="449580"/>
                  <a:pt x="4628644" y="1181909"/>
                </a:cubicBezTo>
                <a:cubicBezTo>
                  <a:pt x="4984694" y="1080758"/>
                  <a:pt x="5181328" y="1161569"/>
                  <a:pt x="5356927" y="1335657"/>
                </a:cubicBezTo>
                <a:cubicBezTo>
                  <a:pt x="5451606" y="1194156"/>
                  <a:pt x="6105728" y="1026010"/>
                  <a:pt x="6216319" y="1449603"/>
                </a:cubicBezTo>
                <a:lnTo>
                  <a:pt x="0" y="1449603"/>
                </a:lnTo>
                <a:lnTo>
                  <a:pt x="0" y="147399"/>
                </a:lnTo>
                <a:close/>
              </a:path>
            </a:pathLst>
          </a:custGeom>
          <a:solidFill>
            <a:srgbClr val="FFFFFF">
              <a:alpha val="10000"/>
              <a:lumMod val="7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Freeform 5"/>
          <p:cNvSpPr/>
          <p:nvPr/>
        </p:nvSpPr>
        <p:spPr>
          <a:xfrm rot="607256">
            <a:off x="156135" y="3450362"/>
            <a:ext cx="5587376" cy="3547626"/>
          </a:xfrm>
          <a:custGeom>
            <a:avLst/>
            <a:gdLst/>
            <a:ahLst/>
            <a:cxnLst/>
            <a:rect l="l" t="t" r="r" b="b"/>
            <a:pathLst>
              <a:path w="1296" h="439">
                <a:moveTo>
                  <a:pt x="0" y="421"/>
                </a:moveTo>
                <a:cubicBezTo>
                  <a:pt x="0" y="421"/>
                  <a:pt x="22" y="424"/>
                  <a:pt x="61" y="427"/>
                </a:cubicBezTo>
                <a:cubicBezTo>
                  <a:pt x="99" y="430"/>
                  <a:pt x="154" y="433"/>
                  <a:pt x="221" y="433"/>
                </a:cubicBezTo>
                <a:cubicBezTo>
                  <a:pt x="287" y="433"/>
                  <a:pt x="365" y="430"/>
                  <a:pt x="447" y="422"/>
                </a:cubicBezTo>
                <a:cubicBezTo>
                  <a:pt x="488" y="417"/>
                  <a:pt x="531" y="412"/>
                  <a:pt x="573" y="404"/>
                </a:cubicBezTo>
                <a:cubicBezTo>
                  <a:pt x="616" y="397"/>
                  <a:pt x="660" y="388"/>
                  <a:pt x="702" y="377"/>
                </a:cubicBezTo>
                <a:cubicBezTo>
                  <a:pt x="745" y="366"/>
                  <a:pt x="787" y="353"/>
                  <a:pt x="828" y="338"/>
                </a:cubicBezTo>
                <a:cubicBezTo>
                  <a:pt x="868" y="323"/>
                  <a:pt x="907" y="306"/>
                  <a:pt x="944" y="288"/>
                </a:cubicBezTo>
                <a:cubicBezTo>
                  <a:pt x="981" y="269"/>
                  <a:pt x="1015" y="249"/>
                  <a:pt x="1047" y="229"/>
                </a:cubicBezTo>
                <a:cubicBezTo>
                  <a:pt x="1078" y="208"/>
                  <a:pt x="1106" y="186"/>
                  <a:pt x="1131" y="165"/>
                </a:cubicBezTo>
                <a:cubicBezTo>
                  <a:pt x="1156" y="143"/>
                  <a:pt x="1177" y="122"/>
                  <a:pt x="1195" y="102"/>
                </a:cubicBezTo>
                <a:cubicBezTo>
                  <a:pt x="1204" y="93"/>
                  <a:pt x="1212" y="83"/>
                  <a:pt x="1219" y="74"/>
                </a:cubicBezTo>
                <a:cubicBezTo>
                  <a:pt x="1226" y="65"/>
                  <a:pt x="1233" y="57"/>
                  <a:pt x="1239" y="50"/>
                </a:cubicBezTo>
                <a:cubicBezTo>
                  <a:pt x="1244" y="42"/>
                  <a:pt x="1249" y="35"/>
                  <a:pt x="1253" y="29"/>
                </a:cubicBezTo>
                <a:cubicBezTo>
                  <a:pt x="1258" y="23"/>
                  <a:pt x="1261" y="18"/>
                  <a:pt x="1264" y="13"/>
                </a:cubicBezTo>
                <a:cubicBezTo>
                  <a:pt x="1270" y="5"/>
                  <a:pt x="1272" y="0"/>
                  <a:pt x="1272" y="0"/>
                </a:cubicBezTo>
                <a:cubicBezTo>
                  <a:pt x="1296" y="16"/>
                  <a:pt x="1296" y="16"/>
                  <a:pt x="1296" y="16"/>
                </a:cubicBezTo>
                <a:cubicBezTo>
                  <a:pt x="1296" y="16"/>
                  <a:pt x="1293" y="20"/>
                  <a:pt x="1287" y="29"/>
                </a:cubicBezTo>
                <a:cubicBezTo>
                  <a:pt x="1284" y="33"/>
                  <a:pt x="1280" y="39"/>
                  <a:pt x="1276" y="45"/>
                </a:cubicBezTo>
                <a:cubicBezTo>
                  <a:pt x="1271" y="51"/>
                  <a:pt x="1266" y="58"/>
                  <a:pt x="1260" y="66"/>
                </a:cubicBezTo>
                <a:cubicBezTo>
                  <a:pt x="1254" y="73"/>
                  <a:pt x="1247" y="82"/>
                  <a:pt x="1239" y="91"/>
                </a:cubicBezTo>
                <a:cubicBezTo>
                  <a:pt x="1231" y="100"/>
                  <a:pt x="1223" y="110"/>
                  <a:pt x="1213" y="120"/>
                </a:cubicBezTo>
                <a:cubicBezTo>
                  <a:pt x="1195" y="140"/>
                  <a:pt x="1172" y="161"/>
                  <a:pt x="1146" y="183"/>
                </a:cubicBezTo>
                <a:cubicBezTo>
                  <a:pt x="1120" y="204"/>
                  <a:pt x="1091" y="226"/>
                  <a:pt x="1058" y="247"/>
                </a:cubicBezTo>
                <a:cubicBezTo>
                  <a:pt x="1026" y="267"/>
                  <a:pt x="990" y="287"/>
                  <a:pt x="953" y="305"/>
                </a:cubicBezTo>
                <a:cubicBezTo>
                  <a:pt x="915" y="323"/>
                  <a:pt x="875" y="339"/>
                  <a:pt x="833" y="354"/>
                </a:cubicBezTo>
                <a:cubicBezTo>
                  <a:pt x="792" y="368"/>
                  <a:pt x="749" y="380"/>
                  <a:pt x="706" y="390"/>
                </a:cubicBezTo>
                <a:cubicBezTo>
                  <a:pt x="662" y="401"/>
                  <a:pt x="619" y="409"/>
                  <a:pt x="575" y="415"/>
                </a:cubicBezTo>
                <a:cubicBezTo>
                  <a:pt x="532" y="422"/>
                  <a:pt x="489" y="427"/>
                  <a:pt x="448" y="430"/>
                </a:cubicBezTo>
                <a:cubicBezTo>
                  <a:pt x="365" y="437"/>
                  <a:pt x="287" y="439"/>
                  <a:pt x="221" y="437"/>
                </a:cubicBezTo>
                <a:cubicBezTo>
                  <a:pt x="154" y="436"/>
                  <a:pt x="99" y="432"/>
                  <a:pt x="60" y="428"/>
                </a:cubicBezTo>
                <a:cubicBezTo>
                  <a:pt x="22" y="424"/>
                  <a:pt x="0" y="421"/>
                  <a:pt x="0" y="421"/>
                </a:cubicBezTo>
              </a:path>
            </a:pathLst>
          </a:custGeom>
          <a:solidFill>
            <a:srgbClr val="F0F0F0">
              <a:lumMod val="40000"/>
              <a:lumOff val="60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Freeform 6"/>
          <p:cNvSpPr/>
          <p:nvPr/>
        </p:nvSpPr>
        <p:spPr>
          <a:xfrm rot="607256">
            <a:off x="5146930" y="4085721"/>
            <a:ext cx="625101" cy="520157"/>
          </a:xfrm>
          <a:custGeom>
            <a:avLst/>
            <a:gdLst/>
            <a:ahLst/>
            <a:cxnLst/>
            <a:rect l="l" t="t" r="r" b="b"/>
            <a:pathLst>
              <a:path w="137" h="114">
                <a:moveTo>
                  <a:pt x="119" y="114"/>
                </a:moveTo>
                <a:lnTo>
                  <a:pt x="0" y="26"/>
                </a:lnTo>
                <a:lnTo>
                  <a:pt x="19" y="0"/>
                </a:lnTo>
                <a:lnTo>
                  <a:pt x="137" y="85"/>
                </a:lnTo>
                <a:lnTo>
                  <a:pt x="119" y="114"/>
                </a:lnTo>
                <a:close/>
              </a:path>
            </a:pathLst>
          </a:custGeom>
          <a:solidFill>
            <a:srgbClr val="FFFFFF">
              <a:lumMod val="75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7" name="Freeform 7"/>
          <p:cNvSpPr/>
          <p:nvPr/>
        </p:nvSpPr>
        <p:spPr>
          <a:xfrm rot="607256">
            <a:off x="5146930" y="4085721"/>
            <a:ext cx="625101" cy="520157"/>
          </a:xfrm>
          <a:custGeom>
            <a:avLst/>
            <a:gdLst/>
            <a:ahLst/>
            <a:cxnLst/>
            <a:rect l="l" t="t" r="r" b="b"/>
            <a:pathLst>
              <a:path w="137" h="114">
                <a:moveTo>
                  <a:pt x="119" y="114"/>
                </a:moveTo>
                <a:lnTo>
                  <a:pt x="0" y="26"/>
                </a:lnTo>
                <a:lnTo>
                  <a:pt x="19" y="0"/>
                </a:lnTo>
                <a:lnTo>
                  <a:pt x="137" y="85"/>
                </a:lnTo>
                <a:lnTo>
                  <a:pt x="119" y="114"/>
                </a:lnTo>
              </a:path>
            </a:pathLst>
          </a:custGeom>
          <a:noFill/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8" name="Freeform 8"/>
          <p:cNvSpPr/>
          <p:nvPr/>
        </p:nvSpPr>
        <p:spPr>
          <a:xfrm rot="607256">
            <a:off x="4547995" y="3064064"/>
            <a:ext cx="1022062" cy="1104193"/>
          </a:xfrm>
          <a:custGeom>
            <a:avLst/>
            <a:gdLst/>
            <a:ahLst/>
            <a:cxnLst/>
            <a:rect l="l" t="t" r="r" b="b"/>
            <a:pathLst>
              <a:path w="95" h="102">
                <a:moveTo>
                  <a:pt x="95" y="26"/>
                </a:moveTo>
                <a:cubicBezTo>
                  <a:pt x="95" y="26"/>
                  <a:pt x="79" y="15"/>
                  <a:pt x="82" y="0"/>
                </a:cubicBezTo>
                <a:cubicBezTo>
                  <a:pt x="82" y="0"/>
                  <a:pt x="16" y="28"/>
                  <a:pt x="0" y="102"/>
                </a:cubicBezTo>
                <a:cubicBezTo>
                  <a:pt x="0" y="102"/>
                  <a:pt x="46" y="60"/>
                  <a:pt x="82" y="67"/>
                </a:cubicBezTo>
                <a:lnTo>
                  <a:pt x="95" y="26"/>
                </a:lnTo>
                <a:close/>
              </a:path>
            </a:pathLst>
          </a:custGeom>
          <a:solidFill>
            <a:srgbClr val="FFFFFF">
              <a:lumMod val="75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9" name="Freeform 9"/>
          <p:cNvSpPr/>
          <p:nvPr/>
        </p:nvSpPr>
        <p:spPr>
          <a:xfrm rot="607256">
            <a:off x="5799013" y="4211916"/>
            <a:ext cx="775673" cy="1231949"/>
          </a:xfrm>
          <a:custGeom>
            <a:avLst/>
            <a:gdLst/>
            <a:ahLst/>
            <a:cxnLst/>
            <a:rect l="l" t="t" r="r" b="b"/>
            <a:pathLst>
              <a:path w="72" h="114">
                <a:moveTo>
                  <a:pt x="44" y="0"/>
                </a:moveTo>
                <a:cubicBezTo>
                  <a:pt x="44" y="0"/>
                  <a:pt x="58" y="12"/>
                  <a:pt x="72" y="4"/>
                </a:cubicBezTo>
                <a:cubicBezTo>
                  <a:pt x="72" y="4"/>
                  <a:pt x="66" y="76"/>
                  <a:pt x="0" y="114"/>
                </a:cubicBezTo>
                <a:cubicBezTo>
                  <a:pt x="0" y="114"/>
                  <a:pt x="26" y="57"/>
                  <a:pt x="8" y="25"/>
                </a:cubicBezTo>
                <a:cubicBezTo>
                  <a:pt x="44" y="0"/>
                  <a:pt x="44" y="0"/>
                  <a:pt x="44" y="0"/>
                </a:cubicBezTo>
              </a:path>
            </a:pathLst>
          </a:custGeom>
          <a:solidFill>
            <a:srgbClr val="FFFFFF">
              <a:lumMod val="75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0" name="Freeform 10"/>
          <p:cNvSpPr/>
          <p:nvPr/>
        </p:nvSpPr>
        <p:spPr>
          <a:xfrm rot="607256">
            <a:off x="5433720" y="1958380"/>
            <a:ext cx="2094316" cy="2678352"/>
          </a:xfrm>
          <a:custGeom>
            <a:avLst/>
            <a:gdLst/>
            <a:ahLst/>
            <a:cxnLst/>
            <a:rect l="l" t="t" r="r" b="b"/>
            <a:pathLst>
              <a:path w="194" h="248">
                <a:moveTo>
                  <a:pt x="50" y="248"/>
                </a:moveTo>
                <a:cubicBezTo>
                  <a:pt x="80" y="233"/>
                  <a:pt x="106" y="213"/>
                  <a:pt x="140" y="167"/>
                </a:cubicBezTo>
                <a:cubicBezTo>
                  <a:pt x="194" y="92"/>
                  <a:pt x="193" y="0"/>
                  <a:pt x="193" y="0"/>
                </a:cubicBezTo>
                <a:cubicBezTo>
                  <a:pt x="193" y="0"/>
                  <a:pt x="105" y="27"/>
                  <a:pt x="50" y="101"/>
                </a:cubicBezTo>
                <a:cubicBezTo>
                  <a:pt x="17" y="148"/>
                  <a:pt x="6" y="179"/>
                  <a:pt x="0" y="212"/>
                </a:cubicBezTo>
                <a:cubicBezTo>
                  <a:pt x="50" y="248"/>
                  <a:pt x="50" y="248"/>
                  <a:pt x="50" y="248"/>
                </a:cubicBezTo>
              </a:path>
            </a:pathLst>
          </a:custGeom>
          <a:solidFill>
            <a:srgbClr val="FFFFFF">
              <a:lumMod val="95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1" name="Freeform 11"/>
          <p:cNvSpPr/>
          <p:nvPr/>
        </p:nvSpPr>
        <p:spPr>
          <a:xfrm rot="607256">
            <a:off x="5257398" y="3949543"/>
            <a:ext cx="693542" cy="547534"/>
          </a:xfrm>
          <a:custGeom>
            <a:avLst/>
            <a:gdLst/>
            <a:ahLst/>
            <a:cxnLst/>
            <a:rect l="l" t="t" r="r" b="b"/>
            <a:pathLst>
              <a:path w="64" h="51">
                <a:moveTo>
                  <a:pt x="3" y="0"/>
                </a:moveTo>
                <a:cubicBezTo>
                  <a:pt x="2" y="5"/>
                  <a:pt x="1" y="10"/>
                  <a:pt x="0" y="15"/>
                </a:cubicBezTo>
                <a:cubicBezTo>
                  <a:pt x="50" y="51"/>
                  <a:pt x="50" y="51"/>
                  <a:pt x="50" y="51"/>
                </a:cubicBezTo>
                <a:cubicBezTo>
                  <a:pt x="55" y="49"/>
                  <a:pt x="59" y="46"/>
                  <a:pt x="64" y="44"/>
                </a:cubicBezTo>
                <a:cubicBezTo>
                  <a:pt x="3" y="0"/>
                  <a:pt x="3" y="0"/>
                  <a:pt x="3" y="0"/>
                </a:cubicBezTo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2" name="Freeform 12"/>
          <p:cNvSpPr/>
          <p:nvPr/>
        </p:nvSpPr>
        <p:spPr>
          <a:xfrm rot="607256">
            <a:off x="6912721" y="2089348"/>
            <a:ext cx="766547" cy="839551"/>
          </a:xfrm>
          <a:custGeom>
            <a:avLst/>
            <a:gdLst/>
            <a:ahLst/>
            <a:cxnLst/>
            <a:rect l="l" t="t" r="r" b="b"/>
            <a:pathLst>
              <a:path w="71" h="78">
                <a:moveTo>
                  <a:pt x="59" y="78"/>
                </a:moveTo>
                <a:cubicBezTo>
                  <a:pt x="71" y="34"/>
                  <a:pt x="70" y="0"/>
                  <a:pt x="70" y="0"/>
                </a:cubicBezTo>
                <a:cubicBezTo>
                  <a:pt x="70" y="0"/>
                  <a:pt x="37" y="10"/>
                  <a:pt x="0" y="34"/>
                </a:cubicBezTo>
                <a:cubicBezTo>
                  <a:pt x="59" y="78"/>
                  <a:pt x="59" y="78"/>
                  <a:pt x="59" y="78"/>
                </a:cubicBezTo>
              </a:path>
            </a:pathLst>
          </a:custGeom>
          <a:solidFill>
            <a:srgbClr val="FFFFFF">
              <a:lumMod val="85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3" name="Freeform 13"/>
          <p:cNvSpPr/>
          <p:nvPr/>
        </p:nvSpPr>
        <p:spPr>
          <a:xfrm rot="607256">
            <a:off x="5171507" y="3634782"/>
            <a:ext cx="866927" cy="1168071"/>
          </a:xfrm>
          <a:custGeom>
            <a:avLst/>
            <a:gdLst/>
            <a:ahLst/>
            <a:cxnLst/>
            <a:rect l="l" t="t" r="r" b="b"/>
            <a:pathLst>
              <a:path w="80" h="108">
                <a:moveTo>
                  <a:pt x="33" y="52"/>
                </a:moveTo>
                <a:cubicBezTo>
                  <a:pt x="12" y="81"/>
                  <a:pt x="0" y="108"/>
                  <a:pt x="0" y="108"/>
                </a:cubicBezTo>
                <a:cubicBezTo>
                  <a:pt x="0" y="108"/>
                  <a:pt x="22" y="88"/>
                  <a:pt x="43" y="59"/>
                </a:cubicBezTo>
                <a:cubicBezTo>
                  <a:pt x="65" y="30"/>
                  <a:pt x="80" y="4"/>
                  <a:pt x="77" y="2"/>
                </a:cubicBezTo>
                <a:cubicBezTo>
                  <a:pt x="74" y="0"/>
                  <a:pt x="55" y="22"/>
                  <a:pt x="33" y="52"/>
                </a:cubicBezTo>
              </a:path>
            </a:pathLst>
          </a:custGeom>
          <a:solidFill>
            <a:schemeClr val="accent1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4" name="Freeform 14"/>
          <p:cNvSpPr/>
          <p:nvPr/>
        </p:nvSpPr>
        <p:spPr>
          <a:xfrm rot="607256">
            <a:off x="6435635" y="2779945"/>
            <a:ext cx="647914" cy="638789"/>
          </a:xfrm>
          <a:custGeom>
            <a:avLst/>
            <a:gdLst/>
            <a:ahLst/>
            <a:cxnLst/>
            <a:rect l="l" t="t" r="r" b="b"/>
            <a:pathLst>
              <a:path w="60" h="59">
                <a:moveTo>
                  <a:pt x="51" y="45"/>
                </a:moveTo>
                <a:cubicBezTo>
                  <a:pt x="43" y="57"/>
                  <a:pt x="26" y="59"/>
                  <a:pt x="15" y="51"/>
                </a:cubicBezTo>
                <a:cubicBezTo>
                  <a:pt x="3" y="42"/>
                  <a:pt x="0" y="26"/>
                  <a:pt x="9" y="14"/>
                </a:cubicBezTo>
                <a:cubicBezTo>
                  <a:pt x="17" y="2"/>
                  <a:pt x="34" y="0"/>
                  <a:pt x="45" y="8"/>
                </a:cubicBezTo>
                <a:cubicBezTo>
                  <a:pt x="57" y="17"/>
                  <a:pt x="60" y="33"/>
                  <a:pt x="51" y="45"/>
                </a:cubicBezTo>
              </a:path>
            </a:pathLst>
          </a:custGeom>
          <a:solidFill>
            <a:srgbClr val="FFFFFF">
              <a:lumMod val="85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5" name="Freeform 15"/>
          <p:cNvSpPr/>
          <p:nvPr/>
        </p:nvSpPr>
        <p:spPr>
          <a:xfrm rot="607256">
            <a:off x="6522330" y="2866639"/>
            <a:ext cx="474529" cy="465403"/>
          </a:xfrm>
          <a:custGeom>
            <a:avLst/>
            <a:gdLst/>
            <a:ahLst/>
            <a:cxnLst/>
            <a:rect l="l" t="t" r="r" b="b"/>
            <a:pathLst>
              <a:path w="44" h="43">
                <a:moveTo>
                  <a:pt x="38" y="33"/>
                </a:moveTo>
                <a:cubicBezTo>
                  <a:pt x="31" y="41"/>
                  <a:pt x="19" y="43"/>
                  <a:pt x="11" y="37"/>
                </a:cubicBezTo>
                <a:cubicBezTo>
                  <a:pt x="2" y="31"/>
                  <a:pt x="0" y="19"/>
                  <a:pt x="6" y="10"/>
                </a:cubicBezTo>
                <a:cubicBezTo>
                  <a:pt x="13" y="2"/>
                  <a:pt x="25" y="0"/>
                  <a:pt x="33" y="6"/>
                </a:cubicBezTo>
                <a:cubicBezTo>
                  <a:pt x="42" y="12"/>
                  <a:pt x="44" y="24"/>
                  <a:pt x="38" y="33"/>
                </a:cubicBezTo>
              </a:path>
            </a:pathLst>
          </a:custGeom>
          <a:solidFill>
            <a:schemeClr val="accent1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6" name="Freeform 16"/>
          <p:cNvSpPr/>
          <p:nvPr/>
        </p:nvSpPr>
        <p:spPr>
          <a:xfrm rot="607256">
            <a:off x="5596687" y="4394752"/>
            <a:ext cx="159698" cy="118633"/>
          </a:xfrm>
          <a:custGeom>
            <a:avLst/>
            <a:gdLst/>
            <a:ahLst/>
            <a:cxnLst/>
            <a:rect l="l" t="t" r="r" b="b"/>
            <a:pathLst>
              <a:path w="35" h="26">
                <a:moveTo>
                  <a:pt x="0" y="0"/>
                </a:moveTo>
                <a:lnTo>
                  <a:pt x="0" y="0"/>
                </a:lnTo>
                <a:lnTo>
                  <a:pt x="35" y="26"/>
                </a:lnTo>
                <a:lnTo>
                  <a:pt x="33" y="26"/>
                </a:ln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17" name="Freeform 17"/>
          <p:cNvSpPr/>
          <p:nvPr/>
        </p:nvSpPr>
        <p:spPr>
          <a:xfrm rot="607256">
            <a:off x="5596687" y="4394752"/>
            <a:ext cx="159698" cy="118633"/>
          </a:xfrm>
          <a:custGeom>
            <a:avLst/>
            <a:gdLst/>
            <a:ahLst/>
            <a:cxnLst/>
            <a:rect l="l" t="t" r="r" b="b"/>
            <a:pathLst>
              <a:path w="35" h="26">
                <a:moveTo>
                  <a:pt x="0" y="0"/>
                </a:moveTo>
                <a:lnTo>
                  <a:pt x="0" y="0"/>
                </a:lnTo>
                <a:lnTo>
                  <a:pt x="35" y="26"/>
                </a:lnTo>
                <a:lnTo>
                  <a:pt x="33" y="26"/>
                </a:lnTo>
                <a:lnTo>
                  <a:pt x="0" y="0"/>
                </a:lnTo>
              </a:path>
            </a:pathLst>
          </a:custGeom>
          <a:noFill/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18" name="Freeform 18"/>
          <p:cNvSpPr/>
          <p:nvPr/>
        </p:nvSpPr>
        <p:spPr>
          <a:xfrm rot="607256">
            <a:off x="5447521" y="4349603"/>
            <a:ext cx="301144" cy="282893"/>
          </a:xfrm>
          <a:custGeom>
            <a:avLst/>
            <a:gdLst/>
            <a:ahLst/>
            <a:cxnLst/>
            <a:rect l="l" t="t" r="r" b="b"/>
            <a:pathLst>
              <a:path w="28" h="26">
                <a:moveTo>
                  <a:pt x="8" y="0"/>
                </a:moveTo>
                <a:cubicBezTo>
                  <a:pt x="6" y="2"/>
                  <a:pt x="5" y="5"/>
                  <a:pt x="3" y="7"/>
                </a:cubicBezTo>
                <a:cubicBezTo>
                  <a:pt x="2" y="8"/>
                  <a:pt x="1" y="9"/>
                  <a:pt x="0" y="11"/>
                </a:cubicBezTo>
                <a:cubicBezTo>
                  <a:pt x="20" y="26"/>
                  <a:pt x="20" y="26"/>
                  <a:pt x="20" y="26"/>
                </a:cubicBezTo>
                <a:cubicBezTo>
                  <a:pt x="28" y="14"/>
                  <a:pt x="28" y="14"/>
                  <a:pt x="28" y="14"/>
                </a:cubicBezTo>
                <a:cubicBezTo>
                  <a:pt x="13" y="3"/>
                  <a:pt x="13" y="3"/>
                  <a:pt x="13" y="3"/>
                </a:cubicBezTo>
                <a:cubicBezTo>
                  <a:pt x="8" y="0"/>
                  <a:pt x="8" y="0"/>
                  <a:pt x="8" y="0"/>
                </a:cubicBezTo>
              </a:path>
            </a:pathLst>
          </a:custGeom>
          <a:solidFill>
            <a:srgbClr val="FFFFFF">
              <a:lumMod val="65000"/>
            </a:srgbClr>
          </a:solidFill>
        </p:spPr>
        <p:txBody>
          <a:bodyPr vert="horz" wrap="square" lIns="91440" tIns="45720" rIns="91440" bIns="45720" anchor="ctr">
            <a:normAutofit fontScale="85000" lnSpcReduction="20000"/>
          </a:bodyPr>
          <a:lstStyle/>
          <a:p>
            <a:pPr marL="0" algn="ctr"/>
            <a:endParaRPr/>
          </a:p>
        </p:txBody>
      </p:sp>
      <p:sp>
        <p:nvSpPr>
          <p:cNvPr id="19" name="Freeform 19"/>
          <p:cNvSpPr/>
          <p:nvPr/>
        </p:nvSpPr>
        <p:spPr>
          <a:xfrm rot="607256">
            <a:off x="5545234" y="4357447"/>
            <a:ext cx="205324" cy="150572"/>
          </a:xfrm>
          <a:custGeom>
            <a:avLst/>
            <a:gdLst/>
            <a:ahLst/>
            <a:cxnLst/>
            <a:rect l="l" t="t" r="r" b="b"/>
            <a:pathLst>
              <a:path w="19" h="14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19" y="14"/>
                  <a:pt x="19" y="14"/>
                  <a:pt x="19" y="14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00334E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0" name="Freeform 20"/>
          <p:cNvSpPr/>
          <p:nvPr/>
        </p:nvSpPr>
        <p:spPr>
          <a:xfrm rot="607256">
            <a:off x="5498920" y="4335164"/>
            <a:ext cx="54752" cy="77567"/>
          </a:xfrm>
          <a:custGeom>
            <a:avLst/>
            <a:gdLst/>
            <a:ahLst/>
            <a:cxnLst/>
            <a:rect l="l" t="t" r="r" b="b"/>
            <a:pathLst>
              <a:path w="5" h="7">
                <a:moveTo>
                  <a:pt x="5" y="0"/>
                </a:moveTo>
                <a:cubicBezTo>
                  <a:pt x="3" y="2"/>
                  <a:pt x="2" y="5"/>
                  <a:pt x="0" y="7"/>
                </a:cubicBezTo>
                <a:cubicBezTo>
                  <a:pt x="2" y="5"/>
                  <a:pt x="3" y="2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0"/>
                  <a:pt x="5" y="0"/>
                  <a:pt x="5" y="0"/>
                </a:cubicBezTo>
              </a:path>
            </a:pathLst>
          </a:custGeom>
          <a:solidFill>
            <a:srgbClr val="00334E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1" name="AutoShape 21"/>
          <p:cNvSpPr/>
          <p:nvPr/>
        </p:nvSpPr>
        <p:spPr>
          <a:xfrm rot="607256">
            <a:off x="7737651" y="2161994"/>
            <a:ext cx="4562" cy="4562"/>
          </a:xfrm>
          <a:prstGeom prst="rect">
            <a:avLst/>
          </a:prstGeom>
          <a:solidFill>
            <a:srgbClr val="FCFDF2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2" name="Freeform 22"/>
          <p:cNvSpPr/>
          <p:nvPr/>
        </p:nvSpPr>
        <p:spPr>
          <a:xfrm rot="607256">
            <a:off x="7738086" y="216162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3" name="AutoShape 23"/>
          <p:cNvSpPr/>
          <p:nvPr/>
        </p:nvSpPr>
        <p:spPr>
          <a:xfrm rot="607256">
            <a:off x="7737249" y="2161959"/>
            <a:ext cx="4562" cy="9126"/>
          </a:xfrm>
          <a:prstGeom prst="rect">
            <a:avLst/>
          </a:prstGeom>
          <a:solidFill>
            <a:srgbClr val="EEEFE5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4" name="AutoShape 24"/>
          <p:cNvSpPr/>
          <p:nvPr/>
        </p:nvSpPr>
        <p:spPr>
          <a:xfrm rot="607256">
            <a:off x="7737249" y="2161959"/>
            <a:ext cx="4562" cy="9126"/>
          </a:xfrm>
          <a:prstGeom prst="rect">
            <a:avLst/>
          </a:prstGeom>
          <a:noFill/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5" name="AutoShape 25"/>
          <p:cNvSpPr/>
          <p:nvPr/>
        </p:nvSpPr>
        <p:spPr>
          <a:xfrm rot="607256">
            <a:off x="7736046" y="2170977"/>
            <a:ext cx="4562" cy="4562"/>
          </a:xfrm>
          <a:prstGeom prst="rect">
            <a:avLst/>
          </a:prstGeom>
          <a:solidFill>
            <a:srgbClr val="FC9F00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6" name="Freeform 26"/>
          <p:cNvSpPr/>
          <p:nvPr/>
        </p:nvSpPr>
        <p:spPr>
          <a:xfrm rot="607256">
            <a:off x="7736483" y="217061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7" name="AutoShape 27"/>
          <p:cNvSpPr/>
          <p:nvPr/>
        </p:nvSpPr>
        <p:spPr>
          <a:xfrm rot="607256">
            <a:off x="7737651" y="2161994"/>
            <a:ext cx="4562" cy="4562"/>
          </a:xfrm>
          <a:prstGeom prst="rect">
            <a:avLst/>
          </a:prstGeom>
          <a:solidFill>
            <a:srgbClr val="FCFDF2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8" name="Freeform 28"/>
          <p:cNvSpPr/>
          <p:nvPr/>
        </p:nvSpPr>
        <p:spPr>
          <a:xfrm rot="607256">
            <a:off x="7738086" y="216162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9" name="AutoShape 29"/>
          <p:cNvSpPr/>
          <p:nvPr/>
        </p:nvSpPr>
        <p:spPr>
          <a:xfrm rot="607256">
            <a:off x="7737651" y="2161994"/>
            <a:ext cx="4562" cy="4562"/>
          </a:xfrm>
          <a:prstGeom prst="rect">
            <a:avLst/>
          </a:prstGeom>
          <a:solidFill>
            <a:srgbClr val="EEEFE5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0" name="AutoShape 30"/>
          <p:cNvSpPr/>
          <p:nvPr/>
        </p:nvSpPr>
        <p:spPr>
          <a:xfrm rot="607256">
            <a:off x="7737651" y="2161994"/>
            <a:ext cx="4562" cy="4562"/>
          </a:xfrm>
          <a:prstGeom prst="rect">
            <a:avLst/>
          </a:prstGeom>
          <a:noFill/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1" name="AutoShape 31"/>
          <p:cNvSpPr/>
          <p:nvPr/>
        </p:nvSpPr>
        <p:spPr>
          <a:xfrm rot="607256">
            <a:off x="7737651" y="2161994"/>
            <a:ext cx="4562" cy="4562"/>
          </a:xfrm>
          <a:prstGeom prst="rect">
            <a:avLst/>
          </a:prstGeom>
          <a:solidFill>
            <a:srgbClr val="FC9F00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2" name="Freeform 32"/>
          <p:cNvSpPr/>
          <p:nvPr/>
        </p:nvSpPr>
        <p:spPr>
          <a:xfrm rot="607256">
            <a:off x="7738086" y="216162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3" name="Freeform 33"/>
          <p:cNvSpPr/>
          <p:nvPr/>
        </p:nvSpPr>
        <p:spPr>
          <a:xfrm rot="607256">
            <a:off x="7006202" y="2169822"/>
            <a:ext cx="570347" cy="1742980"/>
          </a:xfrm>
          <a:custGeom>
            <a:avLst/>
            <a:gdLst/>
            <a:ahLst/>
            <a:cxnLst/>
            <a:rect l="l" t="t" r="r" b="b"/>
            <a:pathLst>
              <a:path w="53" h="161">
                <a:moveTo>
                  <a:pt x="0" y="161"/>
                </a:moveTo>
                <a:cubicBezTo>
                  <a:pt x="0" y="161"/>
                  <a:pt x="0" y="161"/>
                  <a:pt x="0" y="161"/>
                </a:cubicBezTo>
                <a:cubicBezTo>
                  <a:pt x="0" y="161"/>
                  <a:pt x="0" y="161"/>
                  <a:pt x="0" y="161"/>
                </a:cubicBezTo>
                <a:moveTo>
                  <a:pt x="0" y="160"/>
                </a:moveTo>
                <a:cubicBezTo>
                  <a:pt x="0" y="160"/>
                  <a:pt x="0" y="160"/>
                  <a:pt x="0" y="160"/>
                </a:cubicBezTo>
                <a:cubicBezTo>
                  <a:pt x="0" y="160"/>
                  <a:pt x="0" y="160"/>
                  <a:pt x="0" y="160"/>
                </a:cubicBezTo>
                <a:moveTo>
                  <a:pt x="0" y="160"/>
                </a:moveTo>
                <a:cubicBezTo>
                  <a:pt x="0" y="160"/>
                  <a:pt x="0" y="160"/>
                  <a:pt x="0" y="160"/>
                </a:cubicBezTo>
                <a:cubicBezTo>
                  <a:pt x="0" y="160"/>
                  <a:pt x="0" y="160"/>
                  <a:pt x="0" y="160"/>
                </a:cubicBezTo>
                <a:moveTo>
                  <a:pt x="0" y="160"/>
                </a:moveTo>
                <a:cubicBezTo>
                  <a:pt x="0" y="160"/>
                  <a:pt x="0" y="160"/>
                  <a:pt x="0" y="160"/>
                </a:cubicBezTo>
                <a:cubicBezTo>
                  <a:pt x="0" y="160"/>
                  <a:pt x="0" y="160"/>
                  <a:pt x="0" y="160"/>
                </a:cubicBezTo>
                <a:moveTo>
                  <a:pt x="0" y="160"/>
                </a:moveTo>
                <a:cubicBezTo>
                  <a:pt x="0" y="160"/>
                  <a:pt x="0" y="160"/>
                  <a:pt x="0" y="160"/>
                </a:cubicBezTo>
                <a:cubicBezTo>
                  <a:pt x="0" y="160"/>
                  <a:pt x="0" y="160"/>
                  <a:pt x="0" y="160"/>
                </a:cubicBezTo>
                <a:moveTo>
                  <a:pt x="1" y="159"/>
                </a:moveTo>
                <a:cubicBezTo>
                  <a:pt x="1" y="159"/>
                  <a:pt x="1" y="159"/>
                  <a:pt x="1" y="159"/>
                </a:cubicBezTo>
                <a:cubicBezTo>
                  <a:pt x="1" y="159"/>
                  <a:pt x="1" y="159"/>
                  <a:pt x="1" y="159"/>
                </a:cubicBezTo>
                <a:moveTo>
                  <a:pt x="7" y="150"/>
                </a:moveTo>
                <a:cubicBezTo>
                  <a:pt x="7" y="150"/>
                  <a:pt x="7" y="150"/>
                  <a:pt x="7" y="150"/>
                </a:cubicBezTo>
                <a:cubicBezTo>
                  <a:pt x="7" y="150"/>
                  <a:pt x="7" y="150"/>
                  <a:pt x="7" y="150"/>
                </a:cubicBezTo>
                <a:moveTo>
                  <a:pt x="7" y="149"/>
                </a:moveTo>
                <a:cubicBezTo>
                  <a:pt x="7" y="149"/>
                  <a:pt x="7" y="149"/>
                  <a:pt x="7" y="149"/>
                </a:cubicBezTo>
                <a:cubicBezTo>
                  <a:pt x="7" y="149"/>
                  <a:pt x="7" y="149"/>
                  <a:pt x="7" y="149"/>
                </a:cubicBezTo>
                <a:moveTo>
                  <a:pt x="8" y="149"/>
                </a:moveTo>
                <a:cubicBezTo>
                  <a:pt x="8" y="149"/>
                  <a:pt x="8" y="149"/>
                  <a:pt x="8" y="149"/>
                </a:cubicBezTo>
                <a:cubicBezTo>
                  <a:pt x="8" y="149"/>
                  <a:pt x="8" y="149"/>
                  <a:pt x="8" y="149"/>
                </a:cubicBezTo>
                <a:moveTo>
                  <a:pt x="8" y="149"/>
                </a:moveTo>
                <a:cubicBezTo>
                  <a:pt x="8" y="149"/>
                  <a:pt x="8" y="149"/>
                  <a:pt x="8" y="149"/>
                </a:cubicBezTo>
                <a:cubicBezTo>
                  <a:pt x="8" y="149"/>
                  <a:pt x="8" y="149"/>
                  <a:pt x="8" y="149"/>
                </a:cubicBezTo>
                <a:moveTo>
                  <a:pt x="8" y="149"/>
                </a:moveTo>
                <a:cubicBezTo>
                  <a:pt x="8" y="149"/>
                  <a:pt x="8" y="149"/>
                  <a:pt x="8" y="149"/>
                </a:cubicBezTo>
                <a:cubicBezTo>
                  <a:pt x="8" y="149"/>
                  <a:pt x="8" y="149"/>
                  <a:pt x="8" y="149"/>
                </a:cubicBezTo>
                <a:moveTo>
                  <a:pt x="8" y="148"/>
                </a:moveTo>
                <a:cubicBezTo>
                  <a:pt x="8" y="148"/>
                  <a:pt x="8" y="148"/>
                  <a:pt x="8" y="148"/>
                </a:cubicBezTo>
                <a:cubicBezTo>
                  <a:pt x="8" y="148"/>
                  <a:pt x="8" y="148"/>
                  <a:pt x="8" y="148"/>
                </a:cubicBezTo>
                <a:moveTo>
                  <a:pt x="53" y="0"/>
                </a:moveTo>
                <a:cubicBezTo>
                  <a:pt x="52" y="21"/>
                  <a:pt x="46" y="89"/>
                  <a:pt x="8" y="148"/>
                </a:cubicBezTo>
                <a:cubicBezTo>
                  <a:pt x="46" y="89"/>
                  <a:pt x="52" y="21"/>
                  <a:pt x="53" y="0"/>
                </a:cubicBezTo>
              </a:path>
            </a:pathLst>
          </a:custGeom>
          <a:solidFill>
            <a:srgbClr val="F1F1F1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4" name="Freeform 34"/>
          <p:cNvSpPr/>
          <p:nvPr/>
        </p:nvSpPr>
        <p:spPr>
          <a:xfrm rot="607256">
            <a:off x="5853909" y="2026720"/>
            <a:ext cx="1665414" cy="2573407"/>
          </a:xfrm>
          <a:custGeom>
            <a:avLst/>
            <a:gdLst/>
            <a:ahLst/>
            <a:cxnLst/>
            <a:rect l="l" t="t" r="r" b="b"/>
            <a:pathLst>
              <a:path w="154" h="238">
                <a:moveTo>
                  <a:pt x="154" y="0"/>
                </a:moveTo>
                <a:cubicBezTo>
                  <a:pt x="154" y="2"/>
                  <a:pt x="154" y="5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3" y="14"/>
                  <a:pt x="153" y="20"/>
                  <a:pt x="152" y="27"/>
                </a:cubicBezTo>
                <a:cubicBezTo>
                  <a:pt x="152" y="27"/>
                  <a:pt x="152" y="27"/>
                  <a:pt x="152" y="27"/>
                </a:cubicBezTo>
                <a:cubicBezTo>
                  <a:pt x="152" y="27"/>
                  <a:pt x="152" y="27"/>
                  <a:pt x="152" y="27"/>
                </a:cubicBezTo>
                <a:cubicBezTo>
                  <a:pt x="152" y="27"/>
                  <a:pt x="152" y="27"/>
                  <a:pt x="152" y="27"/>
                </a:cubicBezTo>
                <a:cubicBezTo>
                  <a:pt x="152" y="27"/>
                  <a:pt x="152" y="27"/>
                  <a:pt x="152" y="27"/>
                </a:cubicBezTo>
                <a:cubicBezTo>
                  <a:pt x="152" y="27"/>
                  <a:pt x="152" y="27"/>
                  <a:pt x="152" y="27"/>
                </a:cubicBezTo>
                <a:cubicBezTo>
                  <a:pt x="152" y="27"/>
                  <a:pt x="152" y="27"/>
                  <a:pt x="152" y="27"/>
                </a:cubicBezTo>
                <a:cubicBezTo>
                  <a:pt x="152" y="27"/>
                  <a:pt x="152" y="28"/>
                  <a:pt x="152" y="28"/>
                </a:cubicBezTo>
                <a:cubicBezTo>
                  <a:pt x="152" y="28"/>
                  <a:pt x="152" y="28"/>
                  <a:pt x="152" y="28"/>
                </a:cubicBezTo>
                <a:cubicBezTo>
                  <a:pt x="150" y="40"/>
                  <a:pt x="148" y="56"/>
                  <a:pt x="143" y="74"/>
                </a:cubicBezTo>
                <a:cubicBezTo>
                  <a:pt x="143" y="74"/>
                  <a:pt x="143" y="74"/>
                  <a:pt x="143" y="74"/>
                </a:cubicBezTo>
                <a:cubicBezTo>
                  <a:pt x="143" y="74"/>
                  <a:pt x="143" y="74"/>
                  <a:pt x="143" y="74"/>
                </a:cubicBezTo>
                <a:cubicBezTo>
                  <a:pt x="143" y="74"/>
                  <a:pt x="143" y="74"/>
                  <a:pt x="143" y="74"/>
                </a:cubicBezTo>
                <a:cubicBezTo>
                  <a:pt x="143" y="74"/>
                  <a:pt x="143" y="74"/>
                  <a:pt x="143" y="74"/>
                </a:cubicBezTo>
                <a:cubicBezTo>
                  <a:pt x="143" y="74"/>
                  <a:pt x="143" y="74"/>
                  <a:pt x="143" y="75"/>
                </a:cubicBezTo>
                <a:cubicBezTo>
                  <a:pt x="143" y="75"/>
                  <a:pt x="143" y="75"/>
                  <a:pt x="143" y="75"/>
                </a:cubicBezTo>
                <a:cubicBezTo>
                  <a:pt x="113" y="53"/>
                  <a:pt x="113" y="53"/>
                  <a:pt x="113" y="53"/>
                </a:cubicBezTo>
                <a:cubicBezTo>
                  <a:pt x="95" y="77"/>
                  <a:pt x="95" y="77"/>
                  <a:pt x="95" y="77"/>
                </a:cubicBezTo>
                <a:cubicBezTo>
                  <a:pt x="102" y="82"/>
                  <a:pt x="106" y="90"/>
                  <a:pt x="106" y="98"/>
                </a:cubicBezTo>
                <a:cubicBezTo>
                  <a:pt x="106" y="98"/>
                  <a:pt x="106" y="98"/>
                  <a:pt x="106" y="98"/>
                </a:cubicBezTo>
                <a:cubicBezTo>
                  <a:pt x="106" y="104"/>
                  <a:pt x="105" y="109"/>
                  <a:pt x="101" y="114"/>
                </a:cubicBezTo>
                <a:cubicBezTo>
                  <a:pt x="101" y="114"/>
                  <a:pt x="101" y="114"/>
                  <a:pt x="101" y="114"/>
                </a:cubicBezTo>
                <a:cubicBezTo>
                  <a:pt x="101" y="114"/>
                  <a:pt x="101" y="114"/>
                  <a:pt x="101" y="114"/>
                </a:cubicBezTo>
                <a:cubicBezTo>
                  <a:pt x="101" y="114"/>
                  <a:pt x="101" y="114"/>
                  <a:pt x="101" y="114"/>
                </a:cubicBezTo>
                <a:cubicBezTo>
                  <a:pt x="96" y="121"/>
                  <a:pt x="88" y="125"/>
                  <a:pt x="80" y="125"/>
                </a:cubicBezTo>
                <a:cubicBezTo>
                  <a:pt x="80" y="125"/>
                  <a:pt x="80" y="125"/>
                  <a:pt x="80" y="125"/>
                </a:cubicBezTo>
                <a:cubicBezTo>
                  <a:pt x="80" y="125"/>
                  <a:pt x="80" y="125"/>
                  <a:pt x="80" y="125"/>
                </a:cubicBezTo>
                <a:cubicBezTo>
                  <a:pt x="80" y="125"/>
                  <a:pt x="80" y="125"/>
                  <a:pt x="80" y="125"/>
                </a:cubicBezTo>
                <a:cubicBezTo>
                  <a:pt x="80" y="125"/>
                  <a:pt x="80" y="125"/>
                  <a:pt x="80" y="125"/>
                </a:cubicBezTo>
                <a:cubicBezTo>
                  <a:pt x="75" y="125"/>
                  <a:pt x="69" y="123"/>
                  <a:pt x="65" y="120"/>
                </a:cubicBezTo>
                <a:cubicBezTo>
                  <a:pt x="65" y="120"/>
                  <a:pt x="65" y="120"/>
                  <a:pt x="65" y="120"/>
                </a:cubicBezTo>
                <a:cubicBezTo>
                  <a:pt x="65" y="120"/>
                  <a:pt x="65" y="120"/>
                  <a:pt x="65" y="120"/>
                </a:cubicBezTo>
                <a:cubicBezTo>
                  <a:pt x="65" y="120"/>
                  <a:pt x="65" y="120"/>
                  <a:pt x="65" y="120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1" y="169"/>
                  <a:pt x="27" y="177"/>
                  <a:pt x="20" y="189"/>
                </a:cubicBezTo>
                <a:cubicBezTo>
                  <a:pt x="20" y="189"/>
                  <a:pt x="20" y="189"/>
                  <a:pt x="20" y="189"/>
                </a:cubicBezTo>
                <a:cubicBezTo>
                  <a:pt x="20" y="189"/>
                  <a:pt x="20" y="189"/>
                  <a:pt x="20" y="189"/>
                </a:cubicBezTo>
                <a:cubicBezTo>
                  <a:pt x="20" y="189"/>
                  <a:pt x="20" y="189"/>
                  <a:pt x="20" y="189"/>
                </a:cubicBezTo>
                <a:cubicBezTo>
                  <a:pt x="20" y="189"/>
                  <a:pt x="20" y="189"/>
                  <a:pt x="20" y="189"/>
                </a:cubicBezTo>
                <a:cubicBezTo>
                  <a:pt x="20" y="189"/>
                  <a:pt x="20" y="190"/>
                  <a:pt x="20" y="190"/>
                </a:cubicBezTo>
                <a:cubicBezTo>
                  <a:pt x="20" y="190"/>
                  <a:pt x="20" y="190"/>
                  <a:pt x="20" y="190"/>
                </a:cubicBezTo>
                <a:cubicBezTo>
                  <a:pt x="17" y="195"/>
                  <a:pt x="13" y="200"/>
                  <a:pt x="9" y="206"/>
                </a:cubicBezTo>
                <a:cubicBezTo>
                  <a:pt x="9" y="206"/>
                  <a:pt x="9" y="206"/>
                  <a:pt x="9" y="206"/>
                </a:cubicBezTo>
                <a:cubicBezTo>
                  <a:pt x="9" y="206"/>
                  <a:pt x="9" y="206"/>
                  <a:pt x="9" y="206"/>
                </a:cubicBezTo>
                <a:cubicBezTo>
                  <a:pt x="9" y="206"/>
                  <a:pt x="9" y="206"/>
                  <a:pt x="9" y="206"/>
                </a:cubicBezTo>
                <a:cubicBezTo>
                  <a:pt x="9" y="206"/>
                  <a:pt x="9" y="206"/>
                  <a:pt x="9" y="206"/>
                </a:cubicBezTo>
                <a:cubicBezTo>
                  <a:pt x="6" y="210"/>
                  <a:pt x="3" y="215"/>
                  <a:pt x="0" y="219"/>
                </a:cubicBezTo>
                <a:cubicBezTo>
                  <a:pt x="25" y="238"/>
                  <a:pt x="25" y="238"/>
                  <a:pt x="25" y="238"/>
                </a:cubicBezTo>
                <a:cubicBezTo>
                  <a:pt x="26" y="237"/>
                  <a:pt x="28" y="236"/>
                  <a:pt x="29" y="235"/>
                </a:cubicBezTo>
                <a:cubicBezTo>
                  <a:pt x="41" y="228"/>
                  <a:pt x="52" y="219"/>
                  <a:pt x="64" y="208"/>
                </a:cubicBezTo>
                <a:cubicBezTo>
                  <a:pt x="75" y="197"/>
                  <a:pt x="87" y="183"/>
                  <a:pt x="101" y="165"/>
                </a:cubicBezTo>
                <a:cubicBezTo>
                  <a:pt x="101" y="165"/>
                  <a:pt x="101" y="165"/>
                  <a:pt x="101" y="165"/>
                </a:cubicBezTo>
                <a:cubicBezTo>
                  <a:pt x="101" y="165"/>
                  <a:pt x="101" y="164"/>
                  <a:pt x="101" y="164"/>
                </a:cubicBezTo>
                <a:cubicBezTo>
                  <a:pt x="101" y="164"/>
                  <a:pt x="101" y="164"/>
                  <a:pt x="101" y="164"/>
                </a:cubicBezTo>
                <a:cubicBezTo>
                  <a:pt x="101" y="164"/>
                  <a:pt x="101" y="164"/>
                  <a:pt x="101" y="164"/>
                </a:cubicBezTo>
                <a:cubicBezTo>
                  <a:pt x="101" y="164"/>
                  <a:pt x="101" y="164"/>
                  <a:pt x="101" y="164"/>
                </a:cubicBezTo>
                <a:cubicBezTo>
                  <a:pt x="101" y="164"/>
                  <a:pt x="101" y="164"/>
                  <a:pt x="101" y="164"/>
                </a:cubicBezTo>
                <a:cubicBezTo>
                  <a:pt x="101" y="164"/>
                  <a:pt x="101" y="164"/>
                  <a:pt x="101" y="164"/>
                </a:cubicBezTo>
                <a:cubicBezTo>
                  <a:pt x="101" y="164"/>
                  <a:pt x="101" y="164"/>
                  <a:pt x="101" y="164"/>
                </a:cubicBezTo>
                <a:cubicBezTo>
                  <a:pt x="101" y="164"/>
                  <a:pt x="101" y="164"/>
                  <a:pt x="101" y="164"/>
                </a:cubicBezTo>
                <a:cubicBezTo>
                  <a:pt x="101" y="164"/>
                  <a:pt x="101" y="164"/>
                  <a:pt x="101" y="164"/>
                </a:cubicBezTo>
                <a:cubicBezTo>
                  <a:pt x="101" y="163"/>
                  <a:pt x="101" y="163"/>
                  <a:pt x="102" y="163"/>
                </a:cubicBezTo>
                <a:cubicBezTo>
                  <a:pt x="102" y="163"/>
                  <a:pt x="102" y="163"/>
                  <a:pt x="102" y="163"/>
                </a:cubicBezTo>
                <a:cubicBezTo>
                  <a:pt x="104" y="160"/>
                  <a:pt x="106" y="157"/>
                  <a:pt x="108" y="154"/>
                </a:cubicBezTo>
                <a:cubicBezTo>
                  <a:pt x="108" y="154"/>
                  <a:pt x="108" y="154"/>
                  <a:pt x="108" y="154"/>
                </a:cubicBezTo>
                <a:cubicBezTo>
                  <a:pt x="108" y="153"/>
                  <a:pt x="108" y="153"/>
                  <a:pt x="108" y="153"/>
                </a:cubicBezTo>
                <a:cubicBezTo>
                  <a:pt x="108" y="153"/>
                  <a:pt x="108" y="153"/>
                  <a:pt x="108" y="153"/>
                </a:cubicBezTo>
                <a:cubicBezTo>
                  <a:pt x="108" y="153"/>
                  <a:pt x="109" y="153"/>
                  <a:pt x="109" y="153"/>
                </a:cubicBezTo>
                <a:cubicBezTo>
                  <a:pt x="109" y="153"/>
                  <a:pt x="109" y="153"/>
                  <a:pt x="109" y="153"/>
                </a:cubicBezTo>
                <a:cubicBezTo>
                  <a:pt x="109" y="153"/>
                  <a:pt x="109" y="153"/>
                  <a:pt x="109" y="153"/>
                </a:cubicBezTo>
                <a:cubicBezTo>
                  <a:pt x="109" y="153"/>
                  <a:pt x="109" y="153"/>
                  <a:pt x="109" y="153"/>
                </a:cubicBezTo>
                <a:cubicBezTo>
                  <a:pt x="109" y="153"/>
                  <a:pt x="109" y="153"/>
                  <a:pt x="109" y="153"/>
                </a:cubicBezTo>
                <a:cubicBezTo>
                  <a:pt x="109" y="153"/>
                  <a:pt x="109" y="153"/>
                  <a:pt x="109" y="153"/>
                </a:cubicBezTo>
                <a:cubicBezTo>
                  <a:pt x="109" y="153"/>
                  <a:pt x="109" y="152"/>
                  <a:pt x="109" y="152"/>
                </a:cubicBezTo>
                <a:cubicBezTo>
                  <a:pt x="109" y="152"/>
                  <a:pt x="109" y="152"/>
                  <a:pt x="109" y="152"/>
                </a:cubicBezTo>
                <a:cubicBezTo>
                  <a:pt x="109" y="152"/>
                  <a:pt x="109" y="152"/>
                  <a:pt x="109" y="152"/>
                </a:cubicBezTo>
                <a:cubicBezTo>
                  <a:pt x="147" y="93"/>
                  <a:pt x="153" y="25"/>
                  <a:pt x="154" y="4"/>
                </a:cubicBezTo>
                <a:cubicBezTo>
                  <a:pt x="154" y="2"/>
                  <a:pt x="154" y="1"/>
                  <a:pt x="154" y="0"/>
                </a:cubicBezTo>
              </a:path>
            </a:pathLst>
          </a:custGeom>
          <a:solidFill>
            <a:srgbClr val="FFFFFF">
              <a:lumMod val="85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5" name="Freeform 35"/>
          <p:cNvSpPr/>
          <p:nvPr/>
        </p:nvSpPr>
        <p:spPr>
          <a:xfrm rot="607256">
            <a:off x="7535385" y="2271437"/>
            <a:ext cx="118633" cy="711794"/>
          </a:xfrm>
          <a:custGeom>
            <a:avLst/>
            <a:gdLst/>
            <a:ahLst/>
            <a:cxnLst/>
            <a:rect l="l" t="t" r="r" b="b"/>
            <a:pathLst>
              <a:path w="11" h="66">
                <a:moveTo>
                  <a:pt x="0" y="65"/>
                </a:moveTo>
                <a:cubicBezTo>
                  <a:pt x="0" y="65"/>
                  <a:pt x="0" y="65"/>
                  <a:pt x="0" y="66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5"/>
                  <a:pt x="0" y="65"/>
                  <a:pt x="0" y="65"/>
                </a:cubicBezTo>
                <a:moveTo>
                  <a:pt x="0" y="65"/>
                </a:moveTo>
                <a:cubicBezTo>
                  <a:pt x="0" y="65"/>
                  <a:pt x="0" y="65"/>
                  <a:pt x="0" y="65"/>
                </a:cubicBezTo>
                <a:cubicBezTo>
                  <a:pt x="0" y="65"/>
                  <a:pt x="0" y="65"/>
                  <a:pt x="0" y="65"/>
                </a:cubicBezTo>
                <a:moveTo>
                  <a:pt x="0" y="65"/>
                </a:moveTo>
                <a:cubicBezTo>
                  <a:pt x="0" y="65"/>
                  <a:pt x="0" y="65"/>
                  <a:pt x="0" y="65"/>
                </a:cubicBezTo>
                <a:cubicBezTo>
                  <a:pt x="0" y="65"/>
                  <a:pt x="0" y="65"/>
                  <a:pt x="0" y="65"/>
                </a:cubicBezTo>
                <a:moveTo>
                  <a:pt x="9" y="19"/>
                </a:moveTo>
                <a:cubicBezTo>
                  <a:pt x="9" y="19"/>
                  <a:pt x="9" y="19"/>
                  <a:pt x="9" y="19"/>
                </a:cubicBezTo>
                <a:cubicBezTo>
                  <a:pt x="9" y="19"/>
                  <a:pt x="9" y="19"/>
                  <a:pt x="9" y="19"/>
                </a:cubicBezTo>
                <a:moveTo>
                  <a:pt x="9" y="18"/>
                </a:moveTo>
                <a:cubicBezTo>
                  <a:pt x="9" y="18"/>
                  <a:pt x="9" y="18"/>
                  <a:pt x="9" y="18"/>
                </a:cubicBezTo>
                <a:cubicBezTo>
                  <a:pt x="9" y="18"/>
                  <a:pt x="9" y="18"/>
                  <a:pt x="9" y="18"/>
                </a:cubicBezTo>
                <a:moveTo>
                  <a:pt x="9" y="18"/>
                </a:moveTo>
                <a:cubicBezTo>
                  <a:pt x="9" y="18"/>
                  <a:pt x="9" y="18"/>
                  <a:pt x="9" y="18"/>
                </a:cubicBezTo>
                <a:cubicBezTo>
                  <a:pt x="9" y="18"/>
                  <a:pt x="9" y="18"/>
                  <a:pt x="9" y="18"/>
                </a:cubicBezTo>
                <a:moveTo>
                  <a:pt x="9" y="18"/>
                </a:moveTo>
                <a:cubicBezTo>
                  <a:pt x="9" y="18"/>
                  <a:pt x="9" y="18"/>
                  <a:pt x="9" y="18"/>
                </a:cubicBezTo>
                <a:cubicBezTo>
                  <a:pt x="9" y="18"/>
                  <a:pt x="9" y="18"/>
                  <a:pt x="9" y="18"/>
                </a:cubicBezTo>
                <a:moveTo>
                  <a:pt x="11" y="0"/>
                </a:moveTo>
                <a:cubicBezTo>
                  <a:pt x="10" y="5"/>
                  <a:pt x="10" y="11"/>
                  <a:pt x="9" y="18"/>
                </a:cubicBezTo>
                <a:cubicBezTo>
                  <a:pt x="10" y="11"/>
                  <a:pt x="10" y="5"/>
                  <a:pt x="11" y="0"/>
                </a:cubicBezTo>
                <a:moveTo>
                  <a:pt x="11" y="0"/>
                </a:moveTo>
                <a:cubicBezTo>
                  <a:pt x="11" y="0"/>
                  <a:pt x="11" y="0"/>
                  <a:pt x="11" y="0"/>
                </a:cubicBezTo>
                <a:cubicBezTo>
                  <a:pt x="11" y="0"/>
                  <a:pt x="11" y="0"/>
                  <a:pt x="11" y="0"/>
                </a:cubicBezTo>
              </a:path>
            </a:pathLst>
          </a:custGeom>
          <a:solidFill>
            <a:srgbClr val="F19700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6" name="Freeform 36"/>
          <p:cNvSpPr/>
          <p:nvPr/>
        </p:nvSpPr>
        <p:spPr>
          <a:xfrm rot="607256">
            <a:off x="5835657" y="3713175"/>
            <a:ext cx="223576" cy="419777"/>
          </a:xfrm>
          <a:custGeom>
            <a:avLst/>
            <a:gdLst/>
            <a:ahLst/>
            <a:cxnLst/>
            <a:rect l="l" t="t" r="r" b="b"/>
            <a:pathLst>
              <a:path w="21" h="39">
                <a:moveTo>
                  <a:pt x="0" y="39"/>
                </a:moveTo>
                <a:cubicBezTo>
                  <a:pt x="0" y="39"/>
                  <a:pt x="0" y="39"/>
                  <a:pt x="0" y="39"/>
                </a:cubicBezTo>
                <a:cubicBezTo>
                  <a:pt x="0" y="39"/>
                  <a:pt x="0" y="39"/>
                  <a:pt x="0" y="39"/>
                </a:cubicBezTo>
                <a:moveTo>
                  <a:pt x="0" y="39"/>
                </a:moveTo>
                <a:cubicBezTo>
                  <a:pt x="0" y="39"/>
                  <a:pt x="0" y="39"/>
                  <a:pt x="0" y="39"/>
                </a:cubicBezTo>
                <a:cubicBezTo>
                  <a:pt x="0" y="39"/>
                  <a:pt x="0" y="39"/>
                  <a:pt x="0" y="39"/>
                </a:cubicBezTo>
                <a:moveTo>
                  <a:pt x="11" y="23"/>
                </a:moveTo>
                <a:cubicBezTo>
                  <a:pt x="8" y="28"/>
                  <a:pt x="4" y="33"/>
                  <a:pt x="0" y="39"/>
                </a:cubicBezTo>
                <a:cubicBezTo>
                  <a:pt x="4" y="33"/>
                  <a:pt x="8" y="28"/>
                  <a:pt x="11" y="23"/>
                </a:cubicBezTo>
                <a:moveTo>
                  <a:pt x="11" y="22"/>
                </a:moveTo>
                <a:cubicBezTo>
                  <a:pt x="11" y="22"/>
                  <a:pt x="11" y="23"/>
                  <a:pt x="11" y="23"/>
                </a:cubicBezTo>
                <a:cubicBezTo>
                  <a:pt x="11" y="23"/>
                  <a:pt x="11" y="22"/>
                  <a:pt x="11" y="22"/>
                </a:cubicBezTo>
                <a:moveTo>
                  <a:pt x="11" y="22"/>
                </a:moveTo>
                <a:cubicBezTo>
                  <a:pt x="11" y="22"/>
                  <a:pt x="11" y="22"/>
                  <a:pt x="11" y="22"/>
                </a:cubicBezTo>
                <a:cubicBezTo>
                  <a:pt x="11" y="22"/>
                  <a:pt x="11" y="22"/>
                  <a:pt x="11" y="22"/>
                </a:cubicBezTo>
                <a:moveTo>
                  <a:pt x="11" y="22"/>
                </a:moveTo>
                <a:cubicBezTo>
                  <a:pt x="11" y="22"/>
                  <a:pt x="11" y="22"/>
                  <a:pt x="11" y="22"/>
                </a:cubicBezTo>
                <a:cubicBezTo>
                  <a:pt x="11" y="22"/>
                  <a:pt x="11" y="22"/>
                  <a:pt x="11" y="22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</a:path>
            </a:pathLst>
          </a:custGeom>
          <a:solidFill>
            <a:srgbClr val="005F93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7" name="Freeform 37"/>
          <p:cNvSpPr/>
          <p:nvPr/>
        </p:nvSpPr>
        <p:spPr>
          <a:xfrm rot="607256">
            <a:off x="5744611" y="4527695"/>
            <a:ext cx="13688" cy="0"/>
          </a:xfrm>
          <a:custGeom>
            <a:avLst/>
            <a:gdLst/>
            <a:ahLst/>
            <a:cxnLst/>
            <a:rect l="l" t="t" r="r" b="b"/>
            <a:pathLst>
              <a:path w="1">
                <a:moveTo>
                  <a:pt x="1" y="0"/>
                </a:moveTo>
                <a:cubicBezTo>
                  <a:pt x="1" y="0"/>
                  <a:pt x="1" y="0"/>
                  <a:pt x="0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FCFDF2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8" name="Freeform 38"/>
          <p:cNvSpPr/>
          <p:nvPr/>
        </p:nvSpPr>
        <p:spPr>
          <a:xfrm rot="607256">
            <a:off x="5746920" y="4501616"/>
            <a:ext cx="77567" cy="31939"/>
          </a:xfrm>
          <a:custGeom>
            <a:avLst/>
            <a:gdLst/>
            <a:ahLst/>
            <a:cxnLst/>
            <a:rect l="l" t="t" r="r" b="b"/>
            <a:pathLst>
              <a:path w="7" h="3">
                <a:moveTo>
                  <a:pt x="7" y="0"/>
                </a:moveTo>
                <a:cubicBezTo>
                  <a:pt x="5" y="1"/>
                  <a:pt x="2" y="2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3"/>
                  <a:pt x="1" y="3"/>
                </a:cubicBezTo>
                <a:cubicBezTo>
                  <a:pt x="3" y="2"/>
                  <a:pt x="5" y="1"/>
                  <a:pt x="7" y="0"/>
                </a:cubicBezTo>
              </a:path>
            </a:pathLst>
          </a:custGeom>
          <a:solidFill>
            <a:srgbClr val="006494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9" name="Freeform 39"/>
          <p:cNvSpPr/>
          <p:nvPr/>
        </p:nvSpPr>
        <p:spPr>
          <a:xfrm rot="607256">
            <a:off x="5895881" y="4480612"/>
            <a:ext cx="13688" cy="9126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0"/>
                  <a:pt x="0" y="0"/>
                  <a:pt x="1" y="0"/>
                </a:cubicBezTo>
              </a:path>
            </a:pathLst>
          </a:custGeom>
          <a:solidFill>
            <a:srgbClr val="FCFDF2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40" name="Freeform 40"/>
          <p:cNvSpPr/>
          <p:nvPr/>
        </p:nvSpPr>
        <p:spPr>
          <a:xfrm rot="607256">
            <a:off x="5886131" y="4487662"/>
            <a:ext cx="9126" cy="0"/>
          </a:xfrm>
          <a:custGeom>
            <a:avLst/>
            <a:gdLst/>
            <a:ahLst/>
            <a:cxnLst/>
            <a:rect l="l" t="t" r="r" b="b"/>
            <a:pathLst>
              <a:path w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EEEFE5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41" name="Freeform 41"/>
          <p:cNvSpPr/>
          <p:nvPr/>
        </p:nvSpPr>
        <p:spPr>
          <a:xfrm rot="607256">
            <a:off x="5829070" y="4481801"/>
            <a:ext cx="54752" cy="31939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5" y="0"/>
                </a:moveTo>
                <a:cubicBezTo>
                  <a:pt x="3" y="1"/>
                  <a:pt x="2" y="2"/>
                  <a:pt x="0" y="3"/>
                </a:cubicBezTo>
                <a:cubicBezTo>
                  <a:pt x="2" y="2"/>
                  <a:pt x="3" y="1"/>
                  <a:pt x="5" y="0"/>
                </a:cubicBezTo>
                <a:cubicBezTo>
                  <a:pt x="5" y="0"/>
                  <a:pt x="5" y="0"/>
                  <a:pt x="5" y="0"/>
                </a:cubicBezTo>
              </a:path>
            </a:pathLst>
          </a:custGeom>
          <a:solidFill>
            <a:srgbClr val="006494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42" name="Freeform 42"/>
          <p:cNvSpPr/>
          <p:nvPr/>
        </p:nvSpPr>
        <p:spPr>
          <a:xfrm rot="607256">
            <a:off x="7738086" y="216162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FFA000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43" name="Freeform 43"/>
          <p:cNvSpPr/>
          <p:nvPr/>
        </p:nvSpPr>
        <p:spPr>
          <a:xfrm rot="607256">
            <a:off x="7225174" y="2116209"/>
            <a:ext cx="442590" cy="839551"/>
          </a:xfrm>
          <a:custGeom>
            <a:avLst/>
            <a:gdLst/>
            <a:ahLst/>
            <a:cxnLst/>
            <a:rect l="l" t="t" r="r" b="b"/>
            <a:pathLst>
              <a:path w="41" h="78">
                <a:moveTo>
                  <a:pt x="30" y="77"/>
                </a:moveTo>
                <a:cubicBezTo>
                  <a:pt x="30" y="77"/>
                  <a:pt x="30" y="77"/>
                  <a:pt x="30" y="77"/>
                </a:cubicBezTo>
                <a:cubicBezTo>
                  <a:pt x="30" y="77"/>
                  <a:pt x="30" y="77"/>
                  <a:pt x="30" y="77"/>
                </a:cubicBezTo>
                <a:moveTo>
                  <a:pt x="30" y="77"/>
                </a:moveTo>
                <a:cubicBezTo>
                  <a:pt x="30" y="77"/>
                  <a:pt x="30" y="77"/>
                  <a:pt x="30" y="77"/>
                </a:cubicBezTo>
                <a:cubicBezTo>
                  <a:pt x="30" y="77"/>
                  <a:pt x="30" y="77"/>
                  <a:pt x="30" y="77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30" y="78"/>
                  <a:pt x="30" y="78"/>
                  <a:pt x="30" y="78"/>
                </a:cubicBezTo>
                <a:cubicBezTo>
                  <a:pt x="0" y="56"/>
                  <a:pt x="0" y="56"/>
                  <a:pt x="0" y="56"/>
                </a:cubicBezTo>
                <a:moveTo>
                  <a:pt x="39" y="31"/>
                </a:moveTo>
                <a:cubicBezTo>
                  <a:pt x="37" y="43"/>
                  <a:pt x="35" y="59"/>
                  <a:pt x="30" y="77"/>
                </a:cubicBezTo>
                <a:cubicBezTo>
                  <a:pt x="35" y="59"/>
                  <a:pt x="37" y="43"/>
                  <a:pt x="39" y="31"/>
                </a:cubicBezTo>
                <a:moveTo>
                  <a:pt x="39" y="30"/>
                </a:moveTo>
                <a:cubicBezTo>
                  <a:pt x="39" y="30"/>
                  <a:pt x="39" y="31"/>
                  <a:pt x="39" y="31"/>
                </a:cubicBezTo>
                <a:cubicBezTo>
                  <a:pt x="39" y="31"/>
                  <a:pt x="39" y="30"/>
                  <a:pt x="39" y="30"/>
                </a:cubicBezTo>
                <a:moveTo>
                  <a:pt x="39" y="30"/>
                </a:moveTo>
                <a:cubicBezTo>
                  <a:pt x="39" y="30"/>
                  <a:pt x="39" y="30"/>
                  <a:pt x="39" y="30"/>
                </a:cubicBezTo>
                <a:cubicBezTo>
                  <a:pt x="39" y="30"/>
                  <a:pt x="39" y="30"/>
                  <a:pt x="39" y="30"/>
                </a:cubicBezTo>
                <a:moveTo>
                  <a:pt x="39" y="30"/>
                </a:moveTo>
                <a:cubicBezTo>
                  <a:pt x="39" y="30"/>
                  <a:pt x="39" y="30"/>
                  <a:pt x="39" y="30"/>
                </a:cubicBezTo>
                <a:cubicBezTo>
                  <a:pt x="39" y="30"/>
                  <a:pt x="39" y="30"/>
                  <a:pt x="39" y="30"/>
                </a:cubicBezTo>
                <a:moveTo>
                  <a:pt x="39" y="30"/>
                </a:moveTo>
                <a:cubicBezTo>
                  <a:pt x="39" y="30"/>
                  <a:pt x="39" y="30"/>
                  <a:pt x="39" y="30"/>
                </a:cubicBezTo>
                <a:cubicBezTo>
                  <a:pt x="39" y="30"/>
                  <a:pt x="39" y="30"/>
                  <a:pt x="39" y="30"/>
                </a:cubicBezTo>
                <a:moveTo>
                  <a:pt x="41" y="12"/>
                </a:moveTo>
                <a:cubicBezTo>
                  <a:pt x="41" y="12"/>
                  <a:pt x="41" y="12"/>
                  <a:pt x="41" y="12"/>
                </a:cubicBezTo>
                <a:cubicBezTo>
                  <a:pt x="41" y="12"/>
                  <a:pt x="41" y="12"/>
                  <a:pt x="41" y="12"/>
                </a:cubicBezTo>
                <a:moveTo>
                  <a:pt x="41" y="2"/>
                </a:moveTo>
                <a:cubicBezTo>
                  <a:pt x="41" y="4"/>
                  <a:pt x="41" y="7"/>
                  <a:pt x="41" y="12"/>
                </a:cubicBezTo>
                <a:cubicBezTo>
                  <a:pt x="41" y="8"/>
                  <a:pt x="41" y="5"/>
                  <a:pt x="41" y="3"/>
                </a:cubicBezTo>
                <a:cubicBezTo>
                  <a:pt x="41" y="3"/>
                  <a:pt x="41" y="3"/>
                  <a:pt x="41" y="3"/>
                </a:cubicBezTo>
                <a:cubicBezTo>
                  <a:pt x="41" y="3"/>
                  <a:pt x="41" y="3"/>
                  <a:pt x="41" y="3"/>
                </a:cubicBezTo>
                <a:cubicBezTo>
                  <a:pt x="41" y="3"/>
                  <a:pt x="41" y="2"/>
                  <a:pt x="41" y="2"/>
                </a:cubicBezTo>
                <a:moveTo>
                  <a:pt x="41" y="0"/>
                </a:moveTo>
                <a:cubicBezTo>
                  <a:pt x="41" y="0"/>
                  <a:pt x="41" y="0"/>
                  <a:pt x="41" y="1"/>
                </a:cubicBez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  <a:moveTo>
                  <a:pt x="41" y="0"/>
                </a:move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  <a:moveTo>
                  <a:pt x="41" y="0"/>
                </a:move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</a:path>
            </a:pathLst>
          </a:custGeom>
          <a:solidFill>
            <a:srgbClr val="F19700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4" name="Freeform 44"/>
          <p:cNvSpPr/>
          <p:nvPr/>
        </p:nvSpPr>
        <p:spPr>
          <a:xfrm rot="607256">
            <a:off x="7225174" y="2116209"/>
            <a:ext cx="442590" cy="839551"/>
          </a:xfrm>
          <a:custGeom>
            <a:avLst/>
            <a:gdLst/>
            <a:ahLst/>
            <a:cxnLst/>
            <a:rect l="l" t="t" r="r" b="b"/>
            <a:pathLst>
              <a:path w="41" h="78">
                <a:moveTo>
                  <a:pt x="41" y="0"/>
                </a:move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0" y="56"/>
                  <a:pt x="0" y="56"/>
                  <a:pt x="0" y="56"/>
                </a:cubicBezTo>
                <a:cubicBezTo>
                  <a:pt x="30" y="78"/>
                  <a:pt x="30" y="78"/>
                  <a:pt x="30" y="78"/>
                </a:cubicBezTo>
                <a:cubicBezTo>
                  <a:pt x="30" y="77"/>
                  <a:pt x="30" y="77"/>
                  <a:pt x="30" y="77"/>
                </a:cubicBezTo>
                <a:cubicBezTo>
                  <a:pt x="30" y="77"/>
                  <a:pt x="30" y="77"/>
                  <a:pt x="30" y="77"/>
                </a:cubicBezTo>
                <a:cubicBezTo>
                  <a:pt x="30" y="77"/>
                  <a:pt x="30" y="77"/>
                  <a:pt x="30" y="77"/>
                </a:cubicBezTo>
                <a:cubicBezTo>
                  <a:pt x="30" y="77"/>
                  <a:pt x="30" y="77"/>
                  <a:pt x="30" y="77"/>
                </a:cubicBezTo>
                <a:cubicBezTo>
                  <a:pt x="30" y="77"/>
                  <a:pt x="30" y="77"/>
                  <a:pt x="30" y="77"/>
                </a:cubicBezTo>
                <a:cubicBezTo>
                  <a:pt x="35" y="59"/>
                  <a:pt x="37" y="43"/>
                  <a:pt x="39" y="31"/>
                </a:cubicBezTo>
                <a:cubicBezTo>
                  <a:pt x="39" y="31"/>
                  <a:pt x="39" y="31"/>
                  <a:pt x="39" y="31"/>
                </a:cubicBezTo>
                <a:cubicBezTo>
                  <a:pt x="39" y="31"/>
                  <a:pt x="39" y="30"/>
                  <a:pt x="39" y="30"/>
                </a:cubicBezTo>
                <a:cubicBezTo>
                  <a:pt x="39" y="30"/>
                  <a:pt x="39" y="30"/>
                  <a:pt x="39" y="30"/>
                </a:cubicBezTo>
                <a:cubicBezTo>
                  <a:pt x="39" y="30"/>
                  <a:pt x="39" y="30"/>
                  <a:pt x="39" y="30"/>
                </a:cubicBezTo>
                <a:cubicBezTo>
                  <a:pt x="39" y="30"/>
                  <a:pt x="39" y="30"/>
                  <a:pt x="39" y="30"/>
                </a:cubicBezTo>
                <a:cubicBezTo>
                  <a:pt x="39" y="30"/>
                  <a:pt x="39" y="30"/>
                  <a:pt x="39" y="30"/>
                </a:cubicBezTo>
                <a:cubicBezTo>
                  <a:pt x="39" y="30"/>
                  <a:pt x="39" y="30"/>
                  <a:pt x="39" y="30"/>
                </a:cubicBezTo>
                <a:cubicBezTo>
                  <a:pt x="39" y="30"/>
                  <a:pt x="39" y="30"/>
                  <a:pt x="39" y="30"/>
                </a:cubicBezTo>
                <a:cubicBezTo>
                  <a:pt x="40" y="23"/>
                  <a:pt x="40" y="17"/>
                  <a:pt x="41" y="12"/>
                </a:cubicBezTo>
                <a:cubicBezTo>
                  <a:pt x="41" y="12"/>
                  <a:pt x="41" y="12"/>
                  <a:pt x="41" y="12"/>
                </a:cubicBezTo>
                <a:cubicBezTo>
                  <a:pt x="41" y="12"/>
                  <a:pt x="41" y="12"/>
                  <a:pt x="41" y="12"/>
                </a:cubicBezTo>
                <a:cubicBezTo>
                  <a:pt x="41" y="7"/>
                  <a:pt x="41" y="4"/>
                  <a:pt x="41" y="2"/>
                </a:cubicBezTo>
                <a:cubicBezTo>
                  <a:pt x="41" y="2"/>
                  <a:pt x="41" y="1"/>
                  <a:pt x="41" y="1"/>
                </a:cubicBezTo>
                <a:cubicBezTo>
                  <a:pt x="41" y="1"/>
                  <a:pt x="41" y="1"/>
                  <a:pt x="41" y="1"/>
                </a:cubicBezTo>
                <a:cubicBezTo>
                  <a:pt x="41" y="1"/>
                  <a:pt x="41" y="1"/>
                  <a:pt x="41" y="1"/>
                </a:cubicBezTo>
                <a:cubicBezTo>
                  <a:pt x="41" y="1"/>
                  <a:pt x="41" y="1"/>
                  <a:pt x="41" y="1"/>
                </a:cubicBez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</a:path>
            </a:pathLst>
          </a:custGeom>
          <a:solidFill>
            <a:srgbClr val="000000">
              <a:lumMod val="50000"/>
              <a:lumOff val="50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5" name="Freeform 45"/>
          <p:cNvSpPr/>
          <p:nvPr/>
        </p:nvSpPr>
        <p:spPr>
          <a:xfrm rot="607256">
            <a:off x="6554746" y="3270225"/>
            <a:ext cx="392398" cy="118633"/>
          </a:xfrm>
          <a:custGeom>
            <a:avLst/>
            <a:gdLst/>
            <a:ahLst/>
            <a:cxnLst/>
            <a:rect l="l" t="t" r="r" b="b"/>
            <a:pathLst>
              <a:path w="36" h="11">
                <a:moveTo>
                  <a:pt x="15" y="11"/>
                </a:moveTo>
                <a:cubicBezTo>
                  <a:pt x="15" y="11"/>
                  <a:pt x="15" y="11"/>
                  <a:pt x="15" y="11"/>
                </a:cubicBezTo>
                <a:cubicBezTo>
                  <a:pt x="15" y="11"/>
                  <a:pt x="15" y="11"/>
                  <a:pt x="15" y="11"/>
                </a:cubicBezTo>
                <a:cubicBezTo>
                  <a:pt x="15" y="11"/>
                  <a:pt x="15" y="11"/>
                  <a:pt x="15" y="11"/>
                </a:cubicBezTo>
                <a:moveTo>
                  <a:pt x="0" y="6"/>
                </a:moveTo>
                <a:cubicBezTo>
                  <a:pt x="0" y="6"/>
                  <a:pt x="0" y="6"/>
                  <a:pt x="0" y="6"/>
                </a:cubicBezTo>
                <a:cubicBezTo>
                  <a:pt x="0" y="6"/>
                  <a:pt x="0" y="6"/>
                  <a:pt x="0" y="6"/>
                </a:cubicBezTo>
                <a:moveTo>
                  <a:pt x="36" y="0"/>
                </a:moveTo>
                <a:cubicBezTo>
                  <a:pt x="31" y="7"/>
                  <a:pt x="23" y="11"/>
                  <a:pt x="15" y="11"/>
                </a:cubicBezTo>
                <a:cubicBezTo>
                  <a:pt x="23" y="11"/>
                  <a:pt x="31" y="7"/>
                  <a:pt x="36" y="0"/>
                </a:cubicBezTo>
                <a:moveTo>
                  <a:pt x="36" y="0"/>
                </a:moveTo>
                <a:cubicBezTo>
                  <a:pt x="36" y="0"/>
                  <a:pt x="36" y="0"/>
                  <a:pt x="36" y="0"/>
                </a:cubicBezTo>
                <a:cubicBezTo>
                  <a:pt x="36" y="0"/>
                  <a:pt x="36" y="0"/>
                  <a:pt x="36" y="0"/>
                </a:cubicBezTo>
              </a:path>
            </a:pathLst>
          </a:custGeom>
          <a:solidFill>
            <a:srgbClr val="F19700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46" name="Freeform 46"/>
          <p:cNvSpPr/>
          <p:nvPr/>
        </p:nvSpPr>
        <p:spPr>
          <a:xfrm rot="607256">
            <a:off x="6589635" y="2876235"/>
            <a:ext cx="442590" cy="520157"/>
          </a:xfrm>
          <a:custGeom>
            <a:avLst/>
            <a:gdLst/>
            <a:ahLst/>
            <a:cxnLst/>
            <a:rect l="l" t="t" r="r" b="b"/>
            <a:pathLst>
              <a:path w="41" h="48">
                <a:moveTo>
                  <a:pt x="30" y="0"/>
                </a:moveTo>
                <a:cubicBezTo>
                  <a:pt x="26" y="6"/>
                  <a:pt x="26" y="6"/>
                  <a:pt x="26" y="6"/>
                </a:cubicBezTo>
                <a:cubicBezTo>
                  <a:pt x="32" y="10"/>
                  <a:pt x="34" y="16"/>
                  <a:pt x="34" y="21"/>
                </a:cubicBezTo>
                <a:cubicBezTo>
                  <a:pt x="34" y="25"/>
                  <a:pt x="33" y="29"/>
                  <a:pt x="31" y="33"/>
                </a:cubicBezTo>
                <a:cubicBezTo>
                  <a:pt x="27" y="38"/>
                  <a:pt x="21" y="41"/>
                  <a:pt x="15" y="41"/>
                </a:cubicBezTo>
                <a:cubicBezTo>
                  <a:pt x="11" y="41"/>
                  <a:pt x="7" y="40"/>
                  <a:pt x="4" y="37"/>
                </a:cubicBezTo>
                <a:cubicBezTo>
                  <a:pt x="4" y="37"/>
                  <a:pt x="4" y="37"/>
                  <a:pt x="4" y="37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3"/>
                  <a:pt x="0" y="43"/>
                  <a:pt x="0" y="43"/>
                </a:cubicBezTo>
                <a:cubicBezTo>
                  <a:pt x="4" y="46"/>
                  <a:pt x="10" y="48"/>
                  <a:pt x="15" y="48"/>
                </a:cubicBezTo>
                <a:cubicBezTo>
                  <a:pt x="15" y="48"/>
                  <a:pt x="15" y="48"/>
                  <a:pt x="15" y="48"/>
                </a:cubicBezTo>
                <a:cubicBezTo>
                  <a:pt x="15" y="48"/>
                  <a:pt x="15" y="48"/>
                  <a:pt x="15" y="48"/>
                </a:cubicBezTo>
                <a:cubicBezTo>
                  <a:pt x="15" y="48"/>
                  <a:pt x="15" y="48"/>
                  <a:pt x="15" y="48"/>
                </a:cubicBezTo>
                <a:cubicBezTo>
                  <a:pt x="15" y="48"/>
                  <a:pt x="15" y="48"/>
                  <a:pt x="15" y="48"/>
                </a:cubicBezTo>
                <a:cubicBezTo>
                  <a:pt x="15" y="48"/>
                  <a:pt x="15" y="48"/>
                  <a:pt x="15" y="48"/>
                </a:cubicBezTo>
                <a:cubicBezTo>
                  <a:pt x="23" y="48"/>
                  <a:pt x="31" y="44"/>
                  <a:pt x="36" y="37"/>
                </a:cubicBezTo>
                <a:cubicBezTo>
                  <a:pt x="36" y="37"/>
                  <a:pt x="36" y="37"/>
                  <a:pt x="36" y="37"/>
                </a:cubicBezTo>
                <a:cubicBezTo>
                  <a:pt x="36" y="37"/>
                  <a:pt x="36" y="37"/>
                  <a:pt x="36" y="37"/>
                </a:cubicBezTo>
                <a:cubicBezTo>
                  <a:pt x="36" y="37"/>
                  <a:pt x="36" y="37"/>
                  <a:pt x="36" y="37"/>
                </a:cubicBezTo>
                <a:cubicBezTo>
                  <a:pt x="36" y="37"/>
                  <a:pt x="36" y="37"/>
                  <a:pt x="36" y="37"/>
                </a:cubicBezTo>
                <a:cubicBezTo>
                  <a:pt x="36" y="37"/>
                  <a:pt x="36" y="37"/>
                  <a:pt x="36" y="37"/>
                </a:cubicBezTo>
                <a:cubicBezTo>
                  <a:pt x="36" y="37"/>
                  <a:pt x="36" y="37"/>
                  <a:pt x="36" y="37"/>
                </a:cubicBezTo>
                <a:cubicBezTo>
                  <a:pt x="40" y="32"/>
                  <a:pt x="41" y="27"/>
                  <a:pt x="41" y="21"/>
                </a:cubicBezTo>
                <a:cubicBezTo>
                  <a:pt x="41" y="13"/>
                  <a:pt x="37" y="5"/>
                  <a:pt x="30" y="0"/>
                </a:cubicBezTo>
                <a:cubicBezTo>
                  <a:pt x="30" y="0"/>
                  <a:pt x="30" y="0"/>
                  <a:pt x="30" y="0"/>
                </a:cubicBezTo>
              </a:path>
            </a:pathLst>
          </a:custGeom>
          <a:solidFill>
            <a:srgbClr val="FFFFFF">
              <a:lumMod val="75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7" name="TextBox 47"/>
          <p:cNvSpPr txBox="1"/>
          <p:nvPr/>
        </p:nvSpPr>
        <p:spPr>
          <a:xfrm>
            <a:off x="673099" y="3631909"/>
            <a:ext cx="3493961" cy="22689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微软雅黑"/>
                <a:ea typeface="微软雅黑"/>
              </a:rPr>
              <a:t>U</a:t>
            </a:r>
            <a:r>
              <a:rPr lang="zh-CN" altLang="en-US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ser mode</a:t>
            </a:r>
            <a:r>
              <a:rPr lang="en-US" altLang="zh-CN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A</a:t>
            </a:r>
            <a:r>
              <a:rPr lang="zh-CN" altLang="en-US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pplications operate with limited privileges</a:t>
            </a:r>
            <a:endParaRPr lang="en-US" altLang="zh-CN" sz="1600" b="0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K</a:t>
            </a:r>
            <a:r>
              <a:rPr lang="zh-CN" altLang="en-US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ernel mode</a:t>
            </a:r>
            <a:r>
              <a:rPr lang="en-US" altLang="zh-CN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O</a:t>
            </a:r>
            <a:r>
              <a:rPr lang="zh-CN" altLang="en-US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ffers full access to system resources.</a:t>
            </a:r>
            <a:endParaRPr lang="en-US" sz="1200" dirty="0"/>
          </a:p>
        </p:txBody>
      </p:sp>
      <p:sp>
        <p:nvSpPr>
          <p:cNvPr id="48" name="AutoShape 48"/>
          <p:cNvSpPr/>
          <p:nvPr/>
        </p:nvSpPr>
        <p:spPr>
          <a:xfrm>
            <a:off x="673099" y="3008968"/>
            <a:ext cx="3493961" cy="420032"/>
          </a:xfrm>
          <a:prstGeom prst="rect">
            <a:avLst/>
          </a:prstGeom>
          <a:solidFill>
            <a:srgbClr val="FFFFFF">
              <a:lumMod val="50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l">
              <a:spcBef>
                <a:spcPct val="0"/>
              </a:spcBef>
            </a:pPr>
            <a:r>
              <a:rPr lang="zh-CN" altLang="en-US" sz="1600" b="1" i="0" u="none" baseline="0" dirty="0">
                <a:solidFill>
                  <a:srgbClr val="FFFFFF"/>
                </a:solidFill>
                <a:latin typeface="微软雅黑"/>
                <a:ea typeface="微软雅黑"/>
              </a:rPr>
              <a:t>User Mode vs. Kernel Mode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024939" y="2161289"/>
            <a:ext cx="3493961" cy="189551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Switching to kernel mode happens during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System calls or interrupts, enabling tasks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AutoShape 51"/>
          <p:cNvSpPr/>
          <p:nvPr/>
        </p:nvSpPr>
        <p:spPr>
          <a:xfrm>
            <a:off x="8024939" y="1538348"/>
            <a:ext cx="3493961" cy="42003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l">
              <a:spcBef>
                <a:spcPct val="0"/>
              </a:spcBef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Transition Mechanism</a:t>
            </a:r>
          </a:p>
        </p:txBody>
      </p:sp>
      <p:sp>
        <p:nvSpPr>
          <p:cNvPr id="53" name="AutoShape 53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 dirty="0">
                <a:solidFill>
                  <a:srgbClr val="000000"/>
                </a:solidFill>
                <a:latin typeface="+mn-ea"/>
                <a:ea typeface="+mn-ea"/>
              </a:rPr>
              <a:t>Dual-Mode Operation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75" decel="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accel="100000" fill="hold">
                                          <p:stCondLst>
                                            <p:cond delay="675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1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2)">
                                      <p:cBhvr>
                                        <p:cTn id="12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49AE6-F424-3B7B-DF22-572061EA2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6000E5-EC7B-1821-6B02-5DB5633CD6AB}"/>
              </a:ext>
            </a:extLst>
          </p:cNvPr>
          <p:cNvSpPr txBox="1"/>
          <p:nvPr/>
        </p:nvSpPr>
        <p:spPr>
          <a:xfrm>
            <a:off x="914400" y="1371601"/>
            <a:ext cx="8229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Which OS structure runs the </a:t>
            </a:r>
            <a:r>
              <a:rPr lang="en-IN" sz="2400" b="1" dirty="0"/>
              <a:t>entire OS in kernel space</a:t>
            </a:r>
            <a:r>
              <a:rPr lang="en-IN" sz="2400" dirty="0"/>
              <a:t> as one large process?</a:t>
            </a:r>
            <a:br>
              <a:rPr lang="en-IN" sz="2400" dirty="0"/>
            </a:br>
            <a:r>
              <a:rPr lang="en-IN" sz="2400" dirty="0"/>
              <a:t>a) Microkernel</a:t>
            </a:r>
            <a:br>
              <a:rPr lang="en-IN" sz="2400" dirty="0"/>
            </a:br>
            <a:r>
              <a:rPr lang="en-IN" sz="2400" dirty="0"/>
              <a:t>b) Monolithic Kernel</a:t>
            </a:r>
            <a:br>
              <a:rPr lang="en-IN" sz="2400" dirty="0"/>
            </a:br>
            <a:r>
              <a:rPr lang="en-IN" sz="2400" dirty="0"/>
              <a:t>c) Hybrid Kernel</a:t>
            </a:r>
            <a:br>
              <a:rPr lang="en-IN" sz="2400" dirty="0"/>
            </a:br>
            <a:r>
              <a:rPr lang="en-IN" sz="2400" dirty="0"/>
              <a:t>d) Layered Kernel</a:t>
            </a:r>
          </a:p>
        </p:txBody>
      </p:sp>
    </p:spTree>
    <p:extLst>
      <p:ext uri="{BB962C8B-B14F-4D97-AF65-F5344CB8AC3E}">
        <p14:creationId xmlns:p14="http://schemas.microsoft.com/office/powerpoint/2010/main" val="41403362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584EF-E428-7227-F907-239EAAA54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37774E-78DC-3E36-0850-F07E90990BA2}"/>
              </a:ext>
            </a:extLst>
          </p:cNvPr>
          <p:cNvSpPr txBox="1"/>
          <p:nvPr/>
        </p:nvSpPr>
        <p:spPr>
          <a:xfrm>
            <a:off x="838200" y="1295400"/>
            <a:ext cx="830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/>
              <a:t>Answer:</a:t>
            </a:r>
            <a:r>
              <a:rPr lang="en-IN" sz="1800" dirty="0"/>
              <a:t> b) Monolithic Kernel ✅</a:t>
            </a:r>
          </a:p>
        </p:txBody>
      </p:sp>
    </p:spTree>
    <p:extLst>
      <p:ext uri="{BB962C8B-B14F-4D97-AF65-F5344CB8AC3E}">
        <p14:creationId xmlns:p14="http://schemas.microsoft.com/office/powerpoint/2010/main" val="17312853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04D01-AE54-A2F5-2045-082B33BC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3DC5AA-224C-70FE-E9CC-6ACDDEFD2470}"/>
              </a:ext>
            </a:extLst>
          </p:cNvPr>
          <p:cNvSpPr txBox="1"/>
          <p:nvPr/>
        </p:nvSpPr>
        <p:spPr>
          <a:xfrm>
            <a:off x="762000" y="1219201"/>
            <a:ext cx="838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Which type of kernel is considered more secure and stable due to fault isolation?</a:t>
            </a:r>
            <a:br>
              <a:rPr lang="en-US" sz="2400" dirty="0"/>
            </a:br>
            <a:r>
              <a:rPr lang="en-US" sz="2400" dirty="0"/>
              <a:t>a) Monolithic Kernel</a:t>
            </a:r>
            <a:br>
              <a:rPr lang="en-US" sz="2400" dirty="0"/>
            </a:br>
            <a:r>
              <a:rPr lang="en-US" sz="2400" dirty="0"/>
              <a:t>b) Microkernel</a:t>
            </a:r>
            <a:br>
              <a:rPr lang="en-US" sz="2400" dirty="0"/>
            </a:br>
            <a:r>
              <a:rPr lang="en-US" sz="2400" dirty="0"/>
              <a:t>c) Hybrid Kernel</a:t>
            </a:r>
            <a:br>
              <a:rPr lang="en-US" sz="2400" dirty="0"/>
            </a:br>
            <a:r>
              <a:rPr lang="en-US" sz="2400" dirty="0"/>
              <a:t>d) None of the above</a:t>
            </a:r>
          </a:p>
        </p:txBody>
      </p:sp>
    </p:spTree>
    <p:extLst>
      <p:ext uri="{BB962C8B-B14F-4D97-AF65-F5344CB8AC3E}">
        <p14:creationId xmlns:p14="http://schemas.microsoft.com/office/powerpoint/2010/main" val="16988703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02696-F3D0-E27E-0326-2BA74D29F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749FA1-AEB9-2A08-061D-B9A55DAFE4D6}"/>
              </a:ext>
            </a:extLst>
          </p:cNvPr>
          <p:cNvSpPr txBox="1"/>
          <p:nvPr/>
        </p:nvSpPr>
        <p:spPr>
          <a:xfrm>
            <a:off x="1066800" y="1371600"/>
            <a:ext cx="807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/>
              <a:t>Answer:</a:t>
            </a:r>
            <a:r>
              <a:rPr lang="en-US" sz="1800" dirty="0"/>
              <a:t> b) Microkernel ✅</a:t>
            </a:r>
          </a:p>
        </p:txBody>
      </p:sp>
    </p:spTree>
    <p:extLst>
      <p:ext uri="{BB962C8B-B14F-4D97-AF65-F5344CB8AC3E}">
        <p14:creationId xmlns:p14="http://schemas.microsoft.com/office/powerpoint/2010/main" val="36903314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ADC9-E3B9-7893-6E0F-AE46FEC9F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C4660B-04AF-738F-ACD1-BEF93E45143A}"/>
              </a:ext>
            </a:extLst>
          </p:cNvPr>
          <p:cNvSpPr txBox="1"/>
          <p:nvPr/>
        </p:nvSpPr>
        <p:spPr>
          <a:xfrm>
            <a:off x="838200" y="1295400"/>
            <a:ext cx="8305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In dual-mode operation, the mode bit is </a:t>
            </a:r>
            <a:r>
              <a:rPr lang="en-US" sz="2400" b="1" dirty="0"/>
              <a:t>1</a:t>
            </a:r>
            <a:r>
              <a:rPr lang="en-US" sz="2400" dirty="0"/>
              <a:t> when the system is in:</a:t>
            </a:r>
            <a:br>
              <a:rPr lang="en-US" sz="2400" dirty="0"/>
            </a:br>
            <a:r>
              <a:rPr lang="en-US" sz="2400" dirty="0"/>
              <a:t>a) Kernel mode</a:t>
            </a:r>
            <a:br>
              <a:rPr lang="en-US" sz="2400" dirty="0"/>
            </a:br>
            <a:r>
              <a:rPr lang="en-US" sz="2400" dirty="0"/>
              <a:t>b) User mode</a:t>
            </a:r>
            <a:br>
              <a:rPr lang="en-US" sz="2400" dirty="0"/>
            </a:br>
            <a:r>
              <a:rPr lang="en-US" sz="2400" dirty="0"/>
              <a:t>c) Supervisor mode</a:t>
            </a:r>
            <a:br>
              <a:rPr lang="en-US" sz="2400" dirty="0"/>
            </a:br>
            <a:r>
              <a:rPr lang="en-US" sz="2400" dirty="0"/>
              <a:t>d) Debug mode</a:t>
            </a:r>
          </a:p>
        </p:txBody>
      </p:sp>
    </p:spTree>
    <p:extLst>
      <p:ext uri="{BB962C8B-B14F-4D97-AF65-F5344CB8AC3E}">
        <p14:creationId xmlns:p14="http://schemas.microsoft.com/office/powerpoint/2010/main" val="17414305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6D8FC-CB2E-B290-B5C8-1A43C96E0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691FA1-7181-CE21-9C69-61815B1D027B}"/>
              </a:ext>
            </a:extLst>
          </p:cNvPr>
          <p:cNvSpPr txBox="1"/>
          <p:nvPr/>
        </p:nvSpPr>
        <p:spPr>
          <a:xfrm>
            <a:off x="669924" y="1371600"/>
            <a:ext cx="8474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/>
              <a:t>Answer:</a:t>
            </a:r>
            <a:r>
              <a:rPr lang="en-US" sz="1800" dirty="0"/>
              <a:t> b) User mode ✅</a:t>
            </a:r>
            <a:br>
              <a:rPr lang="en-US" sz="1800" dirty="0"/>
            </a:br>
            <a:r>
              <a:rPr lang="en-US" sz="1800" i="1" dirty="0"/>
              <a:t>(Mode bit = 0 → Kernel mode, Mode bit = 1 → User mode.)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430818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D9A0B-6E97-A845-CDC6-33C43DDA3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52DFB7-DA00-D5A1-5EDE-BF2192D656C7}"/>
              </a:ext>
            </a:extLst>
          </p:cNvPr>
          <p:cNvSpPr txBox="1"/>
          <p:nvPr/>
        </p:nvSpPr>
        <p:spPr>
          <a:xfrm>
            <a:off x="990600" y="1295400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In a layered OS structure, each layer:</a:t>
            </a:r>
            <a:br>
              <a:rPr lang="en-US" sz="2400" dirty="0"/>
            </a:br>
            <a:r>
              <a:rPr lang="en-US" sz="2400" dirty="0"/>
              <a:t>a) Can interact with any other layer</a:t>
            </a:r>
            <a:br>
              <a:rPr lang="en-US" sz="2400" dirty="0"/>
            </a:br>
            <a:r>
              <a:rPr lang="en-US" sz="2400" dirty="0"/>
              <a:t>b) Interacts only with the layer immediately below it</a:t>
            </a:r>
            <a:br>
              <a:rPr lang="en-US" sz="2400" dirty="0"/>
            </a:br>
            <a:r>
              <a:rPr lang="en-US" sz="2400" dirty="0"/>
              <a:t>c) Is independent of all other layers</a:t>
            </a:r>
            <a:br>
              <a:rPr lang="en-US" sz="2400" dirty="0"/>
            </a:br>
            <a:r>
              <a:rPr lang="en-US" sz="2400" dirty="0"/>
              <a:t>d) Runs in both user and kernel mode simultaneously</a:t>
            </a:r>
          </a:p>
        </p:txBody>
      </p:sp>
    </p:spTree>
    <p:extLst>
      <p:ext uri="{BB962C8B-B14F-4D97-AF65-F5344CB8AC3E}">
        <p14:creationId xmlns:p14="http://schemas.microsoft.com/office/powerpoint/2010/main" val="34727283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63AC9-EF13-84BE-120B-4A525D5EB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3CAA8A-D818-E5B1-CC50-5701F4635CC4}"/>
              </a:ext>
            </a:extLst>
          </p:cNvPr>
          <p:cNvSpPr txBox="1"/>
          <p:nvPr/>
        </p:nvSpPr>
        <p:spPr>
          <a:xfrm>
            <a:off x="914400" y="129540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/>
              <a:t>Answer:</a:t>
            </a:r>
            <a:r>
              <a:rPr lang="en-US" sz="1800" dirty="0"/>
              <a:t> b) Interacts only with the layer immediately below it ✅</a:t>
            </a:r>
          </a:p>
        </p:txBody>
      </p:sp>
    </p:spTree>
    <p:extLst>
      <p:ext uri="{BB962C8B-B14F-4D97-AF65-F5344CB8AC3E}">
        <p14:creationId xmlns:p14="http://schemas.microsoft.com/office/powerpoint/2010/main" val="35192844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1C0DB-A597-F36B-89F1-A6135FDCA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D3FDE7-B091-ACA6-C2B3-D563636304D0}"/>
              </a:ext>
            </a:extLst>
          </p:cNvPr>
          <p:cNvSpPr txBox="1"/>
          <p:nvPr/>
        </p:nvSpPr>
        <p:spPr>
          <a:xfrm>
            <a:off x="838200" y="1219200"/>
            <a:ext cx="8305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Which of the following is an example of a </a:t>
            </a:r>
            <a:r>
              <a:rPr lang="en-US" sz="2400" b="1" dirty="0"/>
              <a:t>Hybrid Kernel</a:t>
            </a:r>
            <a:r>
              <a:rPr lang="en-US" sz="2400" dirty="0"/>
              <a:t>?</a:t>
            </a:r>
            <a:br>
              <a:rPr lang="en-US" sz="2400" dirty="0"/>
            </a:br>
            <a:r>
              <a:rPr lang="en-US" sz="2400" dirty="0"/>
              <a:t>a) MS-DOS</a:t>
            </a:r>
            <a:br>
              <a:rPr lang="en-US" sz="2400" dirty="0"/>
            </a:br>
            <a:r>
              <a:rPr lang="en-US" sz="2400" dirty="0"/>
              <a:t>b) Linux</a:t>
            </a:r>
            <a:br>
              <a:rPr lang="en-US" sz="2400" dirty="0"/>
            </a:br>
            <a:r>
              <a:rPr lang="en-US" sz="2400" dirty="0"/>
              <a:t>c) Windows NT</a:t>
            </a:r>
            <a:br>
              <a:rPr lang="en-US" sz="2400" dirty="0"/>
            </a:br>
            <a:r>
              <a:rPr lang="en-US" sz="2400" dirty="0"/>
              <a:t>d) Minix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138626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5BB3B-2BFC-0947-7970-6F594147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680936-3250-36F3-D8F7-EEB69B7F3311}"/>
              </a:ext>
            </a:extLst>
          </p:cNvPr>
          <p:cNvSpPr txBox="1"/>
          <p:nvPr/>
        </p:nvSpPr>
        <p:spPr>
          <a:xfrm>
            <a:off x="609600" y="1371600"/>
            <a:ext cx="853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Answer:</a:t>
            </a:r>
            <a:r>
              <a:rPr lang="en-IN" dirty="0"/>
              <a:t> c) Windows NT ✅</a:t>
            </a:r>
          </a:p>
        </p:txBody>
      </p:sp>
    </p:spTree>
    <p:extLst>
      <p:ext uri="{BB962C8B-B14F-4D97-AF65-F5344CB8AC3E}">
        <p14:creationId xmlns:p14="http://schemas.microsoft.com/office/powerpoint/2010/main" val="2685744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0053F"/>
      </a:accent1>
      <a:accent2>
        <a:srgbClr val="00C1F1"/>
      </a:accent2>
      <a:accent3>
        <a:srgbClr val="EFBC22"/>
      </a:accent3>
      <a:accent4>
        <a:srgbClr val="810593"/>
      </a:accent4>
      <a:accent5>
        <a:srgbClr val="110A76"/>
      </a:accent5>
      <a:accent6>
        <a:srgbClr val="004C8C"/>
      </a:accent6>
      <a:hlink>
        <a:srgbClr val="4276AA"/>
      </a:hlink>
      <a:folHlink>
        <a:srgbClr val="BFBFB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897</TotalTime>
  <Words>2030</Words>
  <Application>Microsoft Office PowerPoint</Application>
  <PresentationFormat>Widescreen</PresentationFormat>
  <Paragraphs>349</Paragraphs>
  <Slides>44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4" baseType="lpstr">
      <vt:lpstr>Microsoft YaHei</vt:lpstr>
      <vt:lpstr>Microsoft YaHei</vt:lpstr>
      <vt:lpstr>MS PGothic</vt:lpstr>
      <vt:lpstr>Arial</vt:lpstr>
      <vt:lpstr>Calibri</vt:lpstr>
      <vt:lpstr>DejaVu Sans</vt:lpstr>
      <vt:lpstr>Georgia</vt:lpstr>
      <vt:lpstr>Montserrat</vt:lpstr>
      <vt:lpstr>Times New Roman</vt:lpstr>
      <vt:lpstr>Office Theme</vt:lpstr>
      <vt:lpstr>Operating Systems</vt:lpstr>
      <vt:lpstr>Table of Contents</vt:lpstr>
      <vt:lpstr>What is an Operating System?</vt:lpstr>
      <vt:lpstr>Goals of Operating Systems</vt:lpstr>
      <vt:lpstr>Components of a Computer System</vt:lpstr>
      <vt:lpstr>Types of Operating Systems</vt:lpstr>
      <vt:lpstr>Types of Operating Systems</vt:lpstr>
      <vt:lpstr>Types of Operating Systems</vt:lpstr>
      <vt:lpstr>Functions of Operating Systems</vt:lpstr>
      <vt:lpstr>Memory Management</vt:lpstr>
      <vt:lpstr>File System Management</vt:lpstr>
      <vt:lpstr>Process Management</vt:lpstr>
      <vt:lpstr>Operating System Security</vt:lpstr>
      <vt:lpstr>Popular Operating System Examples</vt:lpstr>
      <vt:lpstr>Conclusion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Operating Systems Structure</vt:lpstr>
      <vt:lpstr>Traditional LINUX System Structure</vt:lpstr>
      <vt:lpstr>Layered Approach</vt:lpstr>
      <vt:lpstr>Kernel</vt:lpstr>
      <vt:lpstr>PowerPoint Presentation</vt:lpstr>
      <vt:lpstr>PowerPoint Presentation</vt:lpstr>
      <vt:lpstr>PowerPoint Presentation</vt:lpstr>
      <vt:lpstr>PowerPoint Presentation</vt:lpstr>
      <vt:lpstr>Types of Kernel</vt:lpstr>
      <vt:lpstr>PowerPoint Presentation</vt:lpstr>
      <vt:lpstr>Operating System Views</vt:lpstr>
      <vt:lpstr> Dual-Mode Operation</vt:lpstr>
      <vt:lpstr>Operating Systems Operations</vt:lpstr>
      <vt:lpstr>Dual-Mode Operation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Introduction  (OS Types, Modes, Structure, and Services)</dc:title>
  <dc:creator>Dell</dc:creator>
  <cp:lastModifiedBy>kritimathur90@outlook.com</cp:lastModifiedBy>
  <cp:revision>174</cp:revision>
  <dcterms:created xsi:type="dcterms:W3CDTF">2006-08-16T00:00:00Z</dcterms:created>
  <dcterms:modified xsi:type="dcterms:W3CDTF">2025-08-19T11:27:19Z</dcterms:modified>
</cp:coreProperties>
</file>