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60" r:id="rId3"/>
    <p:sldId id="257" r:id="rId4"/>
    <p:sldId id="258" r:id="rId5"/>
    <p:sldId id="259" r:id="rId6"/>
    <p:sldId id="269" r:id="rId7"/>
    <p:sldId id="261" r:id="rId8"/>
    <p:sldId id="263" r:id="rId9"/>
    <p:sldId id="311" r:id="rId10"/>
    <p:sldId id="292" r:id="rId11"/>
    <p:sldId id="293" r:id="rId12"/>
    <p:sldId id="294" r:id="rId13"/>
    <p:sldId id="262" r:id="rId14"/>
    <p:sldId id="295" r:id="rId15"/>
    <p:sldId id="264" r:id="rId16"/>
    <p:sldId id="265" r:id="rId17"/>
    <p:sldId id="266" r:id="rId18"/>
    <p:sldId id="267" r:id="rId19"/>
    <p:sldId id="270" r:id="rId20"/>
    <p:sldId id="271" r:id="rId21"/>
    <p:sldId id="296" r:id="rId22"/>
    <p:sldId id="298" r:id="rId23"/>
    <p:sldId id="299" r:id="rId24"/>
    <p:sldId id="300" r:id="rId25"/>
    <p:sldId id="301" r:id="rId26"/>
    <p:sldId id="302" r:id="rId27"/>
    <p:sldId id="303" r:id="rId28"/>
    <p:sldId id="305" r:id="rId29"/>
    <p:sldId id="307" r:id="rId30"/>
    <p:sldId id="308" r:id="rId31"/>
    <p:sldId id="268" r:id="rId3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Lucida Sans Unicode" panose="020B0602030504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06" autoAdjust="0"/>
    <p:restoredTop sz="94660"/>
  </p:normalViewPr>
  <p:slideViewPr>
    <p:cSldViewPr>
      <p:cViewPr varScale="1">
        <p:scale>
          <a:sx n="79" d="100"/>
          <a:sy n="79" d="100"/>
        </p:scale>
        <p:origin x="1866" y="84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r khalid" userId="8657f811ca555e42" providerId="LiveId" clId="{24199E9A-1AC2-4533-B1BA-DFACBEA44603}"/>
    <pc:docChg chg="modSld">
      <pc:chgData name="mir khalid" userId="8657f811ca555e42" providerId="LiveId" clId="{24199E9A-1AC2-4533-B1BA-DFACBEA44603}" dt="2025-08-26T09:31:54.954" v="31"/>
      <pc:docMkLst>
        <pc:docMk/>
      </pc:docMkLst>
      <pc:sldChg chg="addSp modSp">
        <pc:chgData name="mir khalid" userId="8657f811ca555e42" providerId="LiveId" clId="{24199E9A-1AC2-4533-B1BA-DFACBEA44603}" dt="2025-08-26T09:30:29.561" v="2"/>
        <pc:sldMkLst>
          <pc:docMk/>
          <pc:sldMk cId="0" sldId="257"/>
        </pc:sldMkLst>
        <pc:picChg chg="add mod">
          <ac:chgData name="mir khalid" userId="8657f811ca555e42" providerId="LiveId" clId="{24199E9A-1AC2-4533-B1BA-DFACBEA44603}" dt="2025-08-26T09:30:29.561" v="2"/>
          <ac:picMkLst>
            <pc:docMk/>
            <pc:sldMk cId="0" sldId="257"/>
            <ac:picMk id="2" creationId="{F80E854A-7C6E-0694-E73B-97C2DCAE4F6C}"/>
          </ac:picMkLst>
        </pc:picChg>
      </pc:sldChg>
      <pc:sldChg chg="addSp modSp">
        <pc:chgData name="mir khalid" userId="8657f811ca555e42" providerId="LiveId" clId="{24199E9A-1AC2-4533-B1BA-DFACBEA44603}" dt="2025-08-26T09:30:32.741" v="3"/>
        <pc:sldMkLst>
          <pc:docMk/>
          <pc:sldMk cId="0" sldId="258"/>
        </pc:sldMkLst>
        <pc:picChg chg="add mod">
          <ac:chgData name="mir khalid" userId="8657f811ca555e42" providerId="LiveId" clId="{24199E9A-1AC2-4533-B1BA-DFACBEA44603}" dt="2025-08-26T09:30:32.741" v="3"/>
          <ac:picMkLst>
            <pc:docMk/>
            <pc:sldMk cId="0" sldId="258"/>
            <ac:picMk id="2" creationId="{206FB76F-F96F-DE79-BDC2-A5650C7DD58D}"/>
          </ac:picMkLst>
        </pc:picChg>
      </pc:sldChg>
      <pc:sldChg chg="addSp modSp">
        <pc:chgData name="mir khalid" userId="8657f811ca555e42" providerId="LiveId" clId="{24199E9A-1AC2-4533-B1BA-DFACBEA44603}" dt="2025-08-26T09:30:35.986" v="4"/>
        <pc:sldMkLst>
          <pc:docMk/>
          <pc:sldMk cId="0" sldId="259"/>
        </pc:sldMkLst>
        <pc:picChg chg="add mod">
          <ac:chgData name="mir khalid" userId="8657f811ca555e42" providerId="LiveId" clId="{24199E9A-1AC2-4533-B1BA-DFACBEA44603}" dt="2025-08-26T09:30:35.986" v="4"/>
          <ac:picMkLst>
            <pc:docMk/>
            <pc:sldMk cId="0" sldId="259"/>
            <ac:picMk id="2" creationId="{2CC85743-A173-4031-C513-93EE7B401454}"/>
          </ac:picMkLst>
        </pc:picChg>
      </pc:sldChg>
      <pc:sldChg chg="addSp modSp">
        <pc:chgData name="mir khalid" userId="8657f811ca555e42" providerId="LiveId" clId="{24199E9A-1AC2-4533-B1BA-DFACBEA44603}" dt="2025-08-26T09:30:25.981" v="1" actId="1076"/>
        <pc:sldMkLst>
          <pc:docMk/>
          <pc:sldMk cId="0" sldId="260"/>
        </pc:sldMkLst>
        <pc:picChg chg="add mod">
          <ac:chgData name="mir khalid" userId="8657f811ca555e42" providerId="LiveId" clId="{24199E9A-1AC2-4533-B1BA-DFACBEA44603}" dt="2025-08-26T09:30:25.981" v="1" actId="1076"/>
          <ac:picMkLst>
            <pc:docMk/>
            <pc:sldMk cId="0" sldId="260"/>
            <ac:picMk id="2" creationId="{A1974BF5-F365-A58E-198A-C6D17D70D740}"/>
          </ac:picMkLst>
        </pc:picChg>
      </pc:sldChg>
      <pc:sldChg chg="addSp modSp">
        <pc:chgData name="mir khalid" userId="8657f811ca555e42" providerId="LiveId" clId="{24199E9A-1AC2-4533-B1BA-DFACBEA44603}" dt="2025-08-26T09:30:46.827" v="6"/>
        <pc:sldMkLst>
          <pc:docMk/>
          <pc:sldMk cId="0" sldId="261"/>
        </pc:sldMkLst>
        <pc:picChg chg="add mod">
          <ac:chgData name="mir khalid" userId="8657f811ca555e42" providerId="LiveId" clId="{24199E9A-1AC2-4533-B1BA-DFACBEA44603}" dt="2025-08-26T09:30:46.827" v="6"/>
          <ac:picMkLst>
            <pc:docMk/>
            <pc:sldMk cId="0" sldId="261"/>
            <ac:picMk id="2" creationId="{B7E728E8-3574-74EC-4AB7-EDCD78DC2799}"/>
          </ac:picMkLst>
        </pc:picChg>
      </pc:sldChg>
      <pc:sldChg chg="addSp modSp">
        <pc:chgData name="mir khalid" userId="8657f811ca555e42" providerId="LiveId" clId="{24199E9A-1AC2-4533-B1BA-DFACBEA44603}" dt="2025-08-26T09:31:03.995" v="12"/>
        <pc:sldMkLst>
          <pc:docMk/>
          <pc:sldMk cId="0" sldId="262"/>
        </pc:sldMkLst>
        <pc:picChg chg="add mod">
          <ac:chgData name="mir khalid" userId="8657f811ca555e42" providerId="LiveId" clId="{24199E9A-1AC2-4533-B1BA-DFACBEA44603}" dt="2025-08-26T09:31:03.995" v="12"/>
          <ac:picMkLst>
            <pc:docMk/>
            <pc:sldMk cId="0" sldId="262"/>
            <ac:picMk id="2" creationId="{441E8D05-DEF6-9791-323A-07A3CBD14086}"/>
          </ac:picMkLst>
        </pc:picChg>
      </pc:sldChg>
      <pc:sldChg chg="addSp modSp">
        <pc:chgData name="mir khalid" userId="8657f811ca555e42" providerId="LiveId" clId="{24199E9A-1AC2-4533-B1BA-DFACBEA44603}" dt="2025-08-26T09:30:50.138" v="7"/>
        <pc:sldMkLst>
          <pc:docMk/>
          <pc:sldMk cId="0" sldId="263"/>
        </pc:sldMkLst>
        <pc:picChg chg="add mod">
          <ac:chgData name="mir khalid" userId="8657f811ca555e42" providerId="LiveId" clId="{24199E9A-1AC2-4533-B1BA-DFACBEA44603}" dt="2025-08-26T09:30:50.138" v="7"/>
          <ac:picMkLst>
            <pc:docMk/>
            <pc:sldMk cId="0" sldId="263"/>
            <ac:picMk id="2" creationId="{32B1F2BF-2310-E252-8719-5BF37944CCE9}"/>
          </ac:picMkLst>
        </pc:picChg>
      </pc:sldChg>
      <pc:sldChg chg="addSp modSp">
        <pc:chgData name="mir khalid" userId="8657f811ca555e42" providerId="LiveId" clId="{24199E9A-1AC2-4533-B1BA-DFACBEA44603}" dt="2025-08-26T09:31:10.731" v="14"/>
        <pc:sldMkLst>
          <pc:docMk/>
          <pc:sldMk cId="0" sldId="264"/>
        </pc:sldMkLst>
        <pc:picChg chg="add mod">
          <ac:chgData name="mir khalid" userId="8657f811ca555e42" providerId="LiveId" clId="{24199E9A-1AC2-4533-B1BA-DFACBEA44603}" dt="2025-08-26T09:31:10.731" v="14"/>
          <ac:picMkLst>
            <pc:docMk/>
            <pc:sldMk cId="0" sldId="264"/>
            <ac:picMk id="2" creationId="{4A09C6C6-EF18-0767-0169-654FBB958C07}"/>
          </ac:picMkLst>
        </pc:picChg>
      </pc:sldChg>
      <pc:sldChg chg="addSp modSp">
        <pc:chgData name="mir khalid" userId="8657f811ca555e42" providerId="LiveId" clId="{24199E9A-1AC2-4533-B1BA-DFACBEA44603}" dt="2025-08-26T09:31:12.504" v="15"/>
        <pc:sldMkLst>
          <pc:docMk/>
          <pc:sldMk cId="0" sldId="265"/>
        </pc:sldMkLst>
        <pc:picChg chg="add mod">
          <ac:chgData name="mir khalid" userId="8657f811ca555e42" providerId="LiveId" clId="{24199E9A-1AC2-4533-B1BA-DFACBEA44603}" dt="2025-08-26T09:31:12.504" v="15"/>
          <ac:picMkLst>
            <pc:docMk/>
            <pc:sldMk cId="0" sldId="265"/>
            <ac:picMk id="2" creationId="{5B77315E-3F5D-DAB4-88A8-1E6E064DED18}"/>
          </ac:picMkLst>
        </pc:picChg>
      </pc:sldChg>
      <pc:sldChg chg="addSp modSp">
        <pc:chgData name="mir khalid" userId="8657f811ca555e42" providerId="LiveId" clId="{24199E9A-1AC2-4533-B1BA-DFACBEA44603}" dt="2025-08-26T09:31:21.673" v="17"/>
        <pc:sldMkLst>
          <pc:docMk/>
          <pc:sldMk cId="0" sldId="266"/>
        </pc:sldMkLst>
        <pc:picChg chg="add mod">
          <ac:chgData name="mir khalid" userId="8657f811ca555e42" providerId="LiveId" clId="{24199E9A-1AC2-4533-B1BA-DFACBEA44603}" dt="2025-08-26T09:31:14.210" v="16"/>
          <ac:picMkLst>
            <pc:docMk/>
            <pc:sldMk cId="0" sldId="266"/>
            <ac:picMk id="2" creationId="{09F9EC92-1CCC-8233-25F1-F6DFAC39BDB4}"/>
          </ac:picMkLst>
        </pc:picChg>
        <pc:picChg chg="add mod">
          <ac:chgData name="mir khalid" userId="8657f811ca555e42" providerId="LiveId" clId="{24199E9A-1AC2-4533-B1BA-DFACBEA44603}" dt="2025-08-26T09:31:21.673" v="17"/>
          <ac:picMkLst>
            <pc:docMk/>
            <pc:sldMk cId="0" sldId="266"/>
            <ac:picMk id="3" creationId="{423DBDC0-889F-3D1C-4737-2540E7223948}"/>
          </ac:picMkLst>
        </pc:picChg>
      </pc:sldChg>
      <pc:sldChg chg="addSp modSp">
        <pc:chgData name="mir khalid" userId="8657f811ca555e42" providerId="LiveId" clId="{24199E9A-1AC2-4533-B1BA-DFACBEA44603}" dt="2025-08-26T09:31:23.232" v="18"/>
        <pc:sldMkLst>
          <pc:docMk/>
          <pc:sldMk cId="0" sldId="267"/>
        </pc:sldMkLst>
        <pc:picChg chg="add mod">
          <ac:chgData name="mir khalid" userId="8657f811ca555e42" providerId="LiveId" clId="{24199E9A-1AC2-4533-B1BA-DFACBEA44603}" dt="2025-08-26T09:31:23.232" v="18"/>
          <ac:picMkLst>
            <pc:docMk/>
            <pc:sldMk cId="0" sldId="267"/>
            <ac:picMk id="2" creationId="{485EFA8B-BC2E-CEC1-5422-0D44B52A9AF5}"/>
          </ac:picMkLst>
        </pc:picChg>
      </pc:sldChg>
      <pc:sldChg chg="addSp modSp">
        <pc:chgData name="mir khalid" userId="8657f811ca555e42" providerId="LiveId" clId="{24199E9A-1AC2-4533-B1BA-DFACBEA44603}" dt="2025-08-26T09:31:54.954" v="31"/>
        <pc:sldMkLst>
          <pc:docMk/>
          <pc:sldMk cId="0" sldId="268"/>
        </pc:sldMkLst>
        <pc:picChg chg="add mod">
          <ac:chgData name="mir khalid" userId="8657f811ca555e42" providerId="LiveId" clId="{24199E9A-1AC2-4533-B1BA-DFACBEA44603}" dt="2025-08-26T09:31:54.954" v="31"/>
          <ac:picMkLst>
            <pc:docMk/>
            <pc:sldMk cId="0" sldId="268"/>
            <ac:picMk id="2" creationId="{D4F16DC0-6E34-04D9-E1BD-4C1B98B31E0E}"/>
          </ac:picMkLst>
        </pc:picChg>
      </pc:sldChg>
      <pc:sldChg chg="addSp modSp">
        <pc:chgData name="mir khalid" userId="8657f811ca555e42" providerId="LiveId" clId="{24199E9A-1AC2-4533-B1BA-DFACBEA44603}" dt="2025-08-26T09:30:43.416" v="5"/>
        <pc:sldMkLst>
          <pc:docMk/>
          <pc:sldMk cId="0" sldId="269"/>
        </pc:sldMkLst>
        <pc:picChg chg="add mod">
          <ac:chgData name="mir khalid" userId="8657f811ca555e42" providerId="LiveId" clId="{24199E9A-1AC2-4533-B1BA-DFACBEA44603}" dt="2025-08-26T09:30:43.416" v="5"/>
          <ac:picMkLst>
            <pc:docMk/>
            <pc:sldMk cId="0" sldId="269"/>
            <ac:picMk id="2" creationId="{37323B20-8B6E-C899-26BF-0FC491121DC7}"/>
          </ac:picMkLst>
        </pc:picChg>
      </pc:sldChg>
      <pc:sldChg chg="addSp modSp">
        <pc:chgData name="mir khalid" userId="8657f811ca555e42" providerId="LiveId" clId="{24199E9A-1AC2-4533-B1BA-DFACBEA44603}" dt="2025-08-26T09:31:25.131" v="19"/>
        <pc:sldMkLst>
          <pc:docMk/>
          <pc:sldMk cId="0" sldId="270"/>
        </pc:sldMkLst>
        <pc:picChg chg="add mod">
          <ac:chgData name="mir khalid" userId="8657f811ca555e42" providerId="LiveId" clId="{24199E9A-1AC2-4533-B1BA-DFACBEA44603}" dt="2025-08-26T09:31:25.131" v="19"/>
          <ac:picMkLst>
            <pc:docMk/>
            <pc:sldMk cId="0" sldId="270"/>
            <ac:picMk id="2" creationId="{04D20FC7-294F-2E99-AE58-4ED6F4519FF1}"/>
          </ac:picMkLst>
        </pc:picChg>
      </pc:sldChg>
      <pc:sldChg chg="addSp modSp">
        <pc:chgData name="mir khalid" userId="8657f811ca555e42" providerId="LiveId" clId="{24199E9A-1AC2-4533-B1BA-DFACBEA44603}" dt="2025-08-26T09:31:29.088" v="20"/>
        <pc:sldMkLst>
          <pc:docMk/>
          <pc:sldMk cId="0" sldId="271"/>
        </pc:sldMkLst>
        <pc:picChg chg="add mod">
          <ac:chgData name="mir khalid" userId="8657f811ca555e42" providerId="LiveId" clId="{24199E9A-1AC2-4533-B1BA-DFACBEA44603}" dt="2025-08-26T09:31:29.088" v="20"/>
          <ac:picMkLst>
            <pc:docMk/>
            <pc:sldMk cId="0" sldId="271"/>
            <ac:picMk id="2" creationId="{F000FE94-7A54-27B0-0441-BE6128EDAB63}"/>
          </ac:picMkLst>
        </pc:picChg>
      </pc:sldChg>
      <pc:sldChg chg="addSp modSp">
        <pc:chgData name="mir khalid" userId="8657f811ca555e42" providerId="LiveId" clId="{24199E9A-1AC2-4533-B1BA-DFACBEA44603}" dt="2025-08-26T09:30:57.908" v="9"/>
        <pc:sldMkLst>
          <pc:docMk/>
          <pc:sldMk cId="0" sldId="292"/>
        </pc:sldMkLst>
        <pc:picChg chg="add mod">
          <ac:chgData name="mir khalid" userId="8657f811ca555e42" providerId="LiveId" clId="{24199E9A-1AC2-4533-B1BA-DFACBEA44603}" dt="2025-08-26T09:30:57.908" v="9"/>
          <ac:picMkLst>
            <pc:docMk/>
            <pc:sldMk cId="0" sldId="292"/>
            <ac:picMk id="2" creationId="{6638C5F6-5D9F-B718-1D82-0078BEEED52D}"/>
          </ac:picMkLst>
        </pc:picChg>
      </pc:sldChg>
      <pc:sldChg chg="addSp modSp">
        <pc:chgData name="mir khalid" userId="8657f811ca555e42" providerId="LiveId" clId="{24199E9A-1AC2-4533-B1BA-DFACBEA44603}" dt="2025-08-26T09:31:00.268" v="10"/>
        <pc:sldMkLst>
          <pc:docMk/>
          <pc:sldMk cId="0" sldId="293"/>
        </pc:sldMkLst>
        <pc:picChg chg="add mod">
          <ac:chgData name="mir khalid" userId="8657f811ca555e42" providerId="LiveId" clId="{24199E9A-1AC2-4533-B1BA-DFACBEA44603}" dt="2025-08-26T09:31:00.268" v="10"/>
          <ac:picMkLst>
            <pc:docMk/>
            <pc:sldMk cId="0" sldId="293"/>
            <ac:picMk id="2" creationId="{5FD4EE44-E592-5984-F20A-258BC9B0883C}"/>
          </ac:picMkLst>
        </pc:picChg>
      </pc:sldChg>
      <pc:sldChg chg="addSp modSp">
        <pc:chgData name="mir khalid" userId="8657f811ca555e42" providerId="LiveId" clId="{24199E9A-1AC2-4533-B1BA-DFACBEA44603}" dt="2025-08-26T09:31:02.042" v="11"/>
        <pc:sldMkLst>
          <pc:docMk/>
          <pc:sldMk cId="0" sldId="294"/>
        </pc:sldMkLst>
        <pc:picChg chg="add mod">
          <ac:chgData name="mir khalid" userId="8657f811ca555e42" providerId="LiveId" clId="{24199E9A-1AC2-4533-B1BA-DFACBEA44603}" dt="2025-08-26T09:31:02.042" v="11"/>
          <ac:picMkLst>
            <pc:docMk/>
            <pc:sldMk cId="0" sldId="294"/>
            <ac:picMk id="2" creationId="{B7BBC9B9-BF6A-517C-AFAD-5E383D4CB789}"/>
          </ac:picMkLst>
        </pc:picChg>
      </pc:sldChg>
      <pc:sldChg chg="addSp modSp">
        <pc:chgData name="mir khalid" userId="8657f811ca555e42" providerId="LiveId" clId="{24199E9A-1AC2-4533-B1BA-DFACBEA44603}" dt="2025-08-26T09:31:09.026" v="13"/>
        <pc:sldMkLst>
          <pc:docMk/>
          <pc:sldMk cId="0" sldId="295"/>
        </pc:sldMkLst>
        <pc:picChg chg="add mod">
          <ac:chgData name="mir khalid" userId="8657f811ca555e42" providerId="LiveId" clId="{24199E9A-1AC2-4533-B1BA-DFACBEA44603}" dt="2025-08-26T09:31:09.026" v="13"/>
          <ac:picMkLst>
            <pc:docMk/>
            <pc:sldMk cId="0" sldId="295"/>
            <ac:picMk id="2" creationId="{4F4364E8-D5C7-582A-B82B-8872B7CA0192}"/>
          </ac:picMkLst>
        </pc:picChg>
      </pc:sldChg>
      <pc:sldChg chg="addSp modSp">
        <pc:chgData name="mir khalid" userId="8657f811ca555e42" providerId="LiveId" clId="{24199E9A-1AC2-4533-B1BA-DFACBEA44603}" dt="2025-08-26T09:31:30.749" v="21"/>
        <pc:sldMkLst>
          <pc:docMk/>
          <pc:sldMk cId="0" sldId="296"/>
        </pc:sldMkLst>
        <pc:picChg chg="add mod">
          <ac:chgData name="mir khalid" userId="8657f811ca555e42" providerId="LiveId" clId="{24199E9A-1AC2-4533-B1BA-DFACBEA44603}" dt="2025-08-26T09:31:30.749" v="21"/>
          <ac:picMkLst>
            <pc:docMk/>
            <pc:sldMk cId="0" sldId="296"/>
            <ac:picMk id="2" creationId="{67C24B42-0AEF-AB98-B1DA-FDDEBF9EFF10}"/>
          </ac:picMkLst>
        </pc:picChg>
      </pc:sldChg>
      <pc:sldChg chg="addSp modSp">
        <pc:chgData name="mir khalid" userId="8657f811ca555e42" providerId="LiveId" clId="{24199E9A-1AC2-4533-B1BA-DFACBEA44603}" dt="2025-08-26T09:31:32.115" v="22"/>
        <pc:sldMkLst>
          <pc:docMk/>
          <pc:sldMk cId="0" sldId="298"/>
        </pc:sldMkLst>
        <pc:picChg chg="add mod">
          <ac:chgData name="mir khalid" userId="8657f811ca555e42" providerId="LiveId" clId="{24199E9A-1AC2-4533-B1BA-DFACBEA44603}" dt="2025-08-26T09:31:32.115" v="22"/>
          <ac:picMkLst>
            <pc:docMk/>
            <pc:sldMk cId="0" sldId="298"/>
            <ac:picMk id="2" creationId="{3FBE8D09-D396-4DF2-1AC4-6359FC853A52}"/>
          </ac:picMkLst>
        </pc:picChg>
      </pc:sldChg>
      <pc:sldChg chg="addSp modSp">
        <pc:chgData name="mir khalid" userId="8657f811ca555e42" providerId="LiveId" clId="{24199E9A-1AC2-4533-B1BA-DFACBEA44603}" dt="2025-08-26T09:31:33.658" v="23"/>
        <pc:sldMkLst>
          <pc:docMk/>
          <pc:sldMk cId="0" sldId="299"/>
        </pc:sldMkLst>
        <pc:picChg chg="add mod">
          <ac:chgData name="mir khalid" userId="8657f811ca555e42" providerId="LiveId" clId="{24199E9A-1AC2-4533-B1BA-DFACBEA44603}" dt="2025-08-26T09:31:33.658" v="23"/>
          <ac:picMkLst>
            <pc:docMk/>
            <pc:sldMk cId="0" sldId="299"/>
            <ac:picMk id="2" creationId="{FF1B1310-B38A-53CB-9C5A-E2C255B0CB9F}"/>
          </ac:picMkLst>
        </pc:picChg>
      </pc:sldChg>
      <pc:sldChg chg="addSp modSp">
        <pc:chgData name="mir khalid" userId="8657f811ca555e42" providerId="LiveId" clId="{24199E9A-1AC2-4533-B1BA-DFACBEA44603}" dt="2025-08-26T09:31:37.772" v="24"/>
        <pc:sldMkLst>
          <pc:docMk/>
          <pc:sldMk cId="0" sldId="300"/>
        </pc:sldMkLst>
        <pc:picChg chg="add mod">
          <ac:chgData name="mir khalid" userId="8657f811ca555e42" providerId="LiveId" clId="{24199E9A-1AC2-4533-B1BA-DFACBEA44603}" dt="2025-08-26T09:31:37.772" v="24"/>
          <ac:picMkLst>
            <pc:docMk/>
            <pc:sldMk cId="0" sldId="300"/>
            <ac:picMk id="2" creationId="{1F9DA7D2-8A3B-44D5-C1C9-DF1CFD23FD4B}"/>
          </ac:picMkLst>
        </pc:picChg>
      </pc:sldChg>
      <pc:sldChg chg="addSp modSp">
        <pc:chgData name="mir khalid" userId="8657f811ca555e42" providerId="LiveId" clId="{24199E9A-1AC2-4533-B1BA-DFACBEA44603}" dt="2025-08-26T09:31:39.123" v="25"/>
        <pc:sldMkLst>
          <pc:docMk/>
          <pc:sldMk cId="0" sldId="301"/>
        </pc:sldMkLst>
        <pc:picChg chg="add mod">
          <ac:chgData name="mir khalid" userId="8657f811ca555e42" providerId="LiveId" clId="{24199E9A-1AC2-4533-B1BA-DFACBEA44603}" dt="2025-08-26T09:31:39.123" v="25"/>
          <ac:picMkLst>
            <pc:docMk/>
            <pc:sldMk cId="0" sldId="301"/>
            <ac:picMk id="2" creationId="{6C32D789-8771-5E2F-47F8-55E37695DBBC}"/>
          </ac:picMkLst>
        </pc:picChg>
      </pc:sldChg>
      <pc:sldChg chg="addSp modSp">
        <pc:chgData name="mir khalid" userId="8657f811ca555e42" providerId="LiveId" clId="{24199E9A-1AC2-4533-B1BA-DFACBEA44603}" dt="2025-08-26T09:31:40.712" v="26"/>
        <pc:sldMkLst>
          <pc:docMk/>
          <pc:sldMk cId="0" sldId="302"/>
        </pc:sldMkLst>
        <pc:picChg chg="add mod">
          <ac:chgData name="mir khalid" userId="8657f811ca555e42" providerId="LiveId" clId="{24199E9A-1AC2-4533-B1BA-DFACBEA44603}" dt="2025-08-26T09:31:40.712" v="26"/>
          <ac:picMkLst>
            <pc:docMk/>
            <pc:sldMk cId="0" sldId="302"/>
            <ac:picMk id="2" creationId="{331A5F6F-1C2B-7DA2-2A83-49E7702F75DF}"/>
          </ac:picMkLst>
        </pc:picChg>
      </pc:sldChg>
      <pc:sldChg chg="addSp modSp">
        <pc:chgData name="mir khalid" userId="8657f811ca555e42" providerId="LiveId" clId="{24199E9A-1AC2-4533-B1BA-DFACBEA44603}" dt="2025-08-26T09:31:43.789" v="27"/>
        <pc:sldMkLst>
          <pc:docMk/>
          <pc:sldMk cId="0" sldId="303"/>
        </pc:sldMkLst>
        <pc:picChg chg="add mod">
          <ac:chgData name="mir khalid" userId="8657f811ca555e42" providerId="LiveId" clId="{24199E9A-1AC2-4533-B1BA-DFACBEA44603}" dt="2025-08-26T09:31:43.789" v="27"/>
          <ac:picMkLst>
            <pc:docMk/>
            <pc:sldMk cId="0" sldId="303"/>
            <ac:picMk id="2" creationId="{9B7DAF00-4970-1717-AF8A-0C0E1A0F032B}"/>
          </ac:picMkLst>
        </pc:picChg>
      </pc:sldChg>
      <pc:sldChg chg="addSp modSp">
        <pc:chgData name="mir khalid" userId="8657f811ca555e42" providerId="LiveId" clId="{24199E9A-1AC2-4533-B1BA-DFACBEA44603}" dt="2025-08-26T09:31:45.393" v="28"/>
        <pc:sldMkLst>
          <pc:docMk/>
          <pc:sldMk cId="0" sldId="305"/>
        </pc:sldMkLst>
        <pc:picChg chg="add mod">
          <ac:chgData name="mir khalid" userId="8657f811ca555e42" providerId="LiveId" clId="{24199E9A-1AC2-4533-B1BA-DFACBEA44603}" dt="2025-08-26T09:31:45.393" v="28"/>
          <ac:picMkLst>
            <pc:docMk/>
            <pc:sldMk cId="0" sldId="305"/>
            <ac:picMk id="2" creationId="{1FCAF2F8-0C12-795F-C949-BB4365FCA842}"/>
          </ac:picMkLst>
        </pc:picChg>
      </pc:sldChg>
      <pc:sldChg chg="addSp modSp">
        <pc:chgData name="mir khalid" userId="8657f811ca555e42" providerId="LiveId" clId="{24199E9A-1AC2-4533-B1BA-DFACBEA44603}" dt="2025-08-26T09:31:47.299" v="29"/>
        <pc:sldMkLst>
          <pc:docMk/>
          <pc:sldMk cId="0" sldId="307"/>
        </pc:sldMkLst>
        <pc:picChg chg="add mod">
          <ac:chgData name="mir khalid" userId="8657f811ca555e42" providerId="LiveId" clId="{24199E9A-1AC2-4533-B1BA-DFACBEA44603}" dt="2025-08-26T09:31:47.299" v="29"/>
          <ac:picMkLst>
            <pc:docMk/>
            <pc:sldMk cId="0" sldId="307"/>
            <ac:picMk id="2" creationId="{F8012D0D-A6B0-6F59-7936-686AB911A383}"/>
          </ac:picMkLst>
        </pc:picChg>
      </pc:sldChg>
      <pc:sldChg chg="addSp modSp">
        <pc:chgData name="mir khalid" userId="8657f811ca555e42" providerId="LiveId" clId="{24199E9A-1AC2-4533-B1BA-DFACBEA44603}" dt="2025-08-26T09:31:51.295" v="30"/>
        <pc:sldMkLst>
          <pc:docMk/>
          <pc:sldMk cId="0" sldId="308"/>
        </pc:sldMkLst>
        <pc:picChg chg="add mod">
          <ac:chgData name="mir khalid" userId="8657f811ca555e42" providerId="LiveId" clId="{24199E9A-1AC2-4533-B1BA-DFACBEA44603}" dt="2025-08-26T09:31:51.295" v="30"/>
          <ac:picMkLst>
            <pc:docMk/>
            <pc:sldMk cId="0" sldId="308"/>
            <ac:picMk id="2" creationId="{11299014-E56D-3A67-BADD-C6D3734590EB}"/>
          </ac:picMkLst>
        </pc:picChg>
      </pc:sldChg>
      <pc:sldChg chg="addSp modSp">
        <pc:chgData name="mir khalid" userId="8657f811ca555e42" providerId="LiveId" clId="{24199E9A-1AC2-4533-B1BA-DFACBEA44603}" dt="2025-08-26T09:30:52.715" v="8"/>
        <pc:sldMkLst>
          <pc:docMk/>
          <pc:sldMk cId="1657936837" sldId="311"/>
        </pc:sldMkLst>
        <pc:picChg chg="add mod">
          <ac:chgData name="mir khalid" userId="8657f811ca555e42" providerId="LiveId" clId="{24199E9A-1AC2-4533-B1BA-DFACBEA44603}" dt="2025-08-26T09:30:52.715" v="8"/>
          <ac:picMkLst>
            <pc:docMk/>
            <pc:sldMk cId="1657936837" sldId="311"/>
            <ac:picMk id="4" creationId="{E931B4AC-9D8A-FF22-E268-077A62BB449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1A3BE6-F962-416C-96AF-968C4AD3E2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5AD50-E241-47FD-919C-B936C57EE3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fld id="{57510133-2BD4-4B6A-815F-93311AE76F63}" type="datetimeFigureOut">
              <a:rPr lang="en-US"/>
              <a:pPr>
                <a:defRPr/>
              </a:pPr>
              <a:t>8/26/2025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85B4903-95C3-47F2-BCD7-59D4D77454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FC5345BF-E898-4909-A741-02D70C40B9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7331E-E4D7-4E70-B6E1-C0B5089C664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BFA9E-87D3-44B1-8860-DC7778DF0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anose="020B0604020202020204" pitchFamily="34" charset="0"/>
              </a:defRPr>
            </a:lvl1pPr>
          </a:lstStyle>
          <a:p>
            <a:fld id="{2EFC9B68-BABB-4069-A751-B839275A6FC5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1) Simplex </a:t>
            </a:r>
            <a:r>
              <a:rPr lang="en-US" dirty="0"/>
              <a:t>2) Half-duplex 3) Full-duplex 4) </a:t>
            </a:r>
            <a:r>
              <a:rPr lang="en-US"/>
              <a:t>Simplex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FC9B68-BABB-4069-A751-B839275A6FC5}" type="slidenum">
              <a:rPr lang="en-IN" altLang="en-US" smtClean="0"/>
              <a:pPr/>
              <a:t>9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42426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</p:spPr>
        <p:txBody>
          <a:bodyPr/>
          <a:lstStyle>
            <a:lvl1pPr marL="0" indent="0" algn="ctr">
              <a:buNone/>
              <a:defRPr/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5FBE530-0DAF-207C-E028-9AE7433FC2D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285B9A-7D98-4F25-975F-C0D52874F5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2601748"/>
      </p:ext>
    </p:extLst>
  </p:cSld>
  <p:clrMapOvr>
    <a:masterClrMapping/>
  </p:clrMapOvr>
  <p:transition advClick="0" advTm="214725500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540A77D-952E-B973-B7D9-211A33401F2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D5613A-6F0B-4B39-A199-3E6AD8C261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3511703"/>
      </p:ext>
    </p:extLst>
  </p:cSld>
  <p:clrMapOvr>
    <a:masterClrMapping/>
  </p:clrMapOvr>
  <p:transition advClick="0" advTm="214725500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3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726" indent="0">
              <a:buNone/>
              <a:defRPr sz="1600"/>
            </a:lvl2pPr>
            <a:lvl3pPr marL="829452" indent="0">
              <a:buNone/>
              <a:defRPr sz="1500"/>
            </a:lvl3pPr>
            <a:lvl4pPr marL="1244178" indent="0">
              <a:buNone/>
              <a:defRPr sz="1300"/>
            </a:lvl4pPr>
            <a:lvl5pPr marL="1658904" indent="0">
              <a:buNone/>
              <a:defRPr sz="1300"/>
            </a:lvl5pPr>
            <a:lvl6pPr marL="2073631" indent="0">
              <a:buNone/>
              <a:defRPr sz="1300"/>
            </a:lvl6pPr>
            <a:lvl7pPr marL="2488357" indent="0">
              <a:buNone/>
              <a:defRPr sz="1300"/>
            </a:lvl7pPr>
            <a:lvl8pPr marL="2903083" indent="0">
              <a:buNone/>
              <a:defRPr sz="1300"/>
            </a:lvl8pPr>
            <a:lvl9pPr marL="3317809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84550CD-E560-2B4E-4281-F0BF3DA9149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ABA63A2-8755-42D2-BA9E-B1D9A1E721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2477630"/>
      </p:ext>
    </p:extLst>
  </p:cSld>
  <p:clrMapOvr>
    <a:masterClrMapping/>
  </p:clrMapOvr>
  <p:transition advClick="0" advTm="214725500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481" y="1604329"/>
            <a:ext cx="3983040" cy="4403982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7760" y="1604329"/>
            <a:ext cx="3984480" cy="4403982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2B255F-A584-03B5-2A39-047C0911CB1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2194BE-5E46-4B54-B11D-67D07BBDB3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4189606"/>
      </p:ext>
    </p:extLst>
  </p:cSld>
  <p:clrMapOvr>
    <a:masterClrMapping/>
  </p:clrMapOvr>
  <p:transition advClick="0" advTm="214725500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1" y="275070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1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1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DD1A5B1-DC92-D62B-6C29-F6C48E81752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8C2894-50E0-42EE-8367-4DC570C9C84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1066793"/>
      </p:ext>
    </p:extLst>
  </p:cSld>
  <p:clrMapOvr>
    <a:masterClrMapping/>
  </p:clrMapOvr>
  <p:transition advClick="0" advTm="214725500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76372FE-BA68-F67A-CBA6-9510932990F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AF998D-5FE8-4853-BB60-0490192A5A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9080051"/>
      </p:ext>
    </p:extLst>
  </p:cSld>
  <p:clrMapOvr>
    <a:masterClrMapping/>
  </p:clrMapOvr>
  <p:transition advClick="0" advTm="21472550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653D21AD-F882-1EF8-A503-FE06693D1CC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84B6F4-7767-441F-8E74-3A021C4831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5400304"/>
      </p:ext>
    </p:extLst>
  </p:cSld>
  <p:clrMapOvr>
    <a:masterClrMapping/>
  </p:clrMapOvr>
  <p:transition advClick="0" advTm="214725500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1" y="273629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1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1858BB-1F6D-CA59-6723-1E70FFF0AA3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0E06C6-FA04-4525-A6CB-69A5ED67CB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4451587"/>
      </p:ext>
    </p:extLst>
  </p:cSld>
  <p:clrMapOvr>
    <a:masterClrMapping/>
  </p:clrMapOvr>
  <p:transition advClick="0" advTm="214725500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1" y="4800025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1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726" indent="0">
              <a:buNone/>
              <a:defRPr sz="2500"/>
            </a:lvl2pPr>
            <a:lvl3pPr marL="829452" indent="0">
              <a:buNone/>
              <a:defRPr sz="2200"/>
            </a:lvl3pPr>
            <a:lvl4pPr marL="1244178" indent="0">
              <a:buNone/>
              <a:defRPr sz="1800"/>
            </a:lvl4pPr>
            <a:lvl5pPr marL="1658904" indent="0">
              <a:buNone/>
              <a:defRPr sz="1800"/>
            </a:lvl5pPr>
            <a:lvl6pPr marL="2073631" indent="0">
              <a:buNone/>
              <a:defRPr sz="1800"/>
            </a:lvl6pPr>
            <a:lvl7pPr marL="2488357" indent="0">
              <a:buNone/>
              <a:defRPr sz="1800"/>
            </a:lvl7pPr>
            <a:lvl8pPr marL="2903083" indent="0">
              <a:buNone/>
              <a:defRPr sz="1800"/>
            </a:lvl8pPr>
            <a:lvl9pPr marL="3317809" indent="0">
              <a:buNone/>
              <a:defRPr sz="18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1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DA606FA-2E79-A6A3-0A89-96C581E914BC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7B22EC-3C78-42BF-8F46-F2B216468A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0735880"/>
      </p:ext>
    </p:extLst>
  </p:cSld>
  <p:clrMapOvr>
    <a:masterClrMapping/>
  </p:clrMapOvr>
  <p:transition advClick="0" advTm="214725500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605BEDE-74E2-6E10-3022-3DCBEA0CF86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DFCEF0-719C-46CC-8206-B1B84120A1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0766007"/>
      </p:ext>
    </p:extLst>
  </p:cSld>
  <p:clrMapOvr>
    <a:masterClrMapping/>
  </p:clrMapOvr>
  <p:transition advClick="0" advTm="214725500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36160" y="273629"/>
            <a:ext cx="2026080" cy="57346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6481" y="273629"/>
            <a:ext cx="5941440" cy="57346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194D658-F6FF-C432-9FB1-FDF6391D71C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50DB2C-4DDC-4882-8A88-C1E0736F62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0524699"/>
      </p:ext>
    </p:extLst>
  </p:cSld>
  <p:clrMapOvr>
    <a:masterClrMapping/>
  </p:clrMapOvr>
  <p:transition advClick="0" advTm="214725500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481" y="273629"/>
            <a:ext cx="8105760" cy="102250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3B3ADF1-8B9E-6732-F8C9-2DC524CFA54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FF305E-44FD-4334-B94B-1473EB51468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7588943"/>
      </p:ext>
    </p:extLst>
  </p:cSld>
  <p:clrMapOvr>
    <a:masterClrMapping/>
  </p:clrMapOvr>
  <p:transition advClick="0" advTm="214725500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85DA9E5F-EAB4-E407-6118-DCAADB52AC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81639" tIns="42452" rIns="81639" bIns="4245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title text format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53226AAE-D482-7509-F021-42F7FFEC2F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105775" cy="440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0" tIns="1574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the outline text format</a:t>
            </a:r>
          </a:p>
          <a:p>
            <a:pPr lvl="1"/>
            <a:r>
              <a:rPr lang="en-GB" altLang="en-US"/>
              <a:t>Second Outline Level</a:t>
            </a:r>
          </a:p>
          <a:p>
            <a:pPr lvl="2"/>
            <a:r>
              <a:rPr lang="en-GB" altLang="en-US"/>
              <a:t>Third Outline Level</a:t>
            </a:r>
          </a:p>
          <a:p>
            <a:pPr lvl="3"/>
            <a:r>
              <a:rPr lang="en-GB" altLang="en-US"/>
              <a:t>Fourth Outline Level</a:t>
            </a:r>
          </a:p>
          <a:p>
            <a:pPr lvl="4"/>
            <a:r>
              <a:rPr lang="en-GB" altLang="en-US"/>
              <a:t>Fifth Outline Level</a:t>
            </a:r>
          </a:p>
          <a:p>
            <a:pPr lvl="4"/>
            <a:r>
              <a:rPr lang="en-GB" altLang="en-US"/>
              <a:t>Sixth Outline Level</a:t>
            </a:r>
          </a:p>
          <a:p>
            <a:pPr lvl="4"/>
            <a:r>
              <a:rPr lang="en-GB" altLang="en-US"/>
              <a:t>Seventh Outline Level</a:t>
            </a:r>
          </a:p>
          <a:p>
            <a:pPr lvl="4"/>
            <a:r>
              <a:rPr lang="en-GB" altLang="en-US"/>
              <a:t>Eighth Outline Level</a:t>
            </a:r>
          </a:p>
          <a:p>
            <a:pPr lvl="4"/>
            <a:r>
              <a:rPr lang="en-GB" altLang="en-US"/>
              <a:t>Ninth Outline Level</a:t>
            </a:r>
          </a:p>
        </p:txBody>
      </p:sp>
      <p:sp>
        <p:nvSpPr>
          <p:cNvPr id="1028" name="Text Box 3">
            <a:extLst>
              <a:ext uri="{FF2B5EF4-FFF2-40B4-BE49-F238E27FC236}">
                <a16:creationId xmlns:a16="http://schemas.microsoft.com/office/drawing/2014/main" id="{05CF5977-0A35-4B50-8AAE-162F6A5042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246813"/>
            <a:ext cx="2127250" cy="471487"/>
          </a:xfrm>
          <a:prstGeom prst="rect">
            <a:avLst/>
          </a:prstGeom>
          <a:noFill/>
          <a:ln>
            <a:noFill/>
          </a:ln>
        </p:spPr>
        <p:txBody>
          <a:bodyPr wrap="none" lIns="82945" tIns="41473" rIns="82945" bIns="41473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defRPr/>
            </a:pP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1029" name="Text Box 4">
            <a:extLst>
              <a:ext uri="{FF2B5EF4-FFF2-40B4-BE49-F238E27FC236}">
                <a16:creationId xmlns:a16="http://schemas.microsoft.com/office/drawing/2014/main" id="{E04375B5-C6A7-47B0-8ADC-5CF94724E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6246813"/>
            <a:ext cx="2897188" cy="471487"/>
          </a:xfrm>
          <a:prstGeom prst="rect">
            <a:avLst/>
          </a:prstGeom>
          <a:noFill/>
          <a:ln>
            <a:noFill/>
          </a:ln>
        </p:spPr>
        <p:txBody>
          <a:bodyPr wrap="none" lIns="82945" tIns="41473" rIns="82945" bIns="41473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defRPr/>
            </a:pPr>
            <a:endParaRPr lang="en-US">
              <a:latin typeface="Calibri" panose="020F050202020403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E0E743FD-43AE-4573-9ECD-E758D612E1A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6375" y="6246813"/>
            <a:ext cx="2006600" cy="3508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78000"/>
              </a:lnSpc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8A35EC82-01AC-4A22-8FDA-27814B04A94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advClick="0" advTm="2147255000"/>
  <p:txStyles>
    <p:titleStyle>
      <a:lvl1pPr algn="ctr" defTabSz="414338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14338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Calibri" pitchFamily="32" charset="0"/>
          <a:ea typeface="Lucida Sans Unicode" pitchFamily="32" charset="0"/>
          <a:cs typeface="Lucida Sans Unicode" pitchFamily="32" charset="0"/>
        </a:defRPr>
      </a:lvl2pPr>
      <a:lvl3pPr algn="ctr" defTabSz="414338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Calibri" pitchFamily="32" charset="0"/>
          <a:ea typeface="Lucida Sans Unicode" pitchFamily="32" charset="0"/>
          <a:cs typeface="Lucida Sans Unicode" pitchFamily="32" charset="0"/>
        </a:defRPr>
      </a:lvl3pPr>
      <a:lvl4pPr algn="ctr" defTabSz="414338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Calibri" pitchFamily="32" charset="0"/>
          <a:ea typeface="Lucida Sans Unicode" pitchFamily="32" charset="0"/>
          <a:cs typeface="Lucida Sans Unicode" pitchFamily="32" charset="0"/>
        </a:defRPr>
      </a:lvl4pPr>
      <a:lvl5pPr algn="ctr" defTabSz="414338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Calibri" pitchFamily="32" charset="0"/>
          <a:ea typeface="Lucida Sans Unicode" pitchFamily="32" charset="0"/>
          <a:cs typeface="Lucida Sans Unicode" pitchFamily="32" charset="0"/>
        </a:defRPr>
      </a:lvl5pPr>
      <a:lvl6pPr marL="2280994" indent="-207363" algn="ctr" defTabSz="414726" rtl="0" eaLnBrk="1" fontAlgn="base" hangingPunct="1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000000"/>
          </a:solidFill>
          <a:latin typeface="Calibri" pitchFamily="32" charset="0"/>
          <a:ea typeface="Lucida Sans Unicode" pitchFamily="32" charset="0"/>
          <a:cs typeface="Lucida Sans Unicode" pitchFamily="32" charset="0"/>
        </a:defRPr>
      </a:lvl6pPr>
      <a:lvl7pPr marL="2695720" indent="-207363" algn="ctr" defTabSz="414726" rtl="0" eaLnBrk="1" fontAlgn="base" hangingPunct="1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000000"/>
          </a:solidFill>
          <a:latin typeface="Calibri" pitchFamily="32" charset="0"/>
          <a:ea typeface="Lucida Sans Unicode" pitchFamily="32" charset="0"/>
          <a:cs typeface="Lucida Sans Unicode" pitchFamily="32" charset="0"/>
        </a:defRPr>
      </a:lvl7pPr>
      <a:lvl8pPr marL="3110446" indent="-207363" algn="ctr" defTabSz="414726" rtl="0" eaLnBrk="1" fontAlgn="base" hangingPunct="1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000000"/>
          </a:solidFill>
          <a:latin typeface="Calibri" pitchFamily="32" charset="0"/>
          <a:ea typeface="Lucida Sans Unicode" pitchFamily="32" charset="0"/>
          <a:cs typeface="Lucida Sans Unicode" pitchFamily="32" charset="0"/>
        </a:defRPr>
      </a:lvl8pPr>
      <a:lvl9pPr marL="3525172" indent="-207363" algn="ctr" defTabSz="414726" rtl="0" eaLnBrk="1" fontAlgn="base" hangingPunct="1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000">
          <a:solidFill>
            <a:srgbClr val="000000"/>
          </a:solidFill>
          <a:latin typeface="Calibri" pitchFamily="32" charset="0"/>
          <a:ea typeface="Lucida Sans Unicode" pitchFamily="32" charset="0"/>
          <a:cs typeface="Lucida Sans Unicode" pitchFamily="32" charset="0"/>
        </a:defRPr>
      </a:lvl9pPr>
    </p:titleStyle>
    <p:bodyStyle>
      <a:lvl1pPr marL="309563" indent="-309563" algn="l" defTabSz="414338" rtl="0" eaLnBrk="0" fontAlgn="base" hangingPunct="0">
        <a:lnSpc>
          <a:spcPct val="97000"/>
        </a:lnSpc>
        <a:spcBef>
          <a:spcPct val="0"/>
        </a:spcBef>
        <a:spcAft>
          <a:spcPts val="1288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900">
          <a:solidFill>
            <a:srgbClr val="000000"/>
          </a:solidFill>
          <a:latin typeface="+mn-lt"/>
          <a:ea typeface="+mn-ea"/>
          <a:cs typeface="+mn-cs"/>
        </a:defRPr>
      </a:lvl1pPr>
      <a:lvl2pPr marL="673100" indent="-258763" algn="l" defTabSz="414338" rtl="0" eaLnBrk="0" fontAlgn="base" hangingPunct="0">
        <a:lnSpc>
          <a:spcPct val="97000"/>
        </a:lnSpc>
        <a:spcBef>
          <a:spcPct val="0"/>
        </a:spcBef>
        <a:spcAft>
          <a:spcPts val="1038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500">
          <a:solidFill>
            <a:srgbClr val="000000"/>
          </a:solidFill>
          <a:latin typeface="+mn-lt"/>
          <a:ea typeface="+mn-ea"/>
          <a:cs typeface="+mn-cs"/>
        </a:defRPr>
      </a:lvl2pPr>
      <a:lvl3pPr marL="1036638" indent="-206375" algn="l" defTabSz="414338" rtl="0" eaLnBrk="0" fontAlgn="base" hangingPunct="0">
        <a:lnSpc>
          <a:spcPct val="97000"/>
        </a:lnSpc>
        <a:spcBef>
          <a:spcPct val="0"/>
        </a:spcBef>
        <a:spcAft>
          <a:spcPts val="775"/>
        </a:spcAft>
        <a:buClr>
          <a:srgbClr val="000000"/>
        </a:buClr>
        <a:buSzPct val="100000"/>
        <a:buFont typeface="Times New Roman" panose="02020603050405020304" pitchFamily="18" charset="0"/>
        <a:buChar char="•"/>
        <a:defRPr sz="2200">
          <a:solidFill>
            <a:srgbClr val="000000"/>
          </a:solidFill>
          <a:latin typeface="+mn-lt"/>
          <a:ea typeface="+mn-ea"/>
          <a:cs typeface="+mn-cs"/>
        </a:defRPr>
      </a:lvl3pPr>
      <a:lvl4pPr marL="1450975" indent="-206375" algn="l" defTabSz="414338" rtl="0" eaLnBrk="0" fontAlgn="base" hangingPunct="0">
        <a:lnSpc>
          <a:spcPct val="97000"/>
        </a:lnSpc>
        <a:spcBef>
          <a:spcPct val="0"/>
        </a:spcBef>
        <a:spcAft>
          <a:spcPts val="525"/>
        </a:spcAft>
        <a:buClr>
          <a:srgbClr val="000000"/>
        </a:buClr>
        <a:buSzPct val="100000"/>
        <a:buFont typeface="Times New Roman" panose="02020603050405020304" pitchFamily="18" charset="0"/>
        <a:buChar char="–"/>
        <a:defRPr sz="2000">
          <a:solidFill>
            <a:srgbClr val="000000"/>
          </a:solidFill>
          <a:latin typeface="+mn-lt"/>
          <a:ea typeface="+mn-ea"/>
          <a:cs typeface="+mn-cs"/>
        </a:defRPr>
      </a:lvl4pPr>
      <a:lvl5pPr marL="1865313" indent="-206375" algn="l" defTabSz="414338" rtl="0" eaLnBrk="0" fontAlgn="base" hangingPunct="0">
        <a:lnSpc>
          <a:spcPct val="97000"/>
        </a:lnSpc>
        <a:spcBef>
          <a:spcPct val="0"/>
        </a:spcBef>
        <a:spcAft>
          <a:spcPts val="263"/>
        </a:spcAft>
        <a:buClr>
          <a:srgbClr val="000000"/>
        </a:buClr>
        <a:buSzPct val="100000"/>
        <a:buFont typeface="Times New Roman" panose="02020603050405020304" pitchFamily="18" charset="0"/>
        <a:buChar char="»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280994" indent="-207363" algn="l" defTabSz="414726" rtl="0" eaLnBrk="1" fontAlgn="base" hangingPunct="1">
        <a:lnSpc>
          <a:spcPct val="97000"/>
        </a:lnSpc>
        <a:spcBef>
          <a:spcPct val="0"/>
        </a:spcBef>
        <a:spcAft>
          <a:spcPts val="261"/>
        </a:spcAft>
        <a:buClr>
          <a:srgbClr val="000000"/>
        </a:buClr>
        <a:buSzPct val="100000"/>
        <a:buFont typeface="Times New Roman" pitchFamily="16" charset="0"/>
        <a:defRPr sz="1800">
          <a:solidFill>
            <a:srgbClr val="000000"/>
          </a:solidFill>
          <a:latin typeface="+mn-lt"/>
          <a:ea typeface="+mn-ea"/>
          <a:cs typeface="+mn-cs"/>
        </a:defRPr>
      </a:lvl6pPr>
      <a:lvl7pPr marL="2695720" indent="-207363" algn="l" defTabSz="414726" rtl="0" eaLnBrk="1" fontAlgn="base" hangingPunct="1">
        <a:lnSpc>
          <a:spcPct val="97000"/>
        </a:lnSpc>
        <a:spcBef>
          <a:spcPct val="0"/>
        </a:spcBef>
        <a:spcAft>
          <a:spcPts val="261"/>
        </a:spcAft>
        <a:buClr>
          <a:srgbClr val="000000"/>
        </a:buClr>
        <a:buSzPct val="100000"/>
        <a:buFont typeface="Times New Roman" pitchFamily="16" charset="0"/>
        <a:defRPr sz="1800">
          <a:solidFill>
            <a:srgbClr val="000000"/>
          </a:solidFill>
          <a:latin typeface="+mn-lt"/>
          <a:ea typeface="+mn-ea"/>
          <a:cs typeface="+mn-cs"/>
        </a:defRPr>
      </a:lvl7pPr>
      <a:lvl8pPr marL="3110446" indent="-207363" algn="l" defTabSz="414726" rtl="0" eaLnBrk="1" fontAlgn="base" hangingPunct="1">
        <a:lnSpc>
          <a:spcPct val="97000"/>
        </a:lnSpc>
        <a:spcBef>
          <a:spcPct val="0"/>
        </a:spcBef>
        <a:spcAft>
          <a:spcPts val="261"/>
        </a:spcAft>
        <a:buClr>
          <a:srgbClr val="000000"/>
        </a:buClr>
        <a:buSzPct val="100000"/>
        <a:buFont typeface="Times New Roman" pitchFamily="16" charset="0"/>
        <a:defRPr sz="1800">
          <a:solidFill>
            <a:srgbClr val="000000"/>
          </a:solidFill>
          <a:latin typeface="+mn-lt"/>
          <a:ea typeface="+mn-ea"/>
          <a:cs typeface="+mn-cs"/>
        </a:defRPr>
      </a:lvl8pPr>
      <a:lvl9pPr marL="3525172" indent="-207363" algn="l" defTabSz="414726" rtl="0" eaLnBrk="1" fontAlgn="base" hangingPunct="1">
        <a:lnSpc>
          <a:spcPct val="97000"/>
        </a:lnSpc>
        <a:spcBef>
          <a:spcPct val="0"/>
        </a:spcBef>
        <a:spcAft>
          <a:spcPts val="261"/>
        </a:spcAft>
        <a:buClr>
          <a:srgbClr val="000000"/>
        </a:buClr>
        <a:buSzPct val="100000"/>
        <a:buFont typeface="Times New Roman" pitchFamily="16" charset="0"/>
        <a:defRPr sz="18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726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452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4178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904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3631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8357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3083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7809" algn="l" defTabSz="829452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5DA0EED-D37E-42C6-8203-62877477B7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509963"/>
            <a:ext cx="6400800" cy="121920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CSE306: Computer Network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075" name="Title 4">
            <a:extLst>
              <a:ext uri="{FF2B5EF4-FFF2-40B4-BE49-F238E27FC236}">
                <a16:creationId xmlns:a16="http://schemas.microsoft.com/office/drawing/2014/main" id="{C28412A8-244C-4F76-A077-85ACA526C48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71600" y="1262063"/>
            <a:ext cx="6248400" cy="1470025"/>
          </a:xfrm>
          <a:gradFill flip="none" rotWithShape="1">
            <a:gsLst>
              <a:gs pos="0">
                <a:srgbClr val="C00000"/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rgbClr val="9900CC">
                  <a:alpha val="57000"/>
                </a:srgb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solidFill>
              <a:srgbClr val="0070C0"/>
            </a:solidFill>
          </a:ln>
        </p:spPr>
        <p:txBody>
          <a:bodyPr/>
          <a:lstStyle/>
          <a:p>
            <a:pPr>
              <a:defRPr/>
            </a:pPr>
            <a:r>
              <a:rPr lang="en-US" alt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altLang="en-US" sz="60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5AF0A77-9632-511D-6D6F-A0407BC6E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0" cy="423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7" descr="A person standing next to several laptops&#10;&#10;Description automatically generated">
            <a:extLst>
              <a:ext uri="{FF2B5EF4-FFF2-40B4-BE49-F238E27FC236}">
                <a16:creationId xmlns:a16="http://schemas.microsoft.com/office/drawing/2014/main" id="{14961415-0826-22C6-E5F9-5697B4543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26038"/>
            <a:ext cx="9144000" cy="173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E1033BC-29EF-D6BF-6979-C3B5E234B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598488"/>
            <a:ext cx="8105775" cy="1022350"/>
          </a:xfrm>
        </p:spPr>
        <p:txBody>
          <a:bodyPr/>
          <a:lstStyle/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Computer Networks ?</a:t>
            </a:r>
            <a:endParaRPr lang="en-US" altLang="en-US"/>
          </a:p>
        </p:txBody>
      </p:sp>
      <p:sp>
        <p:nvSpPr>
          <p:cNvPr id="8195" name="Content Placeholder 2">
            <a:extLst>
              <a:ext uri="{FF2B5EF4-FFF2-40B4-BE49-F238E27FC236}">
                <a16:creationId xmlns:a16="http://schemas.microsoft.com/office/drawing/2014/main" id="{1B1D13C0-4196-EBC9-E500-7726AEE7A4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28800"/>
            <a:ext cx="8105775" cy="417988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interconnected devices</a:t>
            </a:r>
          </a:p>
          <a:p>
            <a:pPr>
              <a:lnSpc>
                <a:spcPct val="150000"/>
              </a:lnSpc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Enables resource sharing</a:t>
            </a:r>
          </a:p>
          <a:p>
            <a:pPr>
              <a:lnSpc>
                <a:spcPct val="150000"/>
              </a:lnSpc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Facilitates information exchange</a:t>
            </a:r>
          </a:p>
          <a:p>
            <a:pPr>
              <a:lnSpc>
                <a:spcPct val="150000"/>
              </a:lnSpc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Improves communication efficiency</a:t>
            </a:r>
          </a:p>
          <a:p>
            <a:pPr>
              <a:lnSpc>
                <a:spcPct val="150000"/>
              </a:lnSpc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collaboration and connectivity</a:t>
            </a:r>
          </a:p>
          <a:p>
            <a:pPr>
              <a:lnSpc>
                <a:spcPct val="150000"/>
              </a:lnSpc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Forms the backbone of IT systems</a:t>
            </a:r>
            <a:endParaRPr lang="en-US" altLang="en-US" sz="2400"/>
          </a:p>
          <a:p>
            <a:endParaRPr lang="en-US" altLang="en-US" sz="240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A1974BF5-F365-A58E-198A-C6D17D70D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" y="113506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Content Placeholder 4">
            <a:extLst>
              <a:ext uri="{FF2B5EF4-FFF2-40B4-BE49-F238E27FC236}">
                <a16:creationId xmlns:a16="http://schemas.microsoft.com/office/drawing/2014/main" id="{B7BFC144-DDE7-1110-47D4-94CCF1CDF0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213" y="990600"/>
            <a:ext cx="8991600" cy="6119813"/>
          </a:xfrm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F80E854A-7C6E-0694-E73B-97C2DCAE4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1B010873-A87C-58D7-3CEC-D281B48A47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4975" y="849313"/>
            <a:ext cx="8105775" cy="1022350"/>
          </a:xfrm>
        </p:spPr>
        <p:txBody>
          <a:bodyPr/>
          <a:lstStyle/>
          <a:p>
            <a:r>
              <a:rPr lang="en-GB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Use of Computer Networks in real life:</a:t>
            </a:r>
            <a:endParaRPr lang="en-US" altLang="en-US" sz="3600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BA0584DA-3477-4FBE-BD59-A1CF738D9D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internet </a:t>
            </a:r>
          </a:p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shopping </a:t>
            </a:r>
          </a:p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Wearable health care systems </a:t>
            </a:r>
          </a:p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Television </a:t>
            </a:r>
          </a:p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area network (PAN) </a:t>
            </a:r>
          </a:p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</a:pPr>
            <a:r>
              <a:rPr lang="en-US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networks </a:t>
            </a:r>
          </a:p>
          <a:p>
            <a:pPr defTabSz="914400"/>
            <a:endParaRPr lang="en-US" altLang="en-US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06FB76F-F96F-DE79-BDC2-A5650C7DD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52938301-8497-4270-176B-CFB75E223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endParaRPr lang="en-US" altLang="en-US"/>
          </a:p>
        </p:txBody>
      </p:sp>
      <p:sp>
        <p:nvSpPr>
          <p:cNvPr id="6147" name="Content Placeholder 2">
            <a:extLst>
              <a:ext uri="{FF2B5EF4-FFF2-40B4-BE49-F238E27FC236}">
                <a16:creationId xmlns:a16="http://schemas.microsoft.com/office/drawing/2014/main" id="{E37CD7ED-5257-9120-86FE-7A8C486767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105775" cy="4953000"/>
          </a:xfrm>
        </p:spPr>
        <p:txBody>
          <a:bodyPr/>
          <a:lstStyle/>
          <a:p>
            <a:pPr marL="0" indent="0" defTabSz="914400">
              <a:lnSpc>
                <a:spcPct val="100000"/>
              </a:lnSpc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</a:pPr>
            <a:r>
              <a:rPr lang="en-GB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</a:p>
          <a:p>
            <a:pPr marL="0" indent="0" defTabSz="914400">
              <a:lnSpc>
                <a:spcPct val="100000"/>
              </a:lnSpc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</a:pPr>
            <a:endParaRPr lang="en-GB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00000"/>
              </a:lnSpc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</a:pPr>
            <a:r>
              <a:rPr lang="en-GB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email and messaging services.</a:t>
            </a:r>
          </a:p>
          <a:p>
            <a:pPr marL="0" indent="0" defTabSz="914400">
              <a:lnSpc>
                <a:spcPct val="100000"/>
              </a:lnSpc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</a:pPr>
            <a:endParaRPr lang="en-GB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00000"/>
              </a:lnSpc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</a:pPr>
            <a:r>
              <a:rPr lang="en-GB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Sharing</a:t>
            </a:r>
          </a:p>
          <a:p>
            <a:pPr marL="0" indent="0" defTabSz="914400">
              <a:lnSpc>
                <a:spcPct val="100000"/>
              </a:lnSpc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</a:pPr>
            <a:endParaRPr lang="en-GB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00000"/>
              </a:lnSpc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</a:pPr>
            <a:r>
              <a:rPr lang="en-GB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file transfers and shared drives.</a:t>
            </a:r>
          </a:p>
          <a:p>
            <a:pPr marL="0" indent="0" defTabSz="914400">
              <a:lnSpc>
                <a:spcPct val="100000"/>
              </a:lnSpc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</a:pPr>
            <a:endParaRPr lang="en-GB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00000"/>
              </a:lnSpc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</a:pPr>
            <a:r>
              <a:rPr lang="en-GB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Access</a:t>
            </a:r>
          </a:p>
          <a:p>
            <a:pPr marL="0" indent="0" defTabSz="914400">
              <a:lnSpc>
                <a:spcPct val="100000"/>
              </a:lnSpc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</a:pPr>
            <a:endParaRPr lang="en-GB" altLang="en-US" sz="2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00000"/>
              </a:lnSpc>
              <a:spcAft>
                <a:spcPct val="0"/>
              </a:spcAft>
              <a:buClrTx/>
              <a:buSzTx/>
              <a:buFont typeface="Times New Roman" panose="02020603050405020304" pitchFamily="18" charset="0"/>
              <a:buNone/>
            </a:pPr>
            <a:r>
              <a:rPr lang="en-GB" altLang="en-US"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LANs to the global internet.</a:t>
            </a:r>
            <a:endParaRPr lang="en-US" altLang="en-US" sz="240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CC85743-A173-4031-C513-93EE7B401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ontent Placeholder 2">
            <a:extLst>
              <a:ext uri="{FF2B5EF4-FFF2-40B4-BE49-F238E27FC236}">
                <a16:creationId xmlns:a16="http://schemas.microsoft.com/office/drawing/2014/main" id="{AA86285B-1B3B-41A1-B30A-D46E950B0E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838200"/>
            <a:ext cx="8105775" cy="5170488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Times New Roman" panose="02020603050405020304" pitchFamily="18" charset="0"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pPr marL="0" indent="0">
              <a:lnSpc>
                <a:spcPct val="150000"/>
              </a:lnSpc>
              <a:buFont typeface="Times New Roman" panose="02020603050405020304" pitchFamily="18" charset="0"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Provides remote storage and applications.</a:t>
            </a:r>
          </a:p>
          <a:p>
            <a:pPr marL="0" indent="0">
              <a:lnSpc>
                <a:spcPct val="150000"/>
              </a:lnSpc>
              <a:buFont typeface="Times New Roman" panose="02020603050405020304" pitchFamily="18" charset="0"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</a:p>
          <a:p>
            <a:pPr marL="0" indent="0">
              <a:lnSpc>
                <a:spcPct val="150000"/>
              </a:lnSpc>
              <a:buFont typeface="Times New Roman" panose="02020603050405020304" pitchFamily="18" charset="0"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Connects smart home devices like Alexa.</a:t>
            </a:r>
          </a:p>
          <a:p>
            <a:pPr marL="0" indent="0">
              <a:lnSpc>
                <a:spcPct val="150000"/>
              </a:lnSpc>
              <a:buFont typeface="Times New Roman" panose="02020603050405020304" pitchFamily="18" charset="0"/>
              <a:buNone/>
            </a:pPr>
            <a:r>
              <a:rPr lang="en-GB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</a:t>
            </a:r>
          </a:p>
          <a:p>
            <a:pPr marL="0" indent="0">
              <a:lnSpc>
                <a:spcPct val="150000"/>
              </a:lnSpc>
              <a:buFont typeface="Times New Roman" panose="02020603050405020304" pitchFamily="18" charset="0"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Enhances teamwork with shared resources.</a:t>
            </a:r>
          </a:p>
          <a:p>
            <a:pPr marL="0" indent="0">
              <a:buFont typeface="Times New Roman" panose="02020603050405020304" pitchFamily="18" charset="0"/>
              <a:buNone/>
            </a:pPr>
            <a:endParaRPr lang="en-GB" altLang="en-US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37323B20-8B6E-C899-26BF-0FC491121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DA04ABFC-2A87-E7B7-4010-3FCC83039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8105775" cy="1022350"/>
          </a:xfrm>
        </p:spPr>
        <p:txBody>
          <a:bodyPr/>
          <a:lstStyle/>
          <a:p>
            <a:r>
              <a:rPr lang="en-US" altLang="en-US" sz="3700" b="1">
                <a:solidFill>
                  <a:schemeClr val="tx1"/>
                </a:solidFill>
                <a:latin typeface="Times New Roman" panose="02020603050405020304" pitchFamily="18" charset="0"/>
              </a:rPr>
              <a:t>Components of a Data Communication System</a:t>
            </a:r>
            <a:endParaRPr lang="en-US" altLang="en-US" sz="3700" b="1">
              <a:solidFill>
                <a:schemeClr val="tx1"/>
              </a:solidFill>
            </a:endParaRPr>
          </a:p>
        </p:txBody>
      </p:sp>
      <p:pic>
        <p:nvPicPr>
          <p:cNvPr id="9219" name="Picture 6">
            <a:extLst>
              <a:ext uri="{FF2B5EF4-FFF2-40B4-BE49-F238E27FC236}">
                <a16:creationId xmlns:a16="http://schemas.microsoft.com/office/drawing/2014/main" id="{B991BDE8-9D93-10FE-473C-C305C1D69C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760663"/>
            <a:ext cx="8105775" cy="2725737"/>
          </a:xfrm>
          <a:noFill/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B7E728E8-3574-74EC-4AB7-EDCD78DC2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8E718F9E-C7A3-31E6-E094-CDF7F0D479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8105775" cy="1022350"/>
          </a:xfrm>
        </p:spPr>
        <p:txBody>
          <a:bodyPr/>
          <a:lstStyle/>
          <a:p>
            <a:r>
              <a:rPr lang="en-US" altLang="en-US" sz="37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Data flow (Simplex, Half-duplex, and Full-duplex</a:t>
            </a:r>
            <a:endParaRPr lang="en-US" altLang="en-US" sz="3700" b="1" dirty="0">
              <a:solidFill>
                <a:schemeClr val="tx1"/>
              </a:solidFill>
            </a:endParaRPr>
          </a:p>
        </p:txBody>
      </p:sp>
      <p:pic>
        <p:nvPicPr>
          <p:cNvPr id="10243" name="Picture 6">
            <a:extLst>
              <a:ext uri="{FF2B5EF4-FFF2-40B4-BE49-F238E27FC236}">
                <a16:creationId xmlns:a16="http://schemas.microsoft.com/office/drawing/2014/main" id="{2468E0EE-42AE-F401-74CD-79399B0090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828800"/>
            <a:ext cx="7315200" cy="4572000"/>
          </a:xfrm>
          <a:noFill/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32B1F2BF-2310-E252-8719-5BF37944C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90352-3242-41C5-B855-397F23CA0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12" y="1447800"/>
            <a:ext cx="8105775" cy="1022350"/>
          </a:xfrm>
        </p:spPr>
        <p:txBody>
          <a:bodyPr/>
          <a:lstStyle/>
          <a:p>
            <a:r>
              <a:rPr lang="en-US" sz="3600" b="1" dirty="0"/>
              <a:t>Rhyme Puzzle: “Three Lanes of Chat”</a:t>
            </a:r>
            <a:br>
              <a:rPr lang="en-US" sz="3600" b="1" dirty="0"/>
            </a:br>
            <a:r>
              <a:rPr lang="en-US" sz="3600" dirty="0"/>
              <a:t>I’m three kinds of talking on digital streets,</a:t>
            </a:r>
            <a:br>
              <a:rPr lang="en-US" sz="3600" dirty="0"/>
            </a:br>
            <a:r>
              <a:rPr lang="en-US" sz="3600" dirty="0"/>
              <a:t>Guess which lane each riddle meets.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8DD2C-ACF9-49D6-9950-0154D9DDE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743200"/>
            <a:ext cx="8105775" cy="4403725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1800" dirty="0"/>
              <a:t>A lighthouse of packets beams out to the bay—</a:t>
            </a:r>
            <a:br>
              <a:rPr lang="en-US" sz="1800" dirty="0"/>
            </a:br>
            <a:r>
              <a:rPr lang="en-US" sz="1800" dirty="0"/>
              <a:t>Many can hear me, none answer my way.</a:t>
            </a:r>
            <a:br>
              <a:rPr lang="en-US" sz="1800" dirty="0"/>
            </a:br>
            <a:r>
              <a:rPr lang="en-US" sz="1800" dirty="0"/>
              <a:t>Which lane am I?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Tap, wait, then reply—like kids with one mic.</a:t>
            </a:r>
            <a:br>
              <a:rPr lang="en-US" sz="1800" dirty="0"/>
            </a:br>
            <a:r>
              <a:rPr lang="en-US" sz="1800" dirty="0"/>
              <a:t>Only one voice at once; then we swap when we like.</a:t>
            </a:r>
            <a:br>
              <a:rPr lang="en-US" sz="1800" dirty="0"/>
            </a:br>
            <a:r>
              <a:rPr lang="en-US" sz="1800" dirty="0"/>
              <a:t>Which lane am I?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Two rivers run side by side, never collide;</a:t>
            </a:r>
            <a:br>
              <a:rPr lang="en-US" sz="1800" dirty="0"/>
            </a:br>
            <a:r>
              <a:rPr lang="en-US" sz="1800" dirty="0"/>
              <a:t>We both speak at once as the bits glide.</a:t>
            </a:r>
            <a:br>
              <a:rPr lang="en-US" sz="1800" dirty="0"/>
            </a:br>
            <a:r>
              <a:rPr lang="en-US" sz="1800" dirty="0"/>
              <a:t>Which lane am I?</a:t>
            </a:r>
          </a:p>
          <a:p>
            <a:pPr>
              <a:buFont typeface="+mj-lt"/>
              <a:buAutoNum type="arabicPeriod"/>
            </a:pPr>
            <a:r>
              <a:rPr lang="en-US" sz="1800" dirty="0"/>
              <a:t>Siren that shrieks to all floors in the hall;</a:t>
            </a:r>
            <a:br>
              <a:rPr lang="en-US" sz="1800" dirty="0"/>
            </a:br>
            <a:r>
              <a:rPr lang="en-US" sz="1800" dirty="0"/>
              <a:t>It never takes feedback—it just warns them all.</a:t>
            </a:r>
            <a:br>
              <a:rPr lang="en-US" sz="1800" dirty="0"/>
            </a:br>
            <a:r>
              <a:rPr lang="en-US" sz="1800" dirty="0"/>
              <a:t>Which lane am I?</a:t>
            </a:r>
          </a:p>
          <a:p>
            <a:endParaRPr lang="en-IN" sz="18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931B4AC-9D8A-FF22-E268-077A62BB4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7936837"/>
      </p:ext>
    </p:extLst>
  </p:cSld>
  <p:clrMapOvr>
    <a:masterClrMapping/>
  </p:clrMapOvr>
  <p:transition advClick="0" advTm="214725500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9C42D81-A228-CEBF-C82A-3A3E26C0FD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Networks and Types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CCAE68CA-D28F-9EA1-0302-C6D05528DD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Local Area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MAN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Metropolitan Area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WAN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Wide Area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PAN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 Personal Area Network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WLAN:</a:t>
            </a:r>
            <a:r>
              <a:rPr lang="en-GB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Wireless Local Area Network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638C5F6-5D9F-B718-1D82-0078BEEED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6D8BABC8-3654-E29E-34A3-DCA1B7823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4975" y="609600"/>
            <a:ext cx="8105775" cy="1022350"/>
          </a:xfrm>
        </p:spPr>
        <p:txBody>
          <a:bodyPr/>
          <a:lstStyle/>
          <a:p>
            <a:pPr algn="l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LAN: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Local Area Network</a:t>
            </a:r>
          </a:p>
        </p:txBody>
      </p:sp>
      <p:sp>
        <p:nvSpPr>
          <p:cNvPr id="12291" name="Rectangle 1">
            <a:extLst>
              <a:ext uri="{FF2B5EF4-FFF2-40B4-BE49-F238E27FC236}">
                <a16:creationId xmlns:a16="http://schemas.microsoft.com/office/drawing/2014/main" id="{98601265-51D4-7932-6225-A5CEEE693E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4975" y="1752600"/>
            <a:ext cx="8456613" cy="38925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0" tIns="45720" rIns="91440" bIns="45720" anchor="ctr">
            <a:spAutoFit/>
          </a:bodyPr>
          <a:lstStyle/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Small-scale network within a building.</a:t>
            </a:r>
          </a:p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devices in a limited area.</a:t>
            </a:r>
          </a:p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in offices, schools, and homes.</a:t>
            </a:r>
          </a:p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high speed at low cost.</a:t>
            </a:r>
          </a:p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resource and data sharing.</a:t>
            </a:r>
          </a:p>
          <a:p>
            <a:pPr defTabSz="914400">
              <a:lnSpc>
                <a:spcPct val="150000"/>
              </a:lnSpc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GB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Commonly includes computers, printers, and switches.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5FD4EE44-E592-5984-F20A-258BC9B08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Content Placeholder 4" descr="A diagram of a local area network&#10;&#10;Description automatically generated">
            <a:extLst>
              <a:ext uri="{FF2B5EF4-FFF2-40B4-BE49-F238E27FC236}">
                <a16:creationId xmlns:a16="http://schemas.microsoft.com/office/drawing/2014/main" id="{BCEA0626-1446-0C9B-2443-4DC88898A6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90600"/>
            <a:ext cx="7215187" cy="5343361"/>
          </a:xfrm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B7BBC9B9-BF6A-517C-AFAD-5E383D4C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B03FFAB-228C-5BB4-08A6-5415899D5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849313"/>
            <a:ext cx="8105775" cy="1022350"/>
          </a:xfrm>
        </p:spPr>
        <p:txBody>
          <a:bodyPr/>
          <a:lstStyle/>
          <a:p>
            <a:r>
              <a:rPr lang="en-GB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MAN</a:t>
            </a: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Metropolitan Area Network</a:t>
            </a:r>
            <a:b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/>
          </a:p>
        </p:txBody>
      </p:sp>
      <p:sp>
        <p:nvSpPr>
          <p:cNvPr id="14339" name="Rectangle 1">
            <a:extLst>
              <a:ext uri="{FF2B5EF4-FFF2-40B4-BE49-F238E27FC236}">
                <a16:creationId xmlns:a16="http://schemas.microsoft.com/office/drawing/2014/main" id="{1FF9AC55-4924-13A0-BF9A-1096AE7131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85825" y="1898650"/>
            <a:ext cx="7332663" cy="38925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0" tIns="45720" rIns="91440" bIns="45720" anchor="ctr">
            <a:spAutoFit/>
          </a:bodyPr>
          <a:lstStyle/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Covers a city or metropolitan area.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multiple LANs within a region.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by ISPs, universities, and businesses.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moderate speed and coverage.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Facilitates inter-LAN communication.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Typically relies on fiber optics or wireless links.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41E8D05-DEF6-9791-323A-07A3CBD14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Content Placeholder 4" descr="A diagram of a person&#10;&#10;Description automatically generated">
            <a:extLst>
              <a:ext uri="{FF2B5EF4-FFF2-40B4-BE49-F238E27FC236}">
                <a16:creationId xmlns:a16="http://schemas.microsoft.com/office/drawing/2014/main" id="{9FA0D57B-27D0-9A15-169D-F7E67DEEDF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5313" y="1295400"/>
            <a:ext cx="8167687" cy="5240338"/>
          </a:xfrm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4F4364E8-D5C7-582A-B82B-8872B7CA01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97C829B7-2879-2A74-CE49-05BA1E3EDC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WAN</a:t>
            </a: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Wide Area Network</a:t>
            </a:r>
            <a:endParaRPr lang="en-US" altLang="en-US"/>
          </a:p>
        </p:txBody>
      </p:sp>
      <p:sp>
        <p:nvSpPr>
          <p:cNvPr id="16387" name="Rectangle 1">
            <a:extLst>
              <a:ext uri="{FF2B5EF4-FFF2-40B4-BE49-F238E27FC236}">
                <a16:creationId xmlns:a16="http://schemas.microsoft.com/office/drawing/2014/main" id="{2DADC290-65D6-D7DC-370D-42964C7642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42950" y="1482725"/>
            <a:ext cx="7534275" cy="38925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0" tIns="45720" rIns="91440" bIns="45720" anchor="ctr">
            <a:spAutoFit/>
          </a:bodyPr>
          <a:lstStyle/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Covers large geographic areas.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multiple MANs and LANs.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 global communication like the Internet.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lower speed compared to LANs.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Utilizes satellites, fiber optics, and leased lines.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business, government, and personal use.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4A09C6C6-EF18-0767-0169-654FBB958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>
            <a:extLst>
              <a:ext uri="{FF2B5EF4-FFF2-40B4-BE49-F238E27FC236}">
                <a16:creationId xmlns:a16="http://schemas.microsoft.com/office/drawing/2014/main" id="{F14FD345-9FCE-3C68-F2A4-76937801DB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17411" name="Picture 4" descr="Diagram of a diagram of a network&#10;&#10;Description automatically generated">
            <a:extLst>
              <a:ext uri="{FF2B5EF4-FFF2-40B4-BE49-F238E27FC236}">
                <a16:creationId xmlns:a16="http://schemas.microsoft.com/office/drawing/2014/main" id="{40B6B057-FCE2-324E-D284-76D97332A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66800"/>
            <a:ext cx="8458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5B77315E-3F5D-DAB4-88A8-1E6E064DE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1B555F16-7447-7C4B-36D9-D30F9A10D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713" y="1138238"/>
            <a:ext cx="8105775" cy="611187"/>
          </a:xfrm>
        </p:spPr>
        <p:txBody>
          <a:bodyPr/>
          <a:lstStyle/>
          <a:p>
            <a:pPr algn="l"/>
            <a:r>
              <a:rPr lang="en-GB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PAN</a:t>
            </a: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Personal Area Network</a:t>
            </a:r>
            <a:b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3641D2B-8989-08AA-651F-404A00A11F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725" y="1771650"/>
            <a:ext cx="8027988" cy="38925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0" tIns="45720" rIns="91440" bIns="45720" anchor="ctr">
            <a:spAutoFit/>
          </a:bodyPr>
          <a:lstStyle/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Covers a very small area, like a room.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personal devices smartphones and laptops.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technologies like Bluetooth and USB.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 communication and data sharing.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short-range, low-power connectivity.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wireless keyboards &amp; headphones.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09F9EC92-1CCC-8233-25F1-F6DFAC39B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423DBDC0-889F-3D1C-4737-2540E7223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31762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Content Placeholder 4">
            <a:extLst>
              <a:ext uri="{FF2B5EF4-FFF2-40B4-BE49-F238E27FC236}">
                <a16:creationId xmlns:a16="http://schemas.microsoft.com/office/drawing/2014/main" id="{51BB4F54-4C6C-9E07-B300-D1788982C69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52513"/>
            <a:ext cx="8610600" cy="5805487"/>
          </a:xfrm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485EFA8B-BC2E-CEC1-5422-0D44B52A9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F6DEFC3-629F-BC00-B5EC-66EDE7BB27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1044575"/>
            <a:ext cx="8105775" cy="560388"/>
          </a:xfrm>
        </p:spPr>
        <p:txBody>
          <a:bodyPr/>
          <a:lstStyle/>
          <a:p>
            <a:pPr algn="l"/>
            <a:r>
              <a:rPr lang="en-GB" alt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WLAN:</a:t>
            </a:r>
            <a:r>
              <a:rPr lang="en-GB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 Wireless Local Area Network</a:t>
            </a:r>
            <a:br>
              <a:rPr lang="en-US" alt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3600"/>
          </a:p>
        </p:txBody>
      </p:sp>
      <p:sp>
        <p:nvSpPr>
          <p:cNvPr id="20483" name="Rectangle 1">
            <a:extLst>
              <a:ext uri="{FF2B5EF4-FFF2-40B4-BE49-F238E27FC236}">
                <a16:creationId xmlns:a16="http://schemas.microsoft.com/office/drawing/2014/main" id="{F8B3ABB6-408A-A421-1701-1C2D34A1AC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20875"/>
            <a:ext cx="8105775" cy="38925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40" tIns="45720" rIns="91440" bIns="45720" anchor="ctr">
            <a:spAutoFit/>
          </a:bodyPr>
          <a:lstStyle/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Connects devices wirelessly within local area.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Wi-Fi technology for communication.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in homes, offices, public spaces.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flexibility and mobility for users.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devices simultaneously.</a:t>
            </a:r>
          </a:p>
          <a:p>
            <a:pPr marL="0" indent="0" defTabSz="91440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 points &amp; routers used for connectivity. 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04D20FC7-294F-2E99-AE58-4ED6F4519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Content Placeholder 4" descr="A diagram of a wireless home network diagram&#10;&#10;Description automatically generated">
            <a:extLst>
              <a:ext uri="{FF2B5EF4-FFF2-40B4-BE49-F238E27FC236}">
                <a16:creationId xmlns:a16="http://schemas.microsoft.com/office/drawing/2014/main" id="{68E64499-FC60-805F-7A35-4B1138E40C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3900" y="990600"/>
            <a:ext cx="7696200" cy="5578475"/>
          </a:xfrm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F000FE94-7A54-27B0-0441-BE6128EDA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80B45557-E9DF-7E3B-0D0F-DE2CBF131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6927850" cy="615950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Internet</a:t>
            </a:r>
          </a:p>
        </p:txBody>
      </p:sp>
      <p:sp>
        <p:nvSpPr>
          <p:cNvPr id="22531" name="Text Placeholder 2">
            <a:extLst>
              <a:ext uri="{FF2B5EF4-FFF2-40B4-BE49-F238E27FC236}">
                <a16:creationId xmlns:a16="http://schemas.microsoft.com/office/drawing/2014/main" id="{72CF7773-06AE-675B-38FB-AF7FEE5DBD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728788"/>
            <a:ext cx="8915400" cy="3392487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network connecting millions of devices.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private, public, academic.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Business, and government networks.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sharing of information and communication.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standardized communication protocols.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7C24B42-0AEF-AB98-B1DA-FDDEBF9EF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98D30127-72D8-C13F-3A46-D57C7D45F1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4500" y="609600"/>
            <a:ext cx="6927850" cy="615950"/>
          </a:xfrm>
        </p:spPr>
        <p:txBody>
          <a:bodyPr/>
          <a:lstStyle/>
          <a:p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Browser</a:t>
            </a:r>
          </a:p>
        </p:txBody>
      </p:sp>
      <p:sp>
        <p:nvSpPr>
          <p:cNvPr id="23555" name="Text Placeholder 2">
            <a:extLst>
              <a:ext uri="{FF2B5EF4-FFF2-40B4-BE49-F238E27FC236}">
                <a16:creationId xmlns:a16="http://schemas.microsoft.com/office/drawing/2014/main" id="{D21A1FBC-5913-1934-3E42-580E8B6DAB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1728788"/>
            <a:ext cx="8131175" cy="269240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application for accessing information on the web.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Examples: Chrome, Firefox, Safari.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web pages from web servers Into human-readable format.</a:t>
            </a:r>
          </a:p>
          <a:p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3FBE8D09-D396-4DF2-1AC4-6359FC853A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Placeholder 2">
            <a:extLst>
              <a:ext uri="{FF2B5EF4-FFF2-40B4-BE49-F238E27FC236}">
                <a16:creationId xmlns:a16="http://schemas.microsoft.com/office/drawing/2014/main" id="{8289CD69-1DB1-48FB-1489-086039CA2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4579" name="Picture 5" descr="A group of colorful logos">
            <a:extLst>
              <a:ext uri="{FF2B5EF4-FFF2-40B4-BE49-F238E27FC236}">
                <a16:creationId xmlns:a16="http://schemas.microsoft.com/office/drawing/2014/main" id="{A09B30F6-CBCA-AA16-A221-19986A9CB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70000"/>
            <a:ext cx="8883650" cy="459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FF1B1310-B38A-53CB-9C5A-E2C255B0CB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E3B8B400-665A-023B-D475-DD7FB9F33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4575" y="428625"/>
            <a:ext cx="6927850" cy="615950"/>
          </a:xfrm>
        </p:spPr>
        <p:txBody>
          <a:bodyPr/>
          <a:lstStyle/>
          <a:p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What is a Web Server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Text Placeholder 2">
            <a:extLst>
              <a:ext uri="{FF2B5EF4-FFF2-40B4-BE49-F238E27FC236}">
                <a16:creationId xmlns:a16="http://schemas.microsoft.com/office/drawing/2014/main" id="{620B6BA0-225A-1817-FE18-F991E3405A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1728788"/>
            <a:ext cx="8131175" cy="2692400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Computer system that hosts websites.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Delivers web pages to users upon request.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Uses HTTP/HTTPS protocols.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4" name="Picture 4" descr="A diagram of a cloud&#10;&#10;Description automatically generated">
            <a:extLst>
              <a:ext uri="{FF2B5EF4-FFF2-40B4-BE49-F238E27FC236}">
                <a16:creationId xmlns:a16="http://schemas.microsoft.com/office/drawing/2014/main" id="{367B225B-3516-7E01-00AB-46CFD0B0CC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75" y="4038600"/>
            <a:ext cx="7934325" cy="258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1F9DA7D2-8A3B-44D5-C1C9-DF1CFD23F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FBECD285-63A2-63B7-3864-90E9AC59FD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4575" y="428625"/>
            <a:ext cx="6927850" cy="615950"/>
          </a:xfrm>
        </p:spPr>
        <p:txBody>
          <a:bodyPr/>
          <a:lstStyle/>
          <a:p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URLs</a:t>
            </a:r>
          </a:p>
        </p:txBody>
      </p:sp>
      <p:sp>
        <p:nvSpPr>
          <p:cNvPr id="26627" name="Text Placeholder 2">
            <a:extLst>
              <a:ext uri="{FF2B5EF4-FFF2-40B4-BE49-F238E27FC236}">
                <a16:creationId xmlns:a16="http://schemas.microsoft.com/office/drawing/2014/main" id="{2F022EB5-C106-C0EE-FA4D-8F8DA53D9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1728788"/>
            <a:ext cx="8131175" cy="2238375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Stands for Uniform Resource Locator.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Address used to access web pages.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protocol, domain, and path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C32D789-8771-5E2F-47F8-55E37695D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Placeholder 2">
            <a:extLst>
              <a:ext uri="{FF2B5EF4-FFF2-40B4-BE49-F238E27FC236}">
                <a16:creationId xmlns:a16="http://schemas.microsoft.com/office/drawing/2014/main" id="{B0FDE335-7FE7-85BF-1BB9-80FFE4EEB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7651" name="Picture 6" descr="A diagram of a diagram&#10;&#10;Description automatically generated">
            <a:extLst>
              <a:ext uri="{FF2B5EF4-FFF2-40B4-BE49-F238E27FC236}">
                <a16:creationId xmlns:a16="http://schemas.microsoft.com/office/drawing/2014/main" id="{5B199A47-C269-DBF7-FB17-5CEF748AB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3" y="1270000"/>
            <a:ext cx="8893175" cy="472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331A5F6F-1C2B-7DA2-2A83-49E7702F75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01C247B5-6531-9AE0-258D-A5483DC79A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4575" y="428625"/>
            <a:ext cx="6927850" cy="615950"/>
          </a:xfrm>
        </p:spPr>
        <p:txBody>
          <a:bodyPr/>
          <a:lstStyle/>
          <a:p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What is a Domain Name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5" name="Text Placeholder 2">
            <a:extLst>
              <a:ext uri="{FF2B5EF4-FFF2-40B4-BE49-F238E27FC236}">
                <a16:creationId xmlns:a16="http://schemas.microsoft.com/office/drawing/2014/main" id="{293DC618-9842-0232-85E7-898E43142C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1728788"/>
            <a:ext cx="8131175" cy="1662112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Human-readable address of a website.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Maps to an IP address.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Example: www.google.com.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B7DAF00-4970-1717-AF8A-0C0E1A0F0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6106DBDF-5EFB-F091-D1BF-C87150F3F4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4575" y="428625"/>
            <a:ext cx="6927850" cy="615950"/>
          </a:xfrm>
        </p:spPr>
        <p:txBody>
          <a:bodyPr/>
          <a:lstStyle/>
          <a:p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What is an IP Address?</a:t>
            </a: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99" name="Text Placeholder 2">
            <a:extLst>
              <a:ext uri="{FF2B5EF4-FFF2-40B4-BE49-F238E27FC236}">
                <a16:creationId xmlns:a16="http://schemas.microsoft.com/office/drawing/2014/main" id="{1C22F434-EB3A-4441-1D7E-735B6A37E1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1728788"/>
            <a:ext cx="8131175" cy="2190750"/>
          </a:xfrm>
        </p:spPr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Unique identifier for a device on a network.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IPv4: 192.168.0.1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IPv6: 2001:0db8:85a3:0000:0000:8a2e:0370:7334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1FCAF2F8-0C12-795F-C949-BB4365FCA8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358A21A1-9A98-3C3D-F196-D94EDE9FA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4575" y="428625"/>
            <a:ext cx="6927850" cy="615950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are Packets?</a:t>
            </a:r>
          </a:p>
        </p:txBody>
      </p:sp>
      <p:sp>
        <p:nvSpPr>
          <p:cNvPr id="30723" name="Text Placeholder 2">
            <a:extLst>
              <a:ext uri="{FF2B5EF4-FFF2-40B4-BE49-F238E27FC236}">
                <a16:creationId xmlns:a16="http://schemas.microsoft.com/office/drawing/2014/main" id="{7C5A24FC-1709-FE9A-7E37-D8EE553B9E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4500" y="1728788"/>
            <a:ext cx="8131175" cy="2960687"/>
          </a:xfrm>
        </p:spPr>
        <p:txBody>
          <a:bodyPr/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Small units of data transmitted over a network.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Contains source, destination, and data payload.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data transmission on the internet</a:t>
            </a:r>
          </a:p>
          <a:p>
            <a:pPr>
              <a:lnSpc>
                <a:spcPct val="200000"/>
              </a:lnSpc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F8012D0D-A6B0-6F59-7936-686AB911A3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4" descr="A diagram of data packet structure&#10;&#10;Description automatically generated">
            <a:extLst>
              <a:ext uri="{FF2B5EF4-FFF2-40B4-BE49-F238E27FC236}">
                <a16:creationId xmlns:a16="http://schemas.microsoft.com/office/drawing/2014/main" id="{1565D198-F38B-F62E-1A18-41C26AAD5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57388"/>
            <a:ext cx="9144000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11299014-E56D-3A67-BADD-C6D373459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BC61C0-FC4C-4D34-81E5-EC90FE7D8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Times New Roman" panose="02020603050405020304" pitchFamily="18" charset="0"/>
              <a:buNone/>
              <a:defRPr/>
            </a:pPr>
            <a:endParaRPr lang="en-US" sz="1050" b="1" i="1" dirty="0"/>
          </a:p>
          <a:p>
            <a:pPr marL="0" indent="0">
              <a:buFont typeface="Times New Roman" panose="02020603050405020304" pitchFamily="18" charset="0"/>
              <a:buNone/>
              <a:defRPr/>
            </a:pPr>
            <a:endParaRPr lang="en-US" sz="1050" b="1" i="1" dirty="0"/>
          </a:p>
          <a:p>
            <a:pPr marL="0" indent="0">
              <a:buFont typeface="Times New Roman" panose="02020603050405020304" pitchFamily="18" charset="0"/>
              <a:buNone/>
              <a:defRPr/>
            </a:pPr>
            <a:endParaRPr lang="en-US" sz="1050" b="1" i="1" dirty="0"/>
          </a:p>
          <a:p>
            <a:pPr marL="0" indent="0">
              <a:buFont typeface="Times New Roman" panose="02020603050405020304" pitchFamily="18" charset="0"/>
              <a:buNone/>
              <a:defRPr/>
            </a:pPr>
            <a:endParaRPr lang="en-US" dirty="0"/>
          </a:p>
        </p:txBody>
      </p:sp>
      <p:pic>
        <p:nvPicPr>
          <p:cNvPr id="32771" name="Picture 6" descr="A hand drawing a head with a question mark&#10;&#10;Description automatically generated">
            <a:extLst>
              <a:ext uri="{FF2B5EF4-FFF2-40B4-BE49-F238E27FC236}">
                <a16:creationId xmlns:a16="http://schemas.microsoft.com/office/drawing/2014/main" id="{04FF247F-319A-7612-7B6A-2691F4E66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38" y="990600"/>
            <a:ext cx="8766175" cy="501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D4F16DC0-6E34-04D9-E1BD-4C1B98B31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0638"/>
            <a:ext cx="1371600" cy="381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Click="0" advTm="2147255000"/>
</p:sld>
</file>

<file path=ppt/theme/theme1.xml><?xml version="1.0" encoding="utf-8"?>
<a:theme xmlns:a="http://schemas.openxmlformats.org/drawingml/2006/main" name="Theme1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alibri"/>
        <a:ea typeface="Lucida Sans Unicode"/>
        <a:cs typeface="Lucida Sans Unicode"/>
      </a:majorFont>
      <a:minorFont>
        <a:latin typeface="Calibri"/>
        <a:ea typeface="Lucida Sans Unicode"/>
        <a:cs typeface="Lucida Sans Unicod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2021</TotalTime>
  <Words>754</Words>
  <Application>Microsoft Office PowerPoint</Application>
  <PresentationFormat>On-screen Show (4:3)</PresentationFormat>
  <Paragraphs>116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Theme1</vt:lpstr>
      <vt:lpstr>Introduction</vt:lpstr>
      <vt:lpstr>Computer Networks ?</vt:lpstr>
      <vt:lpstr>PowerPoint Presentation</vt:lpstr>
      <vt:lpstr>Use of Computer Networks in real life:</vt:lpstr>
      <vt:lpstr>Applications:</vt:lpstr>
      <vt:lpstr>PowerPoint Presentation</vt:lpstr>
      <vt:lpstr>Components of a Data Communication System</vt:lpstr>
      <vt:lpstr>Data flow (Simplex, Half-duplex, and Full-duplex</vt:lpstr>
      <vt:lpstr>Rhyme Puzzle: “Three Lanes of Chat” I’m three kinds of talking on digital streets, Guess which lane each riddle meets. </vt:lpstr>
      <vt:lpstr>Networks and Types</vt:lpstr>
      <vt:lpstr>LAN: Local Area Network</vt:lpstr>
      <vt:lpstr>PowerPoint Presentation</vt:lpstr>
      <vt:lpstr>MAN: Metropolitan Area Network </vt:lpstr>
      <vt:lpstr>PowerPoint Presentation</vt:lpstr>
      <vt:lpstr>WAN: Wide Area Network</vt:lpstr>
      <vt:lpstr>PowerPoint Presentation</vt:lpstr>
      <vt:lpstr>PAN: Personal Area Network </vt:lpstr>
      <vt:lpstr>PowerPoint Presentation</vt:lpstr>
      <vt:lpstr>WLAN: Wireless Local Area Network </vt:lpstr>
      <vt:lpstr>PowerPoint Presentation</vt:lpstr>
      <vt:lpstr>Introduction to the Internet</vt:lpstr>
      <vt:lpstr>What is a Browser</vt:lpstr>
      <vt:lpstr>PowerPoint Presentation</vt:lpstr>
      <vt:lpstr>What is a Web Server</vt:lpstr>
      <vt:lpstr>Understanding URLs</vt:lpstr>
      <vt:lpstr>PowerPoint Presentation</vt:lpstr>
      <vt:lpstr>What is a Domain Name</vt:lpstr>
      <vt:lpstr>What is an IP Address?</vt:lpstr>
      <vt:lpstr>What are Packets?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Structure</dc:title>
  <dc:creator>rajni</dc:creator>
  <cp:lastModifiedBy>mir khalid</cp:lastModifiedBy>
  <cp:revision>247</cp:revision>
  <dcterms:created xsi:type="dcterms:W3CDTF">2009-11-23T07:41:17Z</dcterms:created>
  <dcterms:modified xsi:type="dcterms:W3CDTF">2025-08-26T09:31:57Z</dcterms:modified>
</cp:coreProperties>
</file>